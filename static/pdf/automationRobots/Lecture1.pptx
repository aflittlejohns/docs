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handoutMasterIdLst>
    <p:handoutMasterId r:id="rId43"/>
  </p:handoutMasterIdLst>
  <p:sldIdLst>
    <p:sldId id="300" r:id="rId2"/>
    <p:sldId id="357" r:id="rId3"/>
    <p:sldId id="273" r:id="rId4"/>
    <p:sldId id="336" r:id="rId5"/>
    <p:sldId id="333" r:id="rId6"/>
    <p:sldId id="344" r:id="rId7"/>
    <p:sldId id="345" r:id="rId8"/>
    <p:sldId id="346" r:id="rId9"/>
    <p:sldId id="275" r:id="rId10"/>
    <p:sldId id="646" r:id="rId11"/>
    <p:sldId id="276" r:id="rId12"/>
    <p:sldId id="645" r:id="rId13"/>
    <p:sldId id="278" r:id="rId14"/>
    <p:sldId id="277" r:id="rId15"/>
    <p:sldId id="352" r:id="rId16"/>
    <p:sldId id="354" r:id="rId17"/>
    <p:sldId id="355" r:id="rId18"/>
    <p:sldId id="353" r:id="rId19"/>
    <p:sldId id="360" r:id="rId20"/>
    <p:sldId id="361" r:id="rId21"/>
    <p:sldId id="362" r:id="rId22"/>
    <p:sldId id="334" r:id="rId23"/>
    <p:sldId id="358" r:id="rId24"/>
    <p:sldId id="359" r:id="rId25"/>
    <p:sldId id="356" r:id="rId26"/>
    <p:sldId id="337" r:id="rId27"/>
    <p:sldId id="335" r:id="rId28"/>
    <p:sldId id="340" r:id="rId29"/>
    <p:sldId id="341" r:id="rId30"/>
    <p:sldId id="342" r:id="rId31"/>
    <p:sldId id="343" r:id="rId32"/>
    <p:sldId id="363" r:id="rId33"/>
    <p:sldId id="364" r:id="rId34"/>
    <p:sldId id="365" r:id="rId35"/>
    <p:sldId id="366" r:id="rId36"/>
    <p:sldId id="320" r:id="rId37"/>
    <p:sldId id="367" r:id="rId38"/>
    <p:sldId id="368" r:id="rId39"/>
    <p:sldId id="369" r:id="rId40"/>
    <p:sldId id="370" r:id="rId41"/>
  </p:sldIdLst>
  <p:sldSz cx="9144000" cy="6858000" type="screen4x3"/>
  <p:notesSz cx="6797675" cy="9926638"/>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C60C3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6" autoAdjust="0"/>
    <p:restoredTop sz="94302" autoAdjust="0"/>
  </p:normalViewPr>
  <p:slideViewPr>
    <p:cSldViewPr snapToGrid="0" snapToObjects="1">
      <p:cViewPr varScale="1">
        <p:scale>
          <a:sx n="84" d="100"/>
          <a:sy n="84" d="100"/>
        </p:scale>
        <p:origin x="143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139" d="100"/>
          <a:sy n="139" d="100"/>
        </p:scale>
        <p:origin x="6130" y="134"/>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8124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CBDF0CDD-250B-44FA-B365-4CE5BD183BFF}" type="datetimeFigureOut">
              <a:rPr lang="en-GB"/>
              <a:pPr>
                <a:defRPr/>
              </a:pPr>
              <a:t>03/11/2024</a:t>
            </a:fld>
            <a:endParaRPr lang="en-GB"/>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GB"/>
          </a:p>
        </p:txBody>
      </p:sp>
      <p:sp>
        <p:nvSpPr>
          <p:cNvPr id="7" name="Slide Number Placeholder 6"/>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F8B4681-E8FC-4223-855F-F6D020695078}" type="slidenum">
              <a:rPr lang="en-GB" altLang="en-US"/>
              <a:pPr>
                <a:defRPr/>
              </a:pPr>
              <a:t>‹#›</a:t>
            </a:fld>
            <a:endParaRPr lang="en-GB" altLang="en-US"/>
          </a:p>
        </p:txBody>
      </p:sp>
    </p:spTree>
    <p:extLst>
      <p:ext uri="{BB962C8B-B14F-4D97-AF65-F5344CB8AC3E}">
        <p14:creationId xmlns:p14="http://schemas.microsoft.com/office/powerpoint/2010/main" val="27656489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8C7BFCB-54E2-4FAD-ABE5-6D07B5A6197A}" type="slidenum">
              <a:rPr lang="en-GB" altLang="en-US" smtClean="0">
                <a:latin typeface="Arial" panose="020B0604020202020204" pitchFamily="34" charset="0"/>
                <a:cs typeface="Arial" panose="020B0604020202020204" pitchFamily="34" charset="0"/>
              </a:rPr>
              <a:pPr>
                <a:spcBef>
                  <a:spcPct val="0"/>
                </a:spcBef>
              </a:pPr>
              <a:t>1</a:t>
            </a:fld>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C04992B-7A2F-4E49-836D-152A541CA74E}" type="slidenum">
              <a:rPr lang="en-GB" altLang="en-US" smtClean="0">
                <a:latin typeface="Arial" panose="020B0604020202020204" pitchFamily="34" charset="0"/>
                <a:cs typeface="Arial" panose="020B0604020202020204" pitchFamily="34" charset="0"/>
              </a:rPr>
              <a:pPr>
                <a:spcBef>
                  <a:spcPct val="0"/>
                </a:spcBef>
              </a:pPr>
              <a:t>2</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8511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a:t>
            </a:fld>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4</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1571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5</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259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6</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8699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7</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4630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8</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4302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15</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5579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16</a:t>
            </a:fld>
            <a:endParaRPr lang="en-GB"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7112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17</a:t>
            </a:fld>
            <a:endParaRPr lang="en-GB"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6707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18</a:t>
            </a:fld>
            <a:endParaRPr lang="en-GB"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4798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19</a:t>
            </a:fld>
            <a:endParaRPr lang="en-GB"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9237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20</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0746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21</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6115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22</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1296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23</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1275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24</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6949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25</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8554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26</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25559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27</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1340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28</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19244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29</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30833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30</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90869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31</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49402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32</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75098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33</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9236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34</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75786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35</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5301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37</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69691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38</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84531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39</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09607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40</a:t>
            </a:fld>
            <a:endParaRPr lang="en-GB"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15675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9150" y="2130425"/>
            <a:ext cx="7772400" cy="1470025"/>
          </a:xfrm>
          <a:prstGeom prst="rect">
            <a:avLst/>
          </a:prstGeom>
        </p:spPr>
        <p:txBody>
          <a:bodyPr/>
          <a:lstStyle>
            <a:lvl1pPr>
              <a:defRPr sz="4400"/>
            </a:lvl1pPr>
          </a:lstStyle>
          <a:p>
            <a:r>
              <a:rPr lang="en-US"/>
              <a:t>Click to edit Master title style</a:t>
            </a:r>
            <a:endParaRPr lang="en-US" dirty="0"/>
          </a:p>
        </p:txBody>
      </p:sp>
      <p:sp>
        <p:nvSpPr>
          <p:cNvPr id="3" name="Subtitle 2"/>
          <p:cNvSpPr>
            <a:spLocks noGrp="1"/>
          </p:cNvSpPr>
          <p:nvPr>
            <p:ph type="subTitle" idx="1"/>
          </p:nvPr>
        </p:nvSpPr>
        <p:spPr>
          <a:xfrm>
            <a:off x="823912" y="3600450"/>
            <a:ext cx="4129088" cy="2047875"/>
          </a:xfrm>
          <a:prstGeom prst="rect">
            <a:avLst/>
          </a:prstGeom>
        </p:spPr>
        <p:txBody>
          <a:bodyPr/>
          <a:lstStyle>
            <a:lvl1pPr marL="0" indent="0" algn="l">
              <a:buNone/>
              <a:defRPr sz="3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5040F1CA-107E-4C02-9350-2638B13676DD}" type="datetime1">
              <a:rPr lang="en-US"/>
              <a:pPr>
                <a:defRPr/>
              </a:pPr>
              <a:t>11/3/2024</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10AA4DB-3605-4FA3-B073-F6157C791C9B}" type="slidenum">
              <a:rPr lang="en-US" altLang="en-US"/>
              <a:pPr>
                <a:defRPr/>
              </a:pPr>
              <a:t>‹#›</a:t>
            </a:fld>
            <a:endParaRPr lang="en-US" altLang="en-US"/>
          </a:p>
        </p:txBody>
      </p:sp>
      <p:grpSp>
        <p:nvGrpSpPr>
          <p:cNvPr id="8" name="Group 7">
            <a:extLst>
              <a:ext uri="{FF2B5EF4-FFF2-40B4-BE49-F238E27FC236}">
                <a16:creationId xmlns:a16="http://schemas.microsoft.com/office/drawing/2014/main" id="{2586F27A-0B87-40E2-939F-F19FBB2F69C1}"/>
              </a:ext>
            </a:extLst>
          </p:cNvPr>
          <p:cNvGrpSpPr/>
          <p:nvPr userDrawn="1"/>
        </p:nvGrpSpPr>
        <p:grpSpPr>
          <a:xfrm>
            <a:off x="0" y="-28346"/>
            <a:ext cx="5149225" cy="1305992"/>
            <a:chOff x="0" y="-28346"/>
            <a:chExt cx="5149225" cy="1305992"/>
          </a:xfrm>
        </p:grpSpPr>
        <p:pic>
          <p:nvPicPr>
            <p:cNvPr id="9" name="Picture 8">
              <a:extLst>
                <a:ext uri="{FF2B5EF4-FFF2-40B4-BE49-F238E27FC236}">
                  <a16:creationId xmlns:a16="http://schemas.microsoft.com/office/drawing/2014/main" id="{9C84B934-630B-4C7D-BCC3-6E612C57B16C}"/>
                </a:ext>
              </a:extLst>
            </p:cNvPr>
            <p:cNvPicPr>
              <a:picLocks noChangeAspect="1"/>
            </p:cNvPicPr>
            <p:nvPr userDrawn="1"/>
          </p:nvPicPr>
          <p:blipFill>
            <a:blip r:embed="rId2"/>
            <a:stretch>
              <a:fillRect/>
            </a:stretch>
          </p:blipFill>
          <p:spPr>
            <a:xfrm>
              <a:off x="1917700" y="-28346"/>
              <a:ext cx="3231525" cy="1301344"/>
            </a:xfrm>
            <a:prstGeom prst="rect">
              <a:avLst/>
            </a:prstGeom>
          </p:spPr>
        </p:pic>
        <p:pic>
          <p:nvPicPr>
            <p:cNvPr id="10" name="Picture 9">
              <a:extLst>
                <a:ext uri="{FF2B5EF4-FFF2-40B4-BE49-F238E27FC236}">
                  <a16:creationId xmlns:a16="http://schemas.microsoft.com/office/drawing/2014/main" id="{E8E3C1D2-C346-440A-BDB2-06BB23131EB3}"/>
                </a:ext>
              </a:extLst>
            </p:cNvPr>
            <p:cNvPicPr>
              <a:picLocks noChangeAspect="1"/>
            </p:cNvPicPr>
            <p:nvPr userDrawn="1"/>
          </p:nvPicPr>
          <p:blipFill>
            <a:blip r:embed="rId2"/>
            <a:stretch>
              <a:fillRect/>
            </a:stretch>
          </p:blipFill>
          <p:spPr>
            <a:xfrm>
              <a:off x="958850" y="-28346"/>
              <a:ext cx="3231525" cy="1301344"/>
            </a:xfrm>
            <a:prstGeom prst="rect">
              <a:avLst/>
            </a:prstGeom>
          </p:spPr>
        </p:pic>
        <p:pic>
          <p:nvPicPr>
            <p:cNvPr id="11" name="Picture 10">
              <a:extLst>
                <a:ext uri="{FF2B5EF4-FFF2-40B4-BE49-F238E27FC236}">
                  <a16:creationId xmlns:a16="http://schemas.microsoft.com/office/drawing/2014/main" id="{89255C8F-9859-4327-9AC1-FE6E38FB595A}"/>
                </a:ext>
              </a:extLst>
            </p:cNvPr>
            <p:cNvPicPr>
              <a:picLocks noChangeAspect="1"/>
            </p:cNvPicPr>
            <p:nvPr userDrawn="1"/>
          </p:nvPicPr>
          <p:blipFill>
            <a:blip r:embed="rId2"/>
            <a:stretch>
              <a:fillRect/>
            </a:stretch>
          </p:blipFill>
          <p:spPr>
            <a:xfrm>
              <a:off x="0" y="-23698"/>
              <a:ext cx="3231525" cy="1301344"/>
            </a:xfrm>
            <a:prstGeom prst="rect">
              <a:avLst/>
            </a:prstGeom>
          </p:spPr>
        </p:pic>
        <p:pic>
          <p:nvPicPr>
            <p:cNvPr id="12" name="Picture 18" descr="image003">
              <a:extLst>
                <a:ext uri="{FF2B5EF4-FFF2-40B4-BE49-F238E27FC236}">
                  <a16:creationId xmlns:a16="http://schemas.microsoft.com/office/drawing/2014/main" id="{EDC56C20-FB38-4A48-8FFB-129DC8890CD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27310" y="317526"/>
              <a:ext cx="2333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696884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10998" y="2905124"/>
            <a:ext cx="8175801" cy="3221040"/>
          </a:xfrm>
          <a:prstGeom prst="rect">
            <a:avLst/>
          </a:prstGeom>
        </p:spPr>
        <p:txBody>
          <a:bodyPr/>
          <a:lstStyle>
            <a:lvl1pPr>
              <a:buClr>
                <a:srgbClr val="C60C30"/>
              </a:buClr>
              <a:buFont typeface="Arial" pitchFamily="34" charset="0"/>
              <a:buChar char="•"/>
              <a:defRPr sz="2800"/>
            </a:lvl1pPr>
            <a:lvl2pPr>
              <a:buClr>
                <a:srgbClr val="C60C30"/>
              </a:buClr>
              <a:defRPr sz="2400"/>
            </a:lvl2pPr>
            <a:lvl3pPr>
              <a:buClr>
                <a:srgbClr val="C60C30"/>
              </a:buClr>
              <a:defRPr sz="2000"/>
            </a:lvl3pPr>
            <a:lvl4pPr>
              <a:buClr>
                <a:srgbClr val="C60C30"/>
              </a:buClr>
              <a:defRPr sz="1800"/>
            </a:lvl4pPr>
            <a:lvl5pPr>
              <a:buClr>
                <a:srgbClr val="C60C30"/>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260EB70C-1D28-4D0E-9EBF-F8A612BE2157}" type="datetime1">
              <a:rPr lang="en-US"/>
              <a:pPr>
                <a:defRPr/>
              </a:pPr>
              <a:t>11/3/2024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06146ED-8A61-444D-BED3-FE896BEB6B42}" type="slidenum">
              <a:rPr lang="en-US" altLang="en-US"/>
              <a:pPr>
                <a:defRPr/>
              </a:pPr>
              <a:t>‹#›</a:t>
            </a:fld>
            <a:endParaRPr lang="en-US" altLang="en-US"/>
          </a:p>
        </p:txBody>
      </p:sp>
    </p:spTree>
    <p:extLst>
      <p:ext uri="{BB962C8B-B14F-4D97-AF65-F5344CB8AC3E}">
        <p14:creationId xmlns:p14="http://schemas.microsoft.com/office/powerpoint/2010/main" val="3196190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5" descr="MASTER_Salford logo_RGB.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17538" y="261938"/>
            <a:ext cx="2024062"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A6A77813-D615-4EF5-8121-05F040F7EA32}" type="datetime1">
              <a:rPr lang="en-US"/>
              <a:pPr>
                <a:defRPr/>
              </a:pPr>
              <a:t>11/3/2024</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5B63B96-E220-44D6-A3BE-F55E54885672}" type="slidenum">
              <a:rPr lang="en-US" altLang="en-US"/>
              <a:pPr>
                <a:defRPr/>
              </a:pPr>
              <a:t>‹#›</a:t>
            </a:fld>
            <a:endParaRPr lang="en-US" altLang="en-US"/>
          </a:p>
        </p:txBody>
      </p:sp>
    </p:spTree>
    <p:extLst>
      <p:ext uri="{BB962C8B-B14F-4D97-AF65-F5344CB8AC3E}">
        <p14:creationId xmlns:p14="http://schemas.microsoft.com/office/powerpoint/2010/main" val="3303210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10998" y="2905125"/>
            <a:ext cx="3984801" cy="3221038"/>
          </a:xfrm>
          <a:prstGeom prst="rect">
            <a:avLst/>
          </a:prstGeom>
        </p:spPr>
        <p:txBody>
          <a:bodyPr/>
          <a:lstStyle>
            <a:lvl1pPr>
              <a:buClr>
                <a:srgbClr val="C60C30"/>
              </a:buClr>
              <a:buFont typeface="Arial" pitchFamily="34" charset="0"/>
              <a:buChar char="•"/>
              <a:defRPr sz="2800"/>
            </a:lvl1pPr>
            <a:lvl2pPr>
              <a:buClr>
                <a:srgbClr val="C60C30"/>
              </a:buClr>
              <a:defRPr sz="2400"/>
            </a:lvl2pPr>
            <a:lvl3pPr>
              <a:buClr>
                <a:srgbClr val="C60C30"/>
              </a:buClr>
              <a:defRPr sz="2000"/>
            </a:lvl3pPr>
            <a:lvl4pPr>
              <a:buClr>
                <a:srgbClr val="C60C30"/>
              </a:buClr>
              <a:defRPr sz="1800"/>
            </a:lvl4pPr>
            <a:lvl5pPr>
              <a:buClr>
                <a:srgbClr val="C60C30"/>
              </a:buCl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62500" y="2905125"/>
            <a:ext cx="3924300" cy="3221038"/>
          </a:xfrm>
          <a:prstGeom prst="rect">
            <a:avLst/>
          </a:prstGeom>
        </p:spPr>
        <p:txBody>
          <a:bodyPr/>
          <a:lstStyle>
            <a:lvl1pPr>
              <a:buClr>
                <a:srgbClr val="C60C30"/>
              </a:buClr>
              <a:buFont typeface="Arial" pitchFamily="34" charset="0"/>
              <a:buChar char="•"/>
              <a:defRPr sz="2800"/>
            </a:lvl1pPr>
            <a:lvl2pPr>
              <a:buClr>
                <a:srgbClr val="C60C30"/>
              </a:buClr>
              <a:defRPr sz="2400"/>
            </a:lvl2pPr>
            <a:lvl3pPr>
              <a:buClr>
                <a:srgbClr val="C60C30"/>
              </a:buClr>
              <a:defRPr sz="2000"/>
            </a:lvl3pPr>
            <a:lvl4pPr>
              <a:buClr>
                <a:srgbClr val="C60C30"/>
              </a:buClr>
              <a:defRPr sz="1800"/>
            </a:lvl4pPr>
            <a:lvl5pPr>
              <a:buClr>
                <a:srgbClr val="C60C30"/>
              </a:buCl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5" name="Date Placeholder 4"/>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CC8ADA1B-B27B-44DF-94FD-5F80705E82A6}" type="datetime1">
              <a:rPr lang="en-US"/>
              <a:pPr>
                <a:defRPr/>
              </a:pPr>
              <a:t>11/3/2024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297BDDE-412F-465E-9C0E-4A7A756F4291}" type="slidenum">
              <a:rPr lang="en-US" altLang="en-US"/>
              <a:pPr>
                <a:defRPr/>
              </a:pPr>
              <a:t>‹#›</a:t>
            </a:fld>
            <a:endParaRPr lang="en-US" altLang="en-US"/>
          </a:p>
        </p:txBody>
      </p:sp>
    </p:spTree>
    <p:extLst>
      <p:ext uri="{BB962C8B-B14F-4D97-AF65-F5344CB8AC3E}">
        <p14:creationId xmlns:p14="http://schemas.microsoft.com/office/powerpoint/2010/main" val="1283773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10998" y="2911475"/>
            <a:ext cx="3986389" cy="7937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0998" y="3705225"/>
            <a:ext cx="3986390" cy="2420937"/>
          </a:xfrm>
          <a:prstGeom prst="rect">
            <a:avLst/>
          </a:prstGeom>
        </p:spPr>
        <p:txBody>
          <a:bodyPr/>
          <a:lstStyle>
            <a:lvl1pPr>
              <a:buClr>
                <a:srgbClr val="C60C30"/>
              </a:buClr>
              <a:buFont typeface="Arial" pitchFamily="34" charset="0"/>
              <a:buChar char="•"/>
              <a:defRPr sz="2400"/>
            </a:lvl1pPr>
            <a:lvl2pPr>
              <a:buClr>
                <a:srgbClr val="C60C30"/>
              </a:buClr>
              <a:defRPr sz="2000"/>
            </a:lvl2pPr>
            <a:lvl3pPr>
              <a:buClr>
                <a:srgbClr val="C60C30"/>
              </a:buClr>
              <a:defRPr sz="1800"/>
            </a:lvl3pPr>
            <a:lvl4pPr>
              <a:buClr>
                <a:srgbClr val="C60C30"/>
              </a:buClr>
              <a:defRPr sz="1600"/>
            </a:lvl4pPr>
            <a:lvl5pPr>
              <a:buClr>
                <a:srgbClr val="C60C30"/>
              </a:buCl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2911475"/>
            <a:ext cx="4041775" cy="782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3705225"/>
            <a:ext cx="4041775" cy="2420938"/>
          </a:xfrm>
          <a:prstGeom prst="rect">
            <a:avLst/>
          </a:prstGeom>
        </p:spPr>
        <p:txBody>
          <a:bodyPr/>
          <a:lstStyle>
            <a:lvl1pPr>
              <a:buClr>
                <a:srgbClr val="C60C30"/>
              </a:buClr>
              <a:buFont typeface="Arial" pitchFamily="34" charset="0"/>
              <a:buChar char="•"/>
              <a:defRPr sz="2400"/>
            </a:lvl1pPr>
            <a:lvl2pPr>
              <a:buClr>
                <a:srgbClr val="C60C30"/>
              </a:buClr>
              <a:defRPr sz="2000"/>
            </a:lvl2pPr>
            <a:lvl3pPr>
              <a:buClr>
                <a:srgbClr val="C60C30"/>
              </a:buClr>
              <a:defRPr sz="1800"/>
            </a:lvl3pPr>
            <a:lvl4pPr>
              <a:buClr>
                <a:srgbClr val="C60C30"/>
              </a:buClr>
              <a:defRPr sz="1600"/>
            </a:lvl4pPr>
            <a:lvl5pPr>
              <a:buClr>
                <a:srgbClr val="C60C30"/>
              </a:buCl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7" name="Date Placeholder 6"/>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E1F0045E-A52B-400C-BA7C-0AB7F1517D1E}" type="datetime1">
              <a:rPr lang="en-US"/>
              <a:pPr>
                <a:defRPr/>
              </a:pPr>
              <a:t>11/3/2024</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9493AE6-02A4-4579-B6A8-67567F8C0CE2}" type="slidenum">
              <a:rPr lang="en-US" altLang="en-US"/>
              <a:pPr>
                <a:defRPr/>
              </a:pPr>
              <a:t>‹#›</a:t>
            </a:fld>
            <a:endParaRPr lang="en-US" altLang="en-US"/>
          </a:p>
        </p:txBody>
      </p:sp>
    </p:spTree>
    <p:extLst>
      <p:ext uri="{BB962C8B-B14F-4D97-AF65-F5344CB8AC3E}">
        <p14:creationId xmlns:p14="http://schemas.microsoft.com/office/powerpoint/2010/main" val="1316124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tement_quote">
    <p:spTree>
      <p:nvGrpSpPr>
        <p:cNvPr id="1" name=""/>
        <p:cNvGrpSpPr/>
        <p:nvPr/>
      </p:nvGrpSpPr>
      <p:grpSpPr>
        <a:xfrm>
          <a:off x="0" y="0"/>
          <a:ext cx="0" cy="0"/>
          <a:chOff x="0" y="0"/>
          <a:chExt cx="0" cy="0"/>
        </a:xfrm>
      </p:grpSpPr>
      <p:sp>
        <p:nvSpPr>
          <p:cNvPr id="10" name="Text Placeholder 3"/>
          <p:cNvSpPr>
            <a:spLocks noGrp="1"/>
          </p:cNvSpPr>
          <p:nvPr>
            <p:ph type="body" sz="half" idx="2"/>
          </p:nvPr>
        </p:nvSpPr>
        <p:spPr>
          <a:xfrm>
            <a:off x="510998" y="2905125"/>
            <a:ext cx="8175801" cy="1009650"/>
          </a:xfrm>
          <a:prstGeom prst="rect">
            <a:avLst/>
          </a:prstGeom>
        </p:spPr>
        <p:txBody>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Content Placeholder 3"/>
          <p:cNvSpPr>
            <a:spLocks noGrp="1"/>
          </p:cNvSpPr>
          <p:nvPr>
            <p:ph sz="half" idx="13"/>
          </p:nvPr>
        </p:nvSpPr>
        <p:spPr>
          <a:xfrm>
            <a:off x="510998" y="4533900"/>
            <a:ext cx="8175802" cy="1592262"/>
          </a:xfrm>
          <a:prstGeom prst="rect">
            <a:avLst/>
          </a:prstGeom>
        </p:spPr>
        <p:txBody>
          <a:bodyPr/>
          <a:lstStyle>
            <a:lvl1pPr>
              <a:buClr>
                <a:srgbClr val="C60C30"/>
              </a:buClr>
              <a:buFont typeface="Arial" pitchFamily="34" charset="0"/>
              <a:buChar char="•"/>
              <a:defRPr sz="2400"/>
            </a:lvl1pPr>
            <a:lvl2pPr>
              <a:buClr>
                <a:srgbClr val="C60C30"/>
              </a:buClr>
              <a:defRPr sz="2000"/>
            </a:lvl2pPr>
            <a:lvl3pPr>
              <a:buClr>
                <a:srgbClr val="C60C30"/>
              </a:buClr>
              <a:defRPr sz="1800"/>
            </a:lvl3pPr>
            <a:lvl4pPr>
              <a:buClr>
                <a:srgbClr val="C60C30"/>
              </a:buClr>
              <a:defRPr sz="1600"/>
            </a:lvl4pPr>
            <a:lvl5pPr>
              <a:buClr>
                <a:srgbClr val="C60C30"/>
              </a:buCl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
          <p:cNvSpPr>
            <a:spLocks noGrp="1"/>
          </p:cNvSpPr>
          <p:nvPr>
            <p:ph type="body" sz="half" idx="14"/>
          </p:nvPr>
        </p:nvSpPr>
        <p:spPr>
          <a:xfrm>
            <a:off x="510998" y="4095750"/>
            <a:ext cx="8175802" cy="438150"/>
          </a:xfrm>
          <a:prstGeom prst="rect">
            <a:avLst/>
          </a:prstGeom>
        </p:spPr>
        <p:txBody>
          <a:bodyPr/>
          <a:lstStyle>
            <a:lvl1pPr marL="0" indent="0">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6" name="Date Placeholder 3"/>
          <p:cNvSpPr>
            <a:spLocks noGrp="1"/>
          </p:cNvSpPr>
          <p:nvPr>
            <p:ph type="dt" sz="half" idx="15"/>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B4A5F766-4D62-4C36-9E71-1230FDE576CE}" type="datetime1">
              <a:rPr lang="en-US"/>
              <a:pPr>
                <a:defRPr/>
              </a:pPr>
              <a:t>11/3/2024</a:t>
            </a:fld>
            <a:endParaRPr lang="en-US"/>
          </a:p>
        </p:txBody>
      </p:sp>
      <p:sp>
        <p:nvSpPr>
          <p:cNvPr id="7" name="Footer Placeholder 4"/>
          <p:cNvSpPr>
            <a:spLocks noGrp="1"/>
          </p:cNvSpPr>
          <p:nvPr>
            <p:ph type="ftr" sz="quarter" idx="16"/>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8" name="Slide Number Placeholder 5"/>
          <p:cNvSpPr>
            <a:spLocks noGrp="1"/>
          </p:cNvSpPr>
          <p:nvPr>
            <p:ph type="sldNum" sz="quarter" idx="17"/>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F6791AC-4FD0-45C4-BE8D-A0D20F345B37}" type="slidenum">
              <a:rPr lang="en-US" altLang="en-US"/>
              <a:pPr>
                <a:defRPr/>
              </a:pPr>
              <a:t>‹#›</a:t>
            </a:fld>
            <a:endParaRPr lang="en-US" altLang="en-US"/>
          </a:p>
        </p:txBody>
      </p:sp>
    </p:spTree>
    <p:extLst>
      <p:ext uri="{BB962C8B-B14F-4D97-AF65-F5344CB8AC3E}">
        <p14:creationId xmlns:p14="http://schemas.microsoft.com/office/powerpoint/2010/main" val="3984149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3" name="Date Placeholder 2"/>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31E88F20-1AAB-4FD3-BF23-27A9452A5CF6}" type="datetime1">
              <a:rPr lang="en-US"/>
              <a:pPr>
                <a:defRPr/>
              </a:pPr>
              <a:t>11/3/2024</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161F95E-9EB3-41D2-AD4C-9F0FE5ADF1EB}" type="slidenum">
              <a:rPr lang="en-US" altLang="en-US"/>
              <a:pPr>
                <a:defRPr/>
              </a:pPr>
              <a:t>‹#›</a:t>
            </a:fld>
            <a:endParaRPr lang="en-US" altLang="en-US"/>
          </a:p>
        </p:txBody>
      </p:sp>
    </p:spTree>
    <p:extLst>
      <p:ext uri="{BB962C8B-B14F-4D97-AF65-F5344CB8AC3E}">
        <p14:creationId xmlns:p14="http://schemas.microsoft.com/office/powerpoint/2010/main" val="1747487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349DD050-0C74-48C3-8BCE-E6188004D976}" type="datetime1">
              <a:rPr lang="en-US"/>
              <a:pPr>
                <a:defRPr/>
              </a:pPr>
              <a:t>11/3/2024</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01412CD-2C22-49FD-A854-1BB75DC92DDC}" type="slidenum">
              <a:rPr lang="en-US" altLang="en-US"/>
              <a:pPr>
                <a:defRPr/>
              </a:pPr>
              <a:t>‹#›</a:t>
            </a:fld>
            <a:endParaRPr lang="en-US" altLang="en-US"/>
          </a:p>
        </p:txBody>
      </p:sp>
    </p:spTree>
    <p:extLst>
      <p:ext uri="{BB962C8B-B14F-4D97-AF65-F5344CB8AC3E}">
        <p14:creationId xmlns:p14="http://schemas.microsoft.com/office/powerpoint/2010/main" val="1489010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5" name="Picture Placeholder 2"/>
          <p:cNvSpPr>
            <a:spLocks noGrp="1"/>
          </p:cNvSpPr>
          <p:nvPr>
            <p:ph type="pic" idx="1"/>
          </p:nvPr>
        </p:nvSpPr>
        <p:spPr>
          <a:xfrm>
            <a:off x="257174" y="0"/>
            <a:ext cx="888682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6" name="Text Placeholder 3"/>
          <p:cNvSpPr>
            <a:spLocks noGrp="1"/>
          </p:cNvSpPr>
          <p:nvPr>
            <p:ph type="body" sz="half" idx="2"/>
          </p:nvPr>
        </p:nvSpPr>
        <p:spPr>
          <a:xfrm>
            <a:off x="533400" y="4181474"/>
            <a:ext cx="2800350" cy="1838325"/>
          </a:xfrm>
          <a:prstGeom prst="rect">
            <a:avLst/>
          </a:prstGeo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1"/>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95F7BE7A-A994-4833-8C88-7E73C52F6179}" type="datetime1">
              <a:rPr lang="en-US"/>
              <a:pPr>
                <a:defRPr/>
              </a:pPr>
              <a:t>11/3/2024</a:t>
            </a:fld>
            <a:endParaRPr lang="en-US"/>
          </a:p>
        </p:txBody>
      </p:sp>
      <p:sp>
        <p:nvSpPr>
          <p:cNvPr id="7" name="Footer Placeholder 2"/>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8" name="Slide Number Placeholder 3"/>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5FFA643-5063-437F-859D-8FD1C6FE3810}" type="slidenum">
              <a:rPr lang="en-US" altLang="en-US"/>
              <a:pPr>
                <a:defRPr/>
              </a:pPr>
              <a:t>‹#›</a:t>
            </a:fld>
            <a:endParaRPr lang="en-US" altLang="en-US"/>
          </a:p>
        </p:txBody>
      </p:sp>
    </p:spTree>
    <p:extLst>
      <p:ext uri="{BB962C8B-B14F-4D97-AF65-F5344CB8AC3E}">
        <p14:creationId xmlns:p14="http://schemas.microsoft.com/office/powerpoint/2010/main" val="2938234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95275"/>
            <a:ext cx="3008313" cy="83820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buClr>
                <a:srgbClr val="C60C30"/>
              </a:buClr>
              <a:buFont typeface="Arial" pitchFamily="34" charset="0"/>
              <a:buChar char="•"/>
              <a:defRPr sz="2800"/>
            </a:lvl1pPr>
            <a:lvl2pPr>
              <a:buClr>
                <a:srgbClr val="C60C30"/>
              </a:buClr>
              <a:defRPr sz="2400"/>
            </a:lvl2pPr>
            <a:lvl3pPr>
              <a:buClr>
                <a:srgbClr val="C60C30"/>
              </a:buClr>
              <a:defRPr sz="2000"/>
            </a:lvl3pPr>
            <a:lvl4pPr>
              <a:buClr>
                <a:srgbClr val="C60C30"/>
              </a:buClr>
              <a:defRPr sz="1800"/>
            </a:lvl4pPr>
            <a:lvl5pPr>
              <a:buClr>
                <a:srgbClr val="C60C30"/>
              </a:buCl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133475"/>
            <a:ext cx="3008313" cy="4992689"/>
          </a:xfrm>
          <a:prstGeom prst="rect">
            <a:avLst/>
          </a:prstGeom>
        </p:spPr>
        <p:txBody>
          <a:bodyPr/>
          <a:lstStyle>
            <a:lvl1pPr marL="0" indent="0">
              <a:buClr>
                <a:srgbClr val="C60C30"/>
              </a:buClr>
              <a:buFont typeface="Arial" pitchFamily="34" charse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329FA7F8-151E-40BF-B9EE-6D203BF2458B}" type="datetime1">
              <a:rPr lang="en-US"/>
              <a:pPr>
                <a:defRPr/>
              </a:pPr>
              <a:t>11/3/2024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4D61F0F-4D0B-4117-9D0C-4C6BC2AAFB9C}" type="slidenum">
              <a:rPr lang="en-US" altLang="en-US"/>
              <a:pPr>
                <a:defRPr/>
              </a:pPr>
              <a:t>‹#›</a:t>
            </a:fld>
            <a:endParaRPr lang="en-US" altLang="en-US"/>
          </a:p>
        </p:txBody>
      </p:sp>
    </p:spTree>
    <p:extLst>
      <p:ext uri="{BB962C8B-B14F-4D97-AF65-F5344CB8AC3E}">
        <p14:creationId xmlns:p14="http://schemas.microsoft.com/office/powerpoint/2010/main" val="989897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590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8590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8590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F35BFFA0-2FB4-485B-B508-3C350D2D46BA}" type="datetime1">
              <a:rPr lang="en-US"/>
              <a:pPr>
                <a:defRPr/>
              </a:pPr>
              <a:t>11/3/2024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72D1AF6-8CCE-453E-A992-4ACAED152958}" type="slidenum">
              <a:rPr lang="en-US" altLang="en-US"/>
              <a:pPr>
                <a:defRPr/>
              </a:pPr>
              <a:t>‹#›</a:t>
            </a:fld>
            <a:endParaRPr lang="en-US" altLang="en-US"/>
          </a:p>
        </p:txBody>
      </p:sp>
    </p:spTree>
    <p:extLst>
      <p:ext uri="{BB962C8B-B14F-4D97-AF65-F5344CB8AC3E}">
        <p14:creationId xmlns:p14="http://schemas.microsoft.com/office/powerpoint/2010/main" val="802916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30074" y="1819276"/>
            <a:ext cx="7956725" cy="4306888"/>
          </a:xfrm>
          <a:prstGeom prst="rect">
            <a:avLst/>
          </a:prstGeom>
        </p:spPr>
        <p:txBody>
          <a:bodyPr vert="eaVert"/>
          <a:lstStyle>
            <a:lvl1pPr>
              <a:buClr>
                <a:srgbClr val="C60C30"/>
              </a:buClr>
              <a:buFont typeface="Arial" pitchFamily="34" charset="0"/>
              <a:buChar char="•"/>
              <a:defRPr/>
            </a:lvl1pPr>
            <a:lvl2pPr>
              <a:buClr>
                <a:srgbClr val="C60C30"/>
              </a:buClr>
              <a:defRPr/>
            </a:lvl2pPr>
            <a:lvl3pPr>
              <a:buClr>
                <a:srgbClr val="C60C30"/>
              </a:buClr>
              <a:defRPr/>
            </a:lvl3pPr>
            <a:lvl4pPr>
              <a:buClr>
                <a:srgbClr val="C60C30"/>
              </a:buClr>
              <a:defRPr/>
            </a:lvl4pPr>
            <a:lvl5pPr>
              <a:buClr>
                <a:srgbClr val="C60C3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730074" y="342900"/>
            <a:ext cx="7956725" cy="1476375"/>
          </a:xfrm>
          <a:prstGeom prst="rect">
            <a:avLst/>
          </a:prstGeom>
        </p:spPr>
        <p:txBody>
          <a:bodyPr/>
          <a:lstStyle/>
          <a:p>
            <a:r>
              <a:rPr lang="en-US"/>
              <a:t>Click to edit Master 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D3D5E2B5-B450-4682-A92A-894F7F2B2141}" type="datetime1">
              <a:rPr lang="en-US"/>
              <a:pPr>
                <a:defRPr/>
              </a:pPr>
              <a:t>11/3/2024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824A4E3-28B3-405D-957D-37D13CC524A8}" type="slidenum">
              <a:rPr lang="en-US" altLang="en-US"/>
              <a:pPr>
                <a:defRPr/>
              </a:pPr>
              <a:t>‹#›</a:t>
            </a:fld>
            <a:endParaRPr lang="en-US" altLang="en-US"/>
          </a:p>
        </p:txBody>
      </p:sp>
    </p:spTree>
    <p:extLst>
      <p:ext uri="{BB962C8B-B14F-4D97-AF65-F5344CB8AC3E}">
        <p14:creationId xmlns:p14="http://schemas.microsoft.com/office/powerpoint/2010/main" val="2978112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274638"/>
            <a:ext cx="2057400" cy="585152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305550" cy="5851525"/>
          </a:xfrm>
          <a:prstGeom prst="rect">
            <a:avLst/>
          </a:prstGeom>
        </p:spPr>
        <p:txBody>
          <a:bodyPr vert="eaVert"/>
          <a:lstStyle>
            <a:lvl1pPr>
              <a:buClr>
                <a:srgbClr val="C60C30"/>
              </a:buClr>
              <a:buFont typeface="Arial" pitchFamily="34" charset="0"/>
              <a:buChar char="•"/>
              <a:defRPr/>
            </a:lvl1pPr>
            <a:lvl2pPr>
              <a:buClr>
                <a:srgbClr val="C60C30"/>
              </a:buClr>
              <a:defRPr/>
            </a:lvl2pPr>
            <a:lvl3pPr>
              <a:buClr>
                <a:srgbClr val="C60C30"/>
              </a:buClr>
              <a:defRPr/>
            </a:lvl3pPr>
            <a:lvl4pPr>
              <a:buClr>
                <a:srgbClr val="C60C30"/>
              </a:buClr>
              <a:defRPr/>
            </a:lvl4pPr>
            <a:lvl5pPr>
              <a:buClr>
                <a:srgbClr val="C60C3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B5321716-F687-4FF8-9100-52DE8ECBB97A}" type="datetime1">
              <a:rPr lang="en-US"/>
              <a:pPr>
                <a:defRPr/>
              </a:pPr>
              <a:t>11/3/2024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D9506A1-0073-4CC4-A378-D74D20A87CCD}" type="slidenum">
              <a:rPr lang="en-US" altLang="en-US"/>
              <a:pPr>
                <a:defRPr/>
              </a:pPr>
              <a:t>‹#›</a:t>
            </a:fld>
            <a:endParaRPr lang="en-US" altLang="en-US"/>
          </a:p>
        </p:txBody>
      </p:sp>
    </p:spTree>
    <p:extLst>
      <p:ext uri="{BB962C8B-B14F-4D97-AF65-F5344CB8AC3E}">
        <p14:creationId xmlns:p14="http://schemas.microsoft.com/office/powerpoint/2010/main" val="2107708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252413" cy="6858000"/>
          </a:xfrm>
          <a:prstGeom prst="rect">
            <a:avLst/>
          </a:prstGeom>
          <a:solidFill>
            <a:srgbClr val="C60C30"/>
          </a:solidFill>
          <a:ln>
            <a:noFill/>
          </a:ln>
          <a:effectLst>
            <a:outerShdw dist="23000" dir="5400000" rotWithShape="0">
              <a:srgbClr val="808080">
                <a:alpha val="34998"/>
              </a:srgbClr>
            </a:outerShdw>
          </a:effectLst>
          <a:extLst>
            <a:ext uri="{91240B29-F687-4F45-9708-019B960494DF}">
              <a14:hiddenLine xmlns:a14="http://schemas.microsoft.com/office/drawing/2010/main" w="0">
                <a:solidFill>
                  <a:srgbClr val="000000"/>
                </a:solidFill>
                <a:round/>
                <a:headEnd/>
                <a:tailEnd/>
              </a14:hiddenLine>
            </a:ext>
          </a:extLst>
        </p:spPr>
        <p:txBody>
          <a:bodyPr anchor="ct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defRPr/>
            </a:pPr>
            <a:endParaRPr lang="en-US" altLang="en-US">
              <a:solidFill>
                <a:srgbClr val="FFFFFF"/>
              </a:solidFill>
            </a:endParaRPr>
          </a:p>
        </p:txBody>
      </p:sp>
      <p:sp>
        <p:nvSpPr>
          <p:cNvPr id="9" name="Title 1"/>
          <p:cNvSpPr>
            <a:spLocks noGrp="1"/>
          </p:cNvSpPr>
          <p:nvPr>
            <p:ph type="title"/>
          </p:nvPr>
        </p:nvSpPr>
        <p:spPr>
          <a:xfrm>
            <a:off x="510999" y="434413"/>
            <a:ext cx="8175801" cy="1476375"/>
          </a:xfrm>
          <a:prstGeom prst="rect">
            <a:avLst/>
          </a:prstGeom>
        </p:spPr>
        <p:txBody>
          <a:bodyPr/>
          <a:lstStyle>
            <a:lvl1pPr>
              <a:defRPr sz="4400"/>
            </a:lvl1pPr>
          </a:lstStyle>
          <a:p>
            <a:r>
              <a:rPr lang="en-US"/>
              <a:t>Click to edit Master title style</a:t>
            </a:r>
            <a:endParaRPr lang="en-US" dirty="0"/>
          </a:p>
        </p:txBody>
      </p:sp>
      <p:sp>
        <p:nvSpPr>
          <p:cNvPr id="10"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2"/>
          <p:cNvSpPr>
            <a:spLocks noGrp="1"/>
          </p:cNvSpPr>
          <p:nvPr>
            <p:ph type="dt" sz="half" idx="10"/>
          </p:nvPr>
        </p:nvSpPr>
        <p:spPr/>
        <p:txBody>
          <a:bodyPr/>
          <a:lstStyle>
            <a:lvl1pPr>
              <a:defRPr/>
            </a:lvl1pPr>
          </a:lstStyle>
          <a:p>
            <a:pPr>
              <a:defRPr/>
            </a:pPr>
            <a:fld id="{DD5C1815-C3DA-43BA-B42D-EAEE93814DAF}" type="datetime1">
              <a:rPr lang="en-US"/>
              <a:pPr>
                <a:defRPr/>
              </a:pPr>
              <a:t>11/3/2024</a:t>
            </a:fld>
            <a:endParaRPr lang="en-US"/>
          </a:p>
        </p:txBody>
      </p:sp>
      <p:sp>
        <p:nvSpPr>
          <p:cNvPr id="6" name="Footer Placeholder 3"/>
          <p:cNvSpPr>
            <a:spLocks noGrp="1"/>
          </p:cNvSpPr>
          <p:nvPr>
            <p:ph type="ftr" sz="quarter" idx="11"/>
          </p:nvPr>
        </p:nvSpPr>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A17BB4DB-A1A5-4E0F-9552-27673552037A}" type="slidenum">
              <a:rPr lang="en-US"/>
              <a:pPr>
                <a:defRPr/>
              </a:pPr>
              <a:t>‹#›</a:t>
            </a:fld>
            <a:endParaRPr lang="en-US"/>
          </a:p>
        </p:txBody>
      </p:sp>
    </p:spTree>
    <p:extLst>
      <p:ext uri="{BB962C8B-B14F-4D97-AF65-F5344CB8AC3E}">
        <p14:creationId xmlns:p14="http://schemas.microsoft.com/office/powerpoint/2010/main" val="781376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6"/>
          <p:cNvSpPr>
            <a:spLocks noChangeArrowheads="1"/>
          </p:cNvSpPr>
          <p:nvPr/>
        </p:nvSpPr>
        <p:spPr bwMode="auto">
          <a:xfrm>
            <a:off x="0" y="0"/>
            <a:ext cx="252413" cy="6858000"/>
          </a:xfrm>
          <a:prstGeom prst="rect">
            <a:avLst/>
          </a:prstGeom>
          <a:solidFill>
            <a:srgbClr val="C60C30"/>
          </a:solidFill>
          <a:ln>
            <a:noFill/>
          </a:ln>
          <a:effectLst>
            <a:outerShdw dist="23000" dir="5400000" rotWithShape="0">
              <a:srgbClr val="808080">
                <a:alpha val="34998"/>
              </a:srgbClr>
            </a:outerShdw>
          </a:effectLst>
          <a:extLst>
            <a:ext uri="{91240B29-F687-4F45-9708-019B960494DF}">
              <a14:hiddenLine xmlns:a14="http://schemas.microsoft.com/office/drawing/2010/main" w="0">
                <a:solidFill>
                  <a:srgbClr val="000000"/>
                </a:solidFill>
                <a:round/>
                <a:headEnd/>
                <a:tailEnd/>
              </a14:hiddenLine>
            </a:ext>
          </a:extLst>
        </p:spPr>
        <p:txBody>
          <a:bodyPr anchor="ct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defRPr/>
            </a:pPr>
            <a:endParaRPr lang="en-US" altLang="en-US">
              <a:solidFill>
                <a:srgbClr val="FFFFFF"/>
              </a:solidFill>
              <a:cs typeface="Arial" charset="0"/>
            </a:endParaRPr>
          </a:p>
        </p:txBody>
      </p:sp>
    </p:spTree>
  </p:cSld>
  <p:clrMap bg1="lt1" tx1="dk1" bg2="lt2" tx2="dk2" accent1="accent1" accent2="accent2" accent3="accent3" accent4="accent4" accent5="accent5" accent6="accent6" hlink="hlink" folHlink="folHlink"/>
  <p:sldLayoutIdLst>
    <p:sldLayoutId id="2147484960" r:id="rId1"/>
    <p:sldLayoutId id="2147484961" r:id="rId2"/>
    <p:sldLayoutId id="2147484962" r:id="rId3"/>
    <p:sldLayoutId id="2147484963" r:id="rId4"/>
    <p:sldLayoutId id="2147484964" r:id="rId5"/>
    <p:sldLayoutId id="2147484965" r:id="rId6"/>
    <p:sldLayoutId id="2147484966" r:id="rId7"/>
    <p:sldLayoutId id="2147484967" r:id="rId8"/>
    <p:sldLayoutId id="2147484968" r:id="rId9"/>
    <p:sldLayoutId id="2147484969" r:id="rId10"/>
    <p:sldLayoutId id="2147484970" r:id="rId11"/>
    <p:sldLayoutId id="2147484971" r:id="rId12"/>
    <p:sldLayoutId id="2147484972" r:id="rId13"/>
    <p:sldLayoutId id="2147484973" r:id="rId14"/>
  </p:sldLayoutIdLst>
  <p:txStyles>
    <p:titleStyle>
      <a:lvl1pPr algn="l" defTabSz="457200" rtl="0" eaLnBrk="0" fontAlgn="base" hangingPunct="0">
        <a:spcBef>
          <a:spcPct val="0"/>
        </a:spcBef>
        <a:spcAft>
          <a:spcPct val="0"/>
        </a:spcAft>
        <a:defRPr sz="4000" kern="1200">
          <a:solidFill>
            <a:srgbClr val="C60C30"/>
          </a:solidFill>
          <a:latin typeface="Arial Bold"/>
          <a:ea typeface="ＭＳ Ｐゴシック" charset="-128"/>
          <a:cs typeface="Arial Bold"/>
        </a:defRPr>
      </a:lvl1pPr>
      <a:lvl2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5pPr>
      <a:lvl6pPr marL="457200" algn="l" defTabSz="457200" rtl="0" eaLnBrk="1" fontAlgn="base" hangingPunct="1">
        <a:spcBef>
          <a:spcPct val="0"/>
        </a:spcBef>
        <a:spcAft>
          <a:spcPct val="0"/>
        </a:spcAft>
        <a:defRPr sz="4000">
          <a:solidFill>
            <a:srgbClr val="C60C30"/>
          </a:solidFill>
          <a:latin typeface="Arial Bold" charset="0"/>
          <a:ea typeface="ＭＳ Ｐゴシック" charset="-128"/>
        </a:defRPr>
      </a:lvl6pPr>
      <a:lvl7pPr marL="914400" algn="l" defTabSz="457200" rtl="0" eaLnBrk="1" fontAlgn="base" hangingPunct="1">
        <a:spcBef>
          <a:spcPct val="0"/>
        </a:spcBef>
        <a:spcAft>
          <a:spcPct val="0"/>
        </a:spcAft>
        <a:defRPr sz="4000">
          <a:solidFill>
            <a:srgbClr val="C60C30"/>
          </a:solidFill>
          <a:latin typeface="Arial Bold" charset="0"/>
          <a:ea typeface="ＭＳ Ｐゴシック" charset="-128"/>
        </a:defRPr>
      </a:lvl7pPr>
      <a:lvl8pPr marL="1371600" algn="l" defTabSz="457200" rtl="0" eaLnBrk="1" fontAlgn="base" hangingPunct="1">
        <a:spcBef>
          <a:spcPct val="0"/>
        </a:spcBef>
        <a:spcAft>
          <a:spcPct val="0"/>
        </a:spcAft>
        <a:defRPr sz="4000">
          <a:solidFill>
            <a:srgbClr val="C60C30"/>
          </a:solidFill>
          <a:latin typeface="Arial Bold" charset="0"/>
          <a:ea typeface="ＭＳ Ｐゴシック" charset="-128"/>
        </a:defRPr>
      </a:lvl8pPr>
      <a:lvl9pPr marL="1828800" algn="l" defTabSz="457200" rtl="0" eaLnBrk="1" fontAlgn="base" hangingPunct="1">
        <a:spcBef>
          <a:spcPct val="0"/>
        </a:spcBef>
        <a:spcAft>
          <a:spcPct val="0"/>
        </a:spcAft>
        <a:defRPr sz="4000">
          <a:solidFill>
            <a:srgbClr val="C60C30"/>
          </a:solidFill>
          <a:latin typeface="Arial Bold" charset="0"/>
          <a:ea typeface="ＭＳ Ｐゴシック" charset="-128"/>
        </a:defRPr>
      </a:lvl9pPr>
    </p:titleStyle>
    <p:body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jpeg"/><Relationship Id="rId1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8.jpeg"/><Relationship Id="rId12" Type="http://schemas.openxmlformats.org/officeDocument/2006/relationships/image" Target="../media/image13.png"/><Relationship Id="rId17" Type="http://schemas.openxmlformats.org/officeDocument/2006/relationships/image" Target="../media/image18.gif"/><Relationship Id="rId2" Type="http://schemas.openxmlformats.org/officeDocument/2006/relationships/notesSlide" Target="../notesSlides/notesSlide4.xml"/><Relationship Id="rId16" Type="http://schemas.openxmlformats.org/officeDocument/2006/relationships/image" Target="../media/image17.png"/><Relationship Id="rId20" Type="http://schemas.openxmlformats.org/officeDocument/2006/relationships/image" Target="../media/image21.jpeg"/><Relationship Id="rId1" Type="http://schemas.openxmlformats.org/officeDocument/2006/relationships/slideLayout" Target="../slideLayouts/slideLayout6.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jpe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wmf"/><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oleObject" Target="../embeddings/oleObject1.bin"/><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1" Type="http://schemas.openxmlformats.org/officeDocument/2006/relationships/image" Target="../media/image52.png"/><Relationship Id="rId170" Type="http://schemas.openxmlformats.org/officeDocument/2006/relationships/image" Target="../media/image201.png"/><Relationship Id="rId268" Type="http://schemas.openxmlformats.org/officeDocument/2006/relationships/image" Target="../media/image299.png"/><Relationship Id="rId475" Type="http://schemas.openxmlformats.org/officeDocument/2006/relationships/image" Target="../media/image506.jpeg"/><Relationship Id="rId682" Type="http://schemas.openxmlformats.org/officeDocument/2006/relationships/image" Target="../media/image713.jpeg"/><Relationship Id="rId128" Type="http://schemas.openxmlformats.org/officeDocument/2006/relationships/image" Target="../media/image159.jpeg"/><Relationship Id="rId335" Type="http://schemas.openxmlformats.org/officeDocument/2006/relationships/image" Target="../media/image366.png"/><Relationship Id="rId542" Type="http://schemas.openxmlformats.org/officeDocument/2006/relationships/image" Target="../media/image573.png"/><Relationship Id="rId987" Type="http://schemas.openxmlformats.org/officeDocument/2006/relationships/image" Target="../media/image1018.jpeg"/><Relationship Id="rId1172" Type="http://schemas.openxmlformats.org/officeDocument/2006/relationships/image" Target="../media/image1203.png"/><Relationship Id="rId402" Type="http://schemas.openxmlformats.org/officeDocument/2006/relationships/image" Target="../media/image433.jpeg"/><Relationship Id="rId847" Type="http://schemas.openxmlformats.org/officeDocument/2006/relationships/image" Target="../media/image878.png"/><Relationship Id="rId1032" Type="http://schemas.openxmlformats.org/officeDocument/2006/relationships/image" Target="../media/image1063.jpeg"/><Relationship Id="rId707" Type="http://schemas.openxmlformats.org/officeDocument/2006/relationships/image" Target="../media/image738.png"/><Relationship Id="rId914" Type="http://schemas.openxmlformats.org/officeDocument/2006/relationships/image" Target="../media/image945.png"/><Relationship Id="rId43" Type="http://schemas.openxmlformats.org/officeDocument/2006/relationships/image" Target="../media/image74.png"/><Relationship Id="rId192" Type="http://schemas.openxmlformats.org/officeDocument/2006/relationships/image" Target="../media/image223.png"/><Relationship Id="rId497" Type="http://schemas.openxmlformats.org/officeDocument/2006/relationships/image" Target="../media/image528.jpeg"/><Relationship Id="rId357" Type="http://schemas.openxmlformats.org/officeDocument/2006/relationships/image" Target="../media/image388.png"/><Relationship Id="rId217" Type="http://schemas.openxmlformats.org/officeDocument/2006/relationships/image" Target="../media/image248.png"/><Relationship Id="rId564" Type="http://schemas.openxmlformats.org/officeDocument/2006/relationships/image" Target="../media/image595.png"/><Relationship Id="rId771" Type="http://schemas.openxmlformats.org/officeDocument/2006/relationships/image" Target="../media/image802.png"/><Relationship Id="rId869" Type="http://schemas.openxmlformats.org/officeDocument/2006/relationships/image" Target="../media/image900.png"/><Relationship Id="rId424" Type="http://schemas.openxmlformats.org/officeDocument/2006/relationships/image" Target="../media/image455.jpeg"/><Relationship Id="rId631" Type="http://schemas.openxmlformats.org/officeDocument/2006/relationships/image" Target="../media/image662.png"/><Relationship Id="rId729" Type="http://schemas.openxmlformats.org/officeDocument/2006/relationships/image" Target="../media/image760.jpeg"/><Relationship Id="rId1054" Type="http://schemas.openxmlformats.org/officeDocument/2006/relationships/image" Target="../media/image1085.jpeg"/><Relationship Id="rId936" Type="http://schemas.openxmlformats.org/officeDocument/2006/relationships/image" Target="../media/image967.png"/><Relationship Id="rId1121" Type="http://schemas.openxmlformats.org/officeDocument/2006/relationships/image" Target="../media/image1152.png"/><Relationship Id="rId65" Type="http://schemas.openxmlformats.org/officeDocument/2006/relationships/image" Target="../media/image96.png"/><Relationship Id="rId281" Type="http://schemas.openxmlformats.org/officeDocument/2006/relationships/image" Target="../media/image312.png"/><Relationship Id="rId141" Type="http://schemas.openxmlformats.org/officeDocument/2006/relationships/image" Target="../media/image172.png"/><Relationship Id="rId379" Type="http://schemas.openxmlformats.org/officeDocument/2006/relationships/image" Target="../media/image410.png"/><Relationship Id="rId586" Type="http://schemas.openxmlformats.org/officeDocument/2006/relationships/image" Target="../media/image617.png"/><Relationship Id="rId793" Type="http://schemas.openxmlformats.org/officeDocument/2006/relationships/image" Target="../media/image824.png"/><Relationship Id="rId7" Type="http://schemas.openxmlformats.org/officeDocument/2006/relationships/image" Target="../media/image38.emf"/><Relationship Id="rId239" Type="http://schemas.openxmlformats.org/officeDocument/2006/relationships/image" Target="../media/image270.png"/><Relationship Id="rId446" Type="http://schemas.openxmlformats.org/officeDocument/2006/relationships/image" Target="../media/image477.jpeg"/><Relationship Id="rId653" Type="http://schemas.openxmlformats.org/officeDocument/2006/relationships/image" Target="../media/image684.png"/><Relationship Id="rId1076" Type="http://schemas.openxmlformats.org/officeDocument/2006/relationships/image" Target="../media/image1107.png"/><Relationship Id="rId306" Type="http://schemas.openxmlformats.org/officeDocument/2006/relationships/image" Target="../media/image337.png"/><Relationship Id="rId860" Type="http://schemas.openxmlformats.org/officeDocument/2006/relationships/image" Target="../media/image891.png"/><Relationship Id="rId958" Type="http://schemas.openxmlformats.org/officeDocument/2006/relationships/image" Target="../media/image989.png"/><Relationship Id="rId1143" Type="http://schemas.openxmlformats.org/officeDocument/2006/relationships/image" Target="../media/image1174.png"/><Relationship Id="rId87" Type="http://schemas.openxmlformats.org/officeDocument/2006/relationships/image" Target="../media/image118.png"/><Relationship Id="rId513" Type="http://schemas.openxmlformats.org/officeDocument/2006/relationships/image" Target="../media/image544.png"/><Relationship Id="rId720" Type="http://schemas.openxmlformats.org/officeDocument/2006/relationships/image" Target="../media/image751.jpeg"/><Relationship Id="rId818" Type="http://schemas.openxmlformats.org/officeDocument/2006/relationships/image" Target="../media/image849.png"/><Relationship Id="rId1003" Type="http://schemas.openxmlformats.org/officeDocument/2006/relationships/image" Target="../media/image1034.jpeg"/><Relationship Id="rId14" Type="http://schemas.openxmlformats.org/officeDocument/2006/relationships/image" Target="../media/image45.png"/><Relationship Id="rId163" Type="http://schemas.openxmlformats.org/officeDocument/2006/relationships/image" Target="../media/image194.png"/><Relationship Id="rId370" Type="http://schemas.openxmlformats.org/officeDocument/2006/relationships/image" Target="../media/image401.png"/><Relationship Id="rId230" Type="http://schemas.openxmlformats.org/officeDocument/2006/relationships/image" Target="../media/image261.png"/><Relationship Id="rId468" Type="http://schemas.openxmlformats.org/officeDocument/2006/relationships/image" Target="../media/image499.jpeg"/><Relationship Id="rId675" Type="http://schemas.openxmlformats.org/officeDocument/2006/relationships/image" Target="../media/image706.jpeg"/><Relationship Id="rId882" Type="http://schemas.openxmlformats.org/officeDocument/2006/relationships/image" Target="../media/image913.png"/><Relationship Id="rId1098" Type="http://schemas.openxmlformats.org/officeDocument/2006/relationships/image" Target="../media/image1129.png"/><Relationship Id="rId328" Type="http://schemas.openxmlformats.org/officeDocument/2006/relationships/image" Target="../media/image359.png"/><Relationship Id="rId535" Type="http://schemas.openxmlformats.org/officeDocument/2006/relationships/image" Target="../media/image566.png"/><Relationship Id="rId742" Type="http://schemas.openxmlformats.org/officeDocument/2006/relationships/image" Target="../media/image773.jpeg"/><Relationship Id="rId1165" Type="http://schemas.openxmlformats.org/officeDocument/2006/relationships/image" Target="../media/image1196.png"/><Relationship Id="rId602" Type="http://schemas.openxmlformats.org/officeDocument/2006/relationships/image" Target="../media/image633.png"/><Relationship Id="rId1025" Type="http://schemas.openxmlformats.org/officeDocument/2006/relationships/image" Target="../media/image1056.jpeg"/><Relationship Id="rId907" Type="http://schemas.openxmlformats.org/officeDocument/2006/relationships/image" Target="../media/image938.png"/><Relationship Id="rId36" Type="http://schemas.openxmlformats.org/officeDocument/2006/relationships/image" Target="../media/image67.png"/><Relationship Id="rId185" Type="http://schemas.openxmlformats.org/officeDocument/2006/relationships/image" Target="../media/image216.png"/><Relationship Id="rId392" Type="http://schemas.openxmlformats.org/officeDocument/2006/relationships/image" Target="../media/image423.jpeg"/><Relationship Id="rId697" Type="http://schemas.openxmlformats.org/officeDocument/2006/relationships/image" Target="../media/image728.jpeg"/><Relationship Id="rId252" Type="http://schemas.openxmlformats.org/officeDocument/2006/relationships/image" Target="../media/image283.png"/><Relationship Id="rId112" Type="http://schemas.openxmlformats.org/officeDocument/2006/relationships/image" Target="../media/image143.png"/><Relationship Id="rId557" Type="http://schemas.openxmlformats.org/officeDocument/2006/relationships/image" Target="../media/image588.png"/><Relationship Id="rId764" Type="http://schemas.openxmlformats.org/officeDocument/2006/relationships/image" Target="../media/image795.png"/><Relationship Id="rId971" Type="http://schemas.openxmlformats.org/officeDocument/2006/relationships/image" Target="../media/image1002.jpeg"/><Relationship Id="rId417" Type="http://schemas.openxmlformats.org/officeDocument/2006/relationships/image" Target="../media/image448.jpeg"/><Relationship Id="rId624" Type="http://schemas.openxmlformats.org/officeDocument/2006/relationships/image" Target="../media/image655.png"/><Relationship Id="rId831" Type="http://schemas.openxmlformats.org/officeDocument/2006/relationships/image" Target="../media/image862.png"/><Relationship Id="rId1047" Type="http://schemas.openxmlformats.org/officeDocument/2006/relationships/image" Target="../media/image1078.jpeg"/><Relationship Id="rId929" Type="http://schemas.openxmlformats.org/officeDocument/2006/relationships/image" Target="../media/image960.png"/><Relationship Id="rId1114" Type="http://schemas.openxmlformats.org/officeDocument/2006/relationships/image" Target="../media/image1145.png"/><Relationship Id="rId58" Type="http://schemas.openxmlformats.org/officeDocument/2006/relationships/image" Target="../media/image89.png"/><Relationship Id="rId274" Type="http://schemas.openxmlformats.org/officeDocument/2006/relationships/image" Target="../media/image305.png"/><Relationship Id="rId481" Type="http://schemas.openxmlformats.org/officeDocument/2006/relationships/image" Target="../media/image512.jpeg"/><Relationship Id="rId134" Type="http://schemas.openxmlformats.org/officeDocument/2006/relationships/image" Target="../media/image165.jpeg"/><Relationship Id="rId579" Type="http://schemas.openxmlformats.org/officeDocument/2006/relationships/image" Target="../media/image610.png"/><Relationship Id="rId786" Type="http://schemas.openxmlformats.org/officeDocument/2006/relationships/image" Target="../media/image817.png"/><Relationship Id="rId993" Type="http://schemas.openxmlformats.org/officeDocument/2006/relationships/image" Target="../media/image1024.jpeg"/><Relationship Id="rId341" Type="http://schemas.openxmlformats.org/officeDocument/2006/relationships/image" Target="../media/image372.png"/><Relationship Id="rId439" Type="http://schemas.openxmlformats.org/officeDocument/2006/relationships/image" Target="../media/image470.jpeg"/><Relationship Id="rId646" Type="http://schemas.openxmlformats.org/officeDocument/2006/relationships/image" Target="../media/image677.png"/><Relationship Id="rId1069" Type="http://schemas.openxmlformats.org/officeDocument/2006/relationships/image" Target="../media/image1100.jpeg"/><Relationship Id="rId201" Type="http://schemas.openxmlformats.org/officeDocument/2006/relationships/image" Target="../media/image232.png"/><Relationship Id="rId285" Type="http://schemas.openxmlformats.org/officeDocument/2006/relationships/image" Target="../media/image316.png"/><Relationship Id="rId506" Type="http://schemas.openxmlformats.org/officeDocument/2006/relationships/image" Target="../media/image537.png"/><Relationship Id="rId853" Type="http://schemas.openxmlformats.org/officeDocument/2006/relationships/image" Target="../media/image884.png"/><Relationship Id="rId1136" Type="http://schemas.openxmlformats.org/officeDocument/2006/relationships/image" Target="../media/image1167.png"/><Relationship Id="rId492" Type="http://schemas.openxmlformats.org/officeDocument/2006/relationships/image" Target="../media/image523.jpeg"/><Relationship Id="rId713" Type="http://schemas.openxmlformats.org/officeDocument/2006/relationships/image" Target="../media/image744.jpeg"/><Relationship Id="rId797" Type="http://schemas.openxmlformats.org/officeDocument/2006/relationships/image" Target="../media/image828.png"/><Relationship Id="rId920" Type="http://schemas.openxmlformats.org/officeDocument/2006/relationships/image" Target="../media/image951.png"/><Relationship Id="rId145" Type="http://schemas.openxmlformats.org/officeDocument/2006/relationships/image" Target="../media/image176.png"/><Relationship Id="rId352" Type="http://schemas.openxmlformats.org/officeDocument/2006/relationships/image" Target="../media/image383.png"/><Relationship Id="rId212" Type="http://schemas.openxmlformats.org/officeDocument/2006/relationships/image" Target="../media/image243.png"/><Relationship Id="rId657" Type="http://schemas.openxmlformats.org/officeDocument/2006/relationships/image" Target="../media/image688.png"/><Relationship Id="rId864" Type="http://schemas.openxmlformats.org/officeDocument/2006/relationships/image" Target="../media/image895.png"/><Relationship Id="rId296" Type="http://schemas.openxmlformats.org/officeDocument/2006/relationships/image" Target="../media/image327.png"/><Relationship Id="rId517" Type="http://schemas.openxmlformats.org/officeDocument/2006/relationships/image" Target="../media/image548.png"/><Relationship Id="rId724" Type="http://schemas.openxmlformats.org/officeDocument/2006/relationships/image" Target="../media/image755.jpeg"/><Relationship Id="rId931" Type="http://schemas.openxmlformats.org/officeDocument/2006/relationships/image" Target="../media/image962.png"/><Relationship Id="rId1147" Type="http://schemas.openxmlformats.org/officeDocument/2006/relationships/image" Target="../media/image1178.png"/><Relationship Id="rId60" Type="http://schemas.openxmlformats.org/officeDocument/2006/relationships/image" Target="../media/image91.png"/><Relationship Id="rId156" Type="http://schemas.openxmlformats.org/officeDocument/2006/relationships/image" Target="../media/image187.png"/><Relationship Id="rId363" Type="http://schemas.openxmlformats.org/officeDocument/2006/relationships/image" Target="../media/image394.png"/><Relationship Id="rId570" Type="http://schemas.openxmlformats.org/officeDocument/2006/relationships/image" Target="../media/image601.png"/><Relationship Id="rId1007" Type="http://schemas.openxmlformats.org/officeDocument/2006/relationships/image" Target="../media/image1038.jpeg"/><Relationship Id="rId223" Type="http://schemas.openxmlformats.org/officeDocument/2006/relationships/image" Target="../media/image254.png"/><Relationship Id="rId430" Type="http://schemas.openxmlformats.org/officeDocument/2006/relationships/image" Target="../media/image461.jpeg"/><Relationship Id="rId668" Type="http://schemas.openxmlformats.org/officeDocument/2006/relationships/image" Target="../media/image699.jpeg"/><Relationship Id="rId875" Type="http://schemas.openxmlformats.org/officeDocument/2006/relationships/image" Target="../media/image906.png"/><Relationship Id="rId1060" Type="http://schemas.openxmlformats.org/officeDocument/2006/relationships/image" Target="../media/image1091.jpeg"/><Relationship Id="rId18" Type="http://schemas.openxmlformats.org/officeDocument/2006/relationships/image" Target="../media/image49.png"/><Relationship Id="rId528" Type="http://schemas.openxmlformats.org/officeDocument/2006/relationships/image" Target="../media/image559.png"/><Relationship Id="rId735" Type="http://schemas.openxmlformats.org/officeDocument/2006/relationships/image" Target="../media/image766.png"/><Relationship Id="rId942" Type="http://schemas.openxmlformats.org/officeDocument/2006/relationships/image" Target="../media/image973.png"/><Relationship Id="rId1158" Type="http://schemas.openxmlformats.org/officeDocument/2006/relationships/image" Target="../media/image1189.png"/><Relationship Id="rId167" Type="http://schemas.openxmlformats.org/officeDocument/2006/relationships/image" Target="../media/image198.png"/><Relationship Id="rId374" Type="http://schemas.openxmlformats.org/officeDocument/2006/relationships/image" Target="../media/image405.png"/><Relationship Id="rId581" Type="http://schemas.openxmlformats.org/officeDocument/2006/relationships/image" Target="../media/image612.png"/><Relationship Id="rId1018" Type="http://schemas.openxmlformats.org/officeDocument/2006/relationships/image" Target="../media/image1049.jpeg"/><Relationship Id="rId71" Type="http://schemas.openxmlformats.org/officeDocument/2006/relationships/image" Target="../media/image102.jpeg"/><Relationship Id="rId234" Type="http://schemas.openxmlformats.org/officeDocument/2006/relationships/image" Target="../media/image265.png"/><Relationship Id="rId679" Type="http://schemas.openxmlformats.org/officeDocument/2006/relationships/image" Target="../media/image710.jpeg"/><Relationship Id="rId802" Type="http://schemas.openxmlformats.org/officeDocument/2006/relationships/image" Target="../media/image833.png"/><Relationship Id="rId886" Type="http://schemas.openxmlformats.org/officeDocument/2006/relationships/image" Target="../media/image917.png"/><Relationship Id="rId2" Type="http://schemas.openxmlformats.org/officeDocument/2006/relationships/notesSlide" Target="../notesSlides/notesSlide12.xml"/><Relationship Id="rId29" Type="http://schemas.openxmlformats.org/officeDocument/2006/relationships/image" Target="../media/image60.png"/><Relationship Id="rId441" Type="http://schemas.openxmlformats.org/officeDocument/2006/relationships/image" Target="../media/image472.jpeg"/><Relationship Id="rId539" Type="http://schemas.openxmlformats.org/officeDocument/2006/relationships/image" Target="../media/image570.png"/><Relationship Id="rId746" Type="http://schemas.openxmlformats.org/officeDocument/2006/relationships/image" Target="../media/image777.png"/><Relationship Id="rId1071" Type="http://schemas.openxmlformats.org/officeDocument/2006/relationships/image" Target="../media/image1102.jpeg"/><Relationship Id="rId1169" Type="http://schemas.openxmlformats.org/officeDocument/2006/relationships/image" Target="../media/image1200.png"/><Relationship Id="rId178" Type="http://schemas.openxmlformats.org/officeDocument/2006/relationships/image" Target="../media/image209.png"/><Relationship Id="rId301" Type="http://schemas.openxmlformats.org/officeDocument/2006/relationships/image" Target="../media/image332.png"/><Relationship Id="rId953" Type="http://schemas.openxmlformats.org/officeDocument/2006/relationships/image" Target="../media/image984.png"/><Relationship Id="rId1029" Type="http://schemas.openxmlformats.org/officeDocument/2006/relationships/image" Target="../media/image1060.jpeg"/><Relationship Id="rId82" Type="http://schemas.openxmlformats.org/officeDocument/2006/relationships/image" Target="../media/image113.jpeg"/><Relationship Id="rId385" Type="http://schemas.openxmlformats.org/officeDocument/2006/relationships/image" Target="../media/image416.png"/><Relationship Id="rId592" Type="http://schemas.openxmlformats.org/officeDocument/2006/relationships/image" Target="../media/image623.png"/><Relationship Id="rId606" Type="http://schemas.openxmlformats.org/officeDocument/2006/relationships/image" Target="../media/image637.png"/><Relationship Id="rId813" Type="http://schemas.openxmlformats.org/officeDocument/2006/relationships/image" Target="../media/image844.png"/><Relationship Id="rId245" Type="http://schemas.openxmlformats.org/officeDocument/2006/relationships/image" Target="../media/image276.png"/><Relationship Id="rId452" Type="http://schemas.openxmlformats.org/officeDocument/2006/relationships/image" Target="../media/image483.jpeg"/><Relationship Id="rId897" Type="http://schemas.openxmlformats.org/officeDocument/2006/relationships/image" Target="../media/image928.png"/><Relationship Id="rId1082" Type="http://schemas.openxmlformats.org/officeDocument/2006/relationships/image" Target="../media/image1113.png"/><Relationship Id="rId105" Type="http://schemas.openxmlformats.org/officeDocument/2006/relationships/image" Target="../media/image136.jpeg"/><Relationship Id="rId312" Type="http://schemas.openxmlformats.org/officeDocument/2006/relationships/image" Target="../media/image343.png"/><Relationship Id="rId757" Type="http://schemas.openxmlformats.org/officeDocument/2006/relationships/image" Target="../media/image788.png"/><Relationship Id="rId964" Type="http://schemas.openxmlformats.org/officeDocument/2006/relationships/image" Target="../media/image995.png"/><Relationship Id="rId93" Type="http://schemas.openxmlformats.org/officeDocument/2006/relationships/image" Target="../media/image124.jpeg"/><Relationship Id="rId189" Type="http://schemas.openxmlformats.org/officeDocument/2006/relationships/image" Target="../media/image220.png"/><Relationship Id="rId396" Type="http://schemas.openxmlformats.org/officeDocument/2006/relationships/image" Target="../media/image427.jpeg"/><Relationship Id="rId617" Type="http://schemas.openxmlformats.org/officeDocument/2006/relationships/image" Target="../media/image648.png"/><Relationship Id="rId824" Type="http://schemas.openxmlformats.org/officeDocument/2006/relationships/image" Target="../media/image855.png"/><Relationship Id="rId256" Type="http://schemas.openxmlformats.org/officeDocument/2006/relationships/image" Target="../media/image287.png"/><Relationship Id="rId463" Type="http://schemas.openxmlformats.org/officeDocument/2006/relationships/image" Target="../media/image494.jpeg"/><Relationship Id="rId670" Type="http://schemas.openxmlformats.org/officeDocument/2006/relationships/image" Target="../media/image701.jpeg"/><Relationship Id="rId1093" Type="http://schemas.openxmlformats.org/officeDocument/2006/relationships/image" Target="../media/image1124.png"/><Relationship Id="rId1107" Type="http://schemas.openxmlformats.org/officeDocument/2006/relationships/image" Target="../media/image1138.png"/><Relationship Id="rId116" Type="http://schemas.openxmlformats.org/officeDocument/2006/relationships/image" Target="../media/image147.png"/><Relationship Id="rId323" Type="http://schemas.openxmlformats.org/officeDocument/2006/relationships/image" Target="../media/image354.png"/><Relationship Id="rId530" Type="http://schemas.openxmlformats.org/officeDocument/2006/relationships/image" Target="../media/image561.png"/><Relationship Id="rId768" Type="http://schemas.openxmlformats.org/officeDocument/2006/relationships/image" Target="../media/image799.png"/><Relationship Id="rId975" Type="http://schemas.openxmlformats.org/officeDocument/2006/relationships/image" Target="../media/image1006.jpeg"/><Relationship Id="rId1160" Type="http://schemas.openxmlformats.org/officeDocument/2006/relationships/image" Target="../media/image1191.png"/><Relationship Id="rId20" Type="http://schemas.openxmlformats.org/officeDocument/2006/relationships/image" Target="../media/image51.png"/><Relationship Id="rId628" Type="http://schemas.openxmlformats.org/officeDocument/2006/relationships/image" Target="../media/image659.png"/><Relationship Id="rId835" Type="http://schemas.openxmlformats.org/officeDocument/2006/relationships/image" Target="../media/image866.png"/><Relationship Id="rId267" Type="http://schemas.openxmlformats.org/officeDocument/2006/relationships/image" Target="../media/image298.png"/><Relationship Id="rId474" Type="http://schemas.openxmlformats.org/officeDocument/2006/relationships/image" Target="../media/image505.jpeg"/><Relationship Id="rId1020" Type="http://schemas.openxmlformats.org/officeDocument/2006/relationships/image" Target="../media/image1051.jpeg"/><Relationship Id="rId1118" Type="http://schemas.openxmlformats.org/officeDocument/2006/relationships/image" Target="../media/image1149.png"/><Relationship Id="rId127" Type="http://schemas.openxmlformats.org/officeDocument/2006/relationships/image" Target="../media/image158.jpeg"/><Relationship Id="rId681" Type="http://schemas.openxmlformats.org/officeDocument/2006/relationships/image" Target="../media/image712.jpeg"/><Relationship Id="rId779" Type="http://schemas.openxmlformats.org/officeDocument/2006/relationships/image" Target="../media/image810.png"/><Relationship Id="rId902" Type="http://schemas.openxmlformats.org/officeDocument/2006/relationships/image" Target="../media/image933.png"/><Relationship Id="rId986" Type="http://schemas.openxmlformats.org/officeDocument/2006/relationships/image" Target="../media/image1017.jpeg"/><Relationship Id="rId31" Type="http://schemas.openxmlformats.org/officeDocument/2006/relationships/image" Target="../media/image62.png"/><Relationship Id="rId334" Type="http://schemas.openxmlformats.org/officeDocument/2006/relationships/image" Target="../media/image365.png"/><Relationship Id="rId541" Type="http://schemas.openxmlformats.org/officeDocument/2006/relationships/image" Target="../media/image572.png"/><Relationship Id="rId639" Type="http://schemas.openxmlformats.org/officeDocument/2006/relationships/image" Target="../media/image670.png"/><Relationship Id="rId1171" Type="http://schemas.openxmlformats.org/officeDocument/2006/relationships/image" Target="../media/image1202.png"/><Relationship Id="rId180" Type="http://schemas.openxmlformats.org/officeDocument/2006/relationships/image" Target="../media/image211.png"/><Relationship Id="rId278" Type="http://schemas.openxmlformats.org/officeDocument/2006/relationships/image" Target="../media/image309.png"/><Relationship Id="rId401" Type="http://schemas.openxmlformats.org/officeDocument/2006/relationships/image" Target="../media/image432.jpeg"/><Relationship Id="rId846" Type="http://schemas.openxmlformats.org/officeDocument/2006/relationships/image" Target="../media/image877.png"/><Relationship Id="rId1031" Type="http://schemas.openxmlformats.org/officeDocument/2006/relationships/image" Target="../media/image1062.jpeg"/><Relationship Id="rId1129" Type="http://schemas.openxmlformats.org/officeDocument/2006/relationships/image" Target="../media/image1160.png"/><Relationship Id="rId485" Type="http://schemas.openxmlformats.org/officeDocument/2006/relationships/image" Target="../media/image516.jpeg"/><Relationship Id="rId692" Type="http://schemas.openxmlformats.org/officeDocument/2006/relationships/image" Target="../media/image723.jpeg"/><Relationship Id="rId706" Type="http://schemas.openxmlformats.org/officeDocument/2006/relationships/image" Target="../media/image737.png"/><Relationship Id="rId913" Type="http://schemas.openxmlformats.org/officeDocument/2006/relationships/image" Target="../media/image944.png"/><Relationship Id="rId42" Type="http://schemas.openxmlformats.org/officeDocument/2006/relationships/image" Target="../media/image73.png"/><Relationship Id="rId138" Type="http://schemas.openxmlformats.org/officeDocument/2006/relationships/image" Target="../media/image169.png"/><Relationship Id="rId345" Type="http://schemas.openxmlformats.org/officeDocument/2006/relationships/image" Target="../media/image376.png"/><Relationship Id="rId552" Type="http://schemas.openxmlformats.org/officeDocument/2006/relationships/image" Target="../media/image583.png"/><Relationship Id="rId997" Type="http://schemas.openxmlformats.org/officeDocument/2006/relationships/image" Target="../media/image1028.jpeg"/><Relationship Id="rId1182" Type="http://schemas.openxmlformats.org/officeDocument/2006/relationships/image" Target="../media/image1213.png"/><Relationship Id="rId191" Type="http://schemas.openxmlformats.org/officeDocument/2006/relationships/image" Target="../media/image222.png"/><Relationship Id="rId205" Type="http://schemas.openxmlformats.org/officeDocument/2006/relationships/image" Target="../media/image236.png"/><Relationship Id="rId412" Type="http://schemas.openxmlformats.org/officeDocument/2006/relationships/image" Target="../media/image443.jpeg"/><Relationship Id="rId857" Type="http://schemas.openxmlformats.org/officeDocument/2006/relationships/image" Target="../media/image888.png"/><Relationship Id="rId1042" Type="http://schemas.openxmlformats.org/officeDocument/2006/relationships/image" Target="../media/image1073.jpeg"/><Relationship Id="rId289" Type="http://schemas.openxmlformats.org/officeDocument/2006/relationships/image" Target="../media/image320.png"/><Relationship Id="rId496" Type="http://schemas.openxmlformats.org/officeDocument/2006/relationships/image" Target="../media/image527.jpeg"/><Relationship Id="rId717" Type="http://schemas.openxmlformats.org/officeDocument/2006/relationships/image" Target="../media/image748.jpeg"/><Relationship Id="rId924" Type="http://schemas.openxmlformats.org/officeDocument/2006/relationships/image" Target="../media/image955.png"/><Relationship Id="rId53" Type="http://schemas.openxmlformats.org/officeDocument/2006/relationships/image" Target="../media/image84.png"/><Relationship Id="rId149" Type="http://schemas.openxmlformats.org/officeDocument/2006/relationships/image" Target="../media/image180.png"/><Relationship Id="rId356" Type="http://schemas.openxmlformats.org/officeDocument/2006/relationships/image" Target="../media/image387.png"/><Relationship Id="rId563" Type="http://schemas.openxmlformats.org/officeDocument/2006/relationships/image" Target="../media/image594.png"/><Relationship Id="rId770" Type="http://schemas.openxmlformats.org/officeDocument/2006/relationships/image" Target="../media/image801.png"/><Relationship Id="rId216" Type="http://schemas.openxmlformats.org/officeDocument/2006/relationships/image" Target="../media/image247.png"/><Relationship Id="rId423" Type="http://schemas.openxmlformats.org/officeDocument/2006/relationships/image" Target="../media/image454.jpeg"/><Relationship Id="rId868" Type="http://schemas.openxmlformats.org/officeDocument/2006/relationships/image" Target="../media/image899.png"/><Relationship Id="rId1053" Type="http://schemas.openxmlformats.org/officeDocument/2006/relationships/image" Target="../media/image1084.jpeg"/><Relationship Id="rId630" Type="http://schemas.openxmlformats.org/officeDocument/2006/relationships/image" Target="../media/image661.png"/><Relationship Id="rId728" Type="http://schemas.openxmlformats.org/officeDocument/2006/relationships/image" Target="../media/image759.jpeg"/><Relationship Id="rId935" Type="http://schemas.openxmlformats.org/officeDocument/2006/relationships/image" Target="../media/image966.png"/><Relationship Id="rId64" Type="http://schemas.openxmlformats.org/officeDocument/2006/relationships/image" Target="../media/image95.png"/><Relationship Id="rId367" Type="http://schemas.openxmlformats.org/officeDocument/2006/relationships/image" Target="../media/image398.png"/><Relationship Id="rId574" Type="http://schemas.openxmlformats.org/officeDocument/2006/relationships/image" Target="../media/image605.png"/><Relationship Id="rId1120" Type="http://schemas.openxmlformats.org/officeDocument/2006/relationships/image" Target="../media/image1151.png"/><Relationship Id="rId227" Type="http://schemas.openxmlformats.org/officeDocument/2006/relationships/image" Target="../media/image258.png"/><Relationship Id="rId781" Type="http://schemas.openxmlformats.org/officeDocument/2006/relationships/image" Target="../media/image812.png"/><Relationship Id="rId879" Type="http://schemas.openxmlformats.org/officeDocument/2006/relationships/image" Target="../media/image910.png"/><Relationship Id="rId434" Type="http://schemas.openxmlformats.org/officeDocument/2006/relationships/image" Target="../media/image465.jpeg"/><Relationship Id="rId641" Type="http://schemas.openxmlformats.org/officeDocument/2006/relationships/image" Target="../media/image672.png"/><Relationship Id="rId739" Type="http://schemas.openxmlformats.org/officeDocument/2006/relationships/image" Target="../media/image770.png"/><Relationship Id="rId1064" Type="http://schemas.openxmlformats.org/officeDocument/2006/relationships/image" Target="../media/image1095.jpeg"/><Relationship Id="rId280" Type="http://schemas.openxmlformats.org/officeDocument/2006/relationships/image" Target="../media/image311.png"/><Relationship Id="rId501" Type="http://schemas.openxmlformats.org/officeDocument/2006/relationships/image" Target="../media/image532.png"/><Relationship Id="rId946" Type="http://schemas.openxmlformats.org/officeDocument/2006/relationships/image" Target="../media/image977.png"/><Relationship Id="rId1131" Type="http://schemas.openxmlformats.org/officeDocument/2006/relationships/image" Target="../media/image1162.png"/><Relationship Id="rId75" Type="http://schemas.openxmlformats.org/officeDocument/2006/relationships/image" Target="../media/image106.jpeg"/><Relationship Id="rId140" Type="http://schemas.openxmlformats.org/officeDocument/2006/relationships/image" Target="../media/image171.png"/><Relationship Id="rId378" Type="http://schemas.openxmlformats.org/officeDocument/2006/relationships/image" Target="../media/image409.png"/><Relationship Id="rId585" Type="http://schemas.openxmlformats.org/officeDocument/2006/relationships/image" Target="../media/image616.png"/><Relationship Id="rId792" Type="http://schemas.openxmlformats.org/officeDocument/2006/relationships/image" Target="../media/image823.png"/><Relationship Id="rId806" Type="http://schemas.openxmlformats.org/officeDocument/2006/relationships/image" Target="../media/image837.png"/><Relationship Id="rId6" Type="http://schemas.openxmlformats.org/officeDocument/2006/relationships/image" Target="../media/image37.png"/><Relationship Id="rId238" Type="http://schemas.openxmlformats.org/officeDocument/2006/relationships/image" Target="../media/image269.png"/><Relationship Id="rId445" Type="http://schemas.openxmlformats.org/officeDocument/2006/relationships/image" Target="../media/image476.jpeg"/><Relationship Id="rId652" Type="http://schemas.openxmlformats.org/officeDocument/2006/relationships/image" Target="../media/image683.png"/><Relationship Id="rId1075" Type="http://schemas.openxmlformats.org/officeDocument/2006/relationships/image" Target="../media/image1106.jpeg"/><Relationship Id="rId291" Type="http://schemas.openxmlformats.org/officeDocument/2006/relationships/image" Target="../media/image322.png"/><Relationship Id="rId305" Type="http://schemas.openxmlformats.org/officeDocument/2006/relationships/image" Target="../media/image336.png"/><Relationship Id="rId512" Type="http://schemas.openxmlformats.org/officeDocument/2006/relationships/image" Target="../media/image543.png"/><Relationship Id="rId957" Type="http://schemas.openxmlformats.org/officeDocument/2006/relationships/image" Target="../media/image988.png"/><Relationship Id="rId1142" Type="http://schemas.openxmlformats.org/officeDocument/2006/relationships/image" Target="../media/image1173.png"/><Relationship Id="rId86" Type="http://schemas.openxmlformats.org/officeDocument/2006/relationships/image" Target="../media/image117.jpeg"/><Relationship Id="rId151" Type="http://schemas.openxmlformats.org/officeDocument/2006/relationships/image" Target="../media/image182.png"/><Relationship Id="rId389" Type="http://schemas.openxmlformats.org/officeDocument/2006/relationships/image" Target="../media/image420.png"/><Relationship Id="rId596" Type="http://schemas.openxmlformats.org/officeDocument/2006/relationships/image" Target="../media/image627.png"/><Relationship Id="rId817" Type="http://schemas.openxmlformats.org/officeDocument/2006/relationships/image" Target="../media/image848.png"/><Relationship Id="rId1002" Type="http://schemas.openxmlformats.org/officeDocument/2006/relationships/image" Target="../media/image1033.jpeg"/><Relationship Id="rId249" Type="http://schemas.openxmlformats.org/officeDocument/2006/relationships/image" Target="../media/image280.png"/><Relationship Id="rId456" Type="http://schemas.openxmlformats.org/officeDocument/2006/relationships/image" Target="../media/image487.jpeg"/><Relationship Id="rId663" Type="http://schemas.openxmlformats.org/officeDocument/2006/relationships/image" Target="../media/image694.jpeg"/><Relationship Id="rId870" Type="http://schemas.openxmlformats.org/officeDocument/2006/relationships/image" Target="../media/image901.png"/><Relationship Id="rId1086" Type="http://schemas.openxmlformats.org/officeDocument/2006/relationships/image" Target="../media/image1117.png"/><Relationship Id="rId13" Type="http://schemas.openxmlformats.org/officeDocument/2006/relationships/image" Target="../media/image44.png"/><Relationship Id="rId109" Type="http://schemas.openxmlformats.org/officeDocument/2006/relationships/image" Target="../media/image140.jpeg"/><Relationship Id="rId316" Type="http://schemas.openxmlformats.org/officeDocument/2006/relationships/image" Target="../media/image347.png"/><Relationship Id="rId523" Type="http://schemas.openxmlformats.org/officeDocument/2006/relationships/image" Target="../media/image554.png"/><Relationship Id="rId968" Type="http://schemas.openxmlformats.org/officeDocument/2006/relationships/image" Target="../media/image999.jpeg"/><Relationship Id="rId1153" Type="http://schemas.openxmlformats.org/officeDocument/2006/relationships/image" Target="../media/image1184.png"/><Relationship Id="rId97" Type="http://schemas.openxmlformats.org/officeDocument/2006/relationships/image" Target="../media/image128.jpeg"/><Relationship Id="rId730" Type="http://schemas.openxmlformats.org/officeDocument/2006/relationships/image" Target="../media/image761.png"/><Relationship Id="rId828" Type="http://schemas.openxmlformats.org/officeDocument/2006/relationships/image" Target="../media/image859.png"/><Relationship Id="rId1013" Type="http://schemas.openxmlformats.org/officeDocument/2006/relationships/image" Target="../media/image1044.jpeg"/><Relationship Id="rId162" Type="http://schemas.openxmlformats.org/officeDocument/2006/relationships/image" Target="../media/image193.png"/><Relationship Id="rId467" Type="http://schemas.openxmlformats.org/officeDocument/2006/relationships/image" Target="../media/image498.jpeg"/><Relationship Id="rId1097" Type="http://schemas.openxmlformats.org/officeDocument/2006/relationships/image" Target="../media/image1128.png"/><Relationship Id="rId674" Type="http://schemas.openxmlformats.org/officeDocument/2006/relationships/image" Target="../media/image705.jpeg"/><Relationship Id="rId881" Type="http://schemas.openxmlformats.org/officeDocument/2006/relationships/image" Target="../media/image912.png"/><Relationship Id="rId979" Type="http://schemas.openxmlformats.org/officeDocument/2006/relationships/image" Target="../media/image1010.jpeg"/><Relationship Id="rId24" Type="http://schemas.openxmlformats.org/officeDocument/2006/relationships/image" Target="../media/image55.png"/><Relationship Id="rId327" Type="http://schemas.openxmlformats.org/officeDocument/2006/relationships/image" Target="../media/image358.png"/><Relationship Id="rId534" Type="http://schemas.openxmlformats.org/officeDocument/2006/relationships/image" Target="../media/image565.png"/><Relationship Id="rId741" Type="http://schemas.openxmlformats.org/officeDocument/2006/relationships/image" Target="../media/image772.png"/><Relationship Id="rId839" Type="http://schemas.openxmlformats.org/officeDocument/2006/relationships/image" Target="../media/image870.png"/><Relationship Id="rId1164" Type="http://schemas.openxmlformats.org/officeDocument/2006/relationships/image" Target="../media/image1195.png"/><Relationship Id="rId173" Type="http://schemas.openxmlformats.org/officeDocument/2006/relationships/image" Target="../media/image204.png"/><Relationship Id="rId380" Type="http://schemas.openxmlformats.org/officeDocument/2006/relationships/image" Target="../media/image411.png"/><Relationship Id="rId601" Type="http://schemas.openxmlformats.org/officeDocument/2006/relationships/image" Target="../media/image632.png"/><Relationship Id="rId1024" Type="http://schemas.openxmlformats.org/officeDocument/2006/relationships/image" Target="../media/image1055.jpeg"/><Relationship Id="rId240" Type="http://schemas.openxmlformats.org/officeDocument/2006/relationships/image" Target="../media/image271.png"/><Relationship Id="rId478" Type="http://schemas.openxmlformats.org/officeDocument/2006/relationships/image" Target="../media/image509.jpeg"/><Relationship Id="rId685" Type="http://schemas.openxmlformats.org/officeDocument/2006/relationships/image" Target="../media/image716.jpeg"/><Relationship Id="rId892" Type="http://schemas.openxmlformats.org/officeDocument/2006/relationships/image" Target="../media/image923.png"/><Relationship Id="rId906" Type="http://schemas.openxmlformats.org/officeDocument/2006/relationships/image" Target="../media/image937.png"/><Relationship Id="rId35" Type="http://schemas.openxmlformats.org/officeDocument/2006/relationships/image" Target="../media/image66.png"/><Relationship Id="rId100" Type="http://schemas.openxmlformats.org/officeDocument/2006/relationships/image" Target="../media/image131.jpeg"/><Relationship Id="rId338" Type="http://schemas.openxmlformats.org/officeDocument/2006/relationships/image" Target="../media/image369.png"/><Relationship Id="rId545" Type="http://schemas.openxmlformats.org/officeDocument/2006/relationships/image" Target="../media/image576.png"/><Relationship Id="rId752" Type="http://schemas.openxmlformats.org/officeDocument/2006/relationships/image" Target="../media/image783.png"/><Relationship Id="rId1175" Type="http://schemas.openxmlformats.org/officeDocument/2006/relationships/image" Target="../media/image1206.png"/><Relationship Id="rId184" Type="http://schemas.openxmlformats.org/officeDocument/2006/relationships/image" Target="../media/image215.png"/><Relationship Id="rId391" Type="http://schemas.openxmlformats.org/officeDocument/2006/relationships/image" Target="../media/image422.png"/><Relationship Id="rId405" Type="http://schemas.openxmlformats.org/officeDocument/2006/relationships/image" Target="../media/image436.jpeg"/><Relationship Id="rId612" Type="http://schemas.openxmlformats.org/officeDocument/2006/relationships/image" Target="../media/image643.png"/><Relationship Id="rId1035" Type="http://schemas.openxmlformats.org/officeDocument/2006/relationships/image" Target="../media/image1066.jpeg"/><Relationship Id="rId251" Type="http://schemas.openxmlformats.org/officeDocument/2006/relationships/image" Target="../media/image282.png"/><Relationship Id="rId489" Type="http://schemas.openxmlformats.org/officeDocument/2006/relationships/image" Target="../media/image520.jpeg"/><Relationship Id="rId696" Type="http://schemas.openxmlformats.org/officeDocument/2006/relationships/image" Target="../media/image727.jpeg"/><Relationship Id="rId917" Type="http://schemas.openxmlformats.org/officeDocument/2006/relationships/image" Target="../media/image948.png"/><Relationship Id="rId1102" Type="http://schemas.openxmlformats.org/officeDocument/2006/relationships/image" Target="../media/image1133.png"/><Relationship Id="rId46" Type="http://schemas.openxmlformats.org/officeDocument/2006/relationships/image" Target="../media/image77.png"/><Relationship Id="rId349" Type="http://schemas.openxmlformats.org/officeDocument/2006/relationships/image" Target="../media/image380.png"/><Relationship Id="rId556" Type="http://schemas.openxmlformats.org/officeDocument/2006/relationships/image" Target="../media/image587.png"/><Relationship Id="rId763" Type="http://schemas.openxmlformats.org/officeDocument/2006/relationships/image" Target="../media/image794.png"/><Relationship Id="rId111" Type="http://schemas.openxmlformats.org/officeDocument/2006/relationships/image" Target="../media/image142.png"/><Relationship Id="rId195" Type="http://schemas.openxmlformats.org/officeDocument/2006/relationships/image" Target="../media/image226.png"/><Relationship Id="rId209" Type="http://schemas.openxmlformats.org/officeDocument/2006/relationships/image" Target="../media/image240.png"/><Relationship Id="rId416" Type="http://schemas.openxmlformats.org/officeDocument/2006/relationships/image" Target="../media/image447.jpeg"/><Relationship Id="rId970" Type="http://schemas.openxmlformats.org/officeDocument/2006/relationships/image" Target="../media/image1001.jpeg"/><Relationship Id="rId1046" Type="http://schemas.openxmlformats.org/officeDocument/2006/relationships/image" Target="../media/image1077.jpeg"/><Relationship Id="rId623" Type="http://schemas.openxmlformats.org/officeDocument/2006/relationships/image" Target="../media/image654.png"/><Relationship Id="rId830" Type="http://schemas.openxmlformats.org/officeDocument/2006/relationships/image" Target="../media/image861.png"/><Relationship Id="rId928" Type="http://schemas.openxmlformats.org/officeDocument/2006/relationships/image" Target="../media/image959.png"/><Relationship Id="rId57" Type="http://schemas.openxmlformats.org/officeDocument/2006/relationships/image" Target="../media/image88.png"/><Relationship Id="rId262" Type="http://schemas.openxmlformats.org/officeDocument/2006/relationships/image" Target="../media/image293.png"/><Relationship Id="rId567" Type="http://schemas.openxmlformats.org/officeDocument/2006/relationships/image" Target="../media/image598.png"/><Relationship Id="rId1113" Type="http://schemas.openxmlformats.org/officeDocument/2006/relationships/image" Target="../media/image1144.png"/><Relationship Id="rId122" Type="http://schemas.openxmlformats.org/officeDocument/2006/relationships/image" Target="../media/image153.jpeg"/><Relationship Id="rId774" Type="http://schemas.openxmlformats.org/officeDocument/2006/relationships/image" Target="../media/image805.png"/><Relationship Id="rId981" Type="http://schemas.openxmlformats.org/officeDocument/2006/relationships/image" Target="../media/image1012.jpeg"/><Relationship Id="rId1057" Type="http://schemas.openxmlformats.org/officeDocument/2006/relationships/image" Target="../media/image1088.jpeg"/><Relationship Id="rId427" Type="http://schemas.openxmlformats.org/officeDocument/2006/relationships/image" Target="../media/image458.jpeg"/><Relationship Id="rId634" Type="http://schemas.openxmlformats.org/officeDocument/2006/relationships/image" Target="../media/image665.png"/><Relationship Id="rId841" Type="http://schemas.openxmlformats.org/officeDocument/2006/relationships/image" Target="../media/image872.png"/><Relationship Id="rId273" Type="http://schemas.openxmlformats.org/officeDocument/2006/relationships/image" Target="../media/image304.png"/><Relationship Id="rId480" Type="http://schemas.openxmlformats.org/officeDocument/2006/relationships/image" Target="../media/image511.jpeg"/><Relationship Id="rId701" Type="http://schemas.openxmlformats.org/officeDocument/2006/relationships/image" Target="../media/image732.jpeg"/><Relationship Id="rId939" Type="http://schemas.openxmlformats.org/officeDocument/2006/relationships/image" Target="../media/image970.png"/><Relationship Id="rId1124" Type="http://schemas.openxmlformats.org/officeDocument/2006/relationships/image" Target="../media/image1155.png"/><Relationship Id="rId68" Type="http://schemas.openxmlformats.org/officeDocument/2006/relationships/image" Target="../media/image99.png"/><Relationship Id="rId133" Type="http://schemas.openxmlformats.org/officeDocument/2006/relationships/image" Target="../media/image164.png"/><Relationship Id="rId340" Type="http://schemas.openxmlformats.org/officeDocument/2006/relationships/image" Target="../media/image371.png"/><Relationship Id="rId578" Type="http://schemas.openxmlformats.org/officeDocument/2006/relationships/image" Target="../media/image609.png"/><Relationship Id="rId785" Type="http://schemas.openxmlformats.org/officeDocument/2006/relationships/image" Target="../media/image816.png"/><Relationship Id="rId992" Type="http://schemas.openxmlformats.org/officeDocument/2006/relationships/image" Target="../media/image1023.jpeg"/><Relationship Id="rId200" Type="http://schemas.openxmlformats.org/officeDocument/2006/relationships/image" Target="../media/image231.png"/><Relationship Id="rId438" Type="http://schemas.openxmlformats.org/officeDocument/2006/relationships/image" Target="../media/image469.jpeg"/><Relationship Id="rId645" Type="http://schemas.openxmlformats.org/officeDocument/2006/relationships/image" Target="../media/image676.png"/><Relationship Id="rId852" Type="http://schemas.openxmlformats.org/officeDocument/2006/relationships/image" Target="../media/image883.png"/><Relationship Id="rId1068" Type="http://schemas.openxmlformats.org/officeDocument/2006/relationships/image" Target="../media/image1099.jpeg"/><Relationship Id="rId284" Type="http://schemas.openxmlformats.org/officeDocument/2006/relationships/image" Target="../media/image315.png"/><Relationship Id="rId491" Type="http://schemas.openxmlformats.org/officeDocument/2006/relationships/image" Target="../media/image522.jpeg"/><Relationship Id="rId505" Type="http://schemas.openxmlformats.org/officeDocument/2006/relationships/image" Target="../media/image536.png"/><Relationship Id="rId712" Type="http://schemas.openxmlformats.org/officeDocument/2006/relationships/image" Target="../media/image743.jpeg"/><Relationship Id="rId1135" Type="http://schemas.openxmlformats.org/officeDocument/2006/relationships/image" Target="../media/image1166.png"/><Relationship Id="rId79" Type="http://schemas.openxmlformats.org/officeDocument/2006/relationships/image" Target="../media/image110.jpeg"/><Relationship Id="rId144" Type="http://schemas.openxmlformats.org/officeDocument/2006/relationships/image" Target="../media/image175.png"/><Relationship Id="rId589" Type="http://schemas.openxmlformats.org/officeDocument/2006/relationships/image" Target="../media/image620.png"/><Relationship Id="rId796" Type="http://schemas.openxmlformats.org/officeDocument/2006/relationships/image" Target="../media/image827.png"/><Relationship Id="rId351" Type="http://schemas.openxmlformats.org/officeDocument/2006/relationships/image" Target="../media/image382.png"/><Relationship Id="rId449" Type="http://schemas.openxmlformats.org/officeDocument/2006/relationships/image" Target="../media/image480.jpeg"/><Relationship Id="rId656" Type="http://schemas.openxmlformats.org/officeDocument/2006/relationships/image" Target="../media/image687.png"/><Relationship Id="rId863" Type="http://schemas.openxmlformats.org/officeDocument/2006/relationships/image" Target="../media/image894.png"/><Relationship Id="rId1079" Type="http://schemas.openxmlformats.org/officeDocument/2006/relationships/image" Target="../media/image1110.png"/><Relationship Id="rId211" Type="http://schemas.openxmlformats.org/officeDocument/2006/relationships/image" Target="../media/image242.png"/><Relationship Id="rId295" Type="http://schemas.openxmlformats.org/officeDocument/2006/relationships/image" Target="../media/image326.png"/><Relationship Id="rId309" Type="http://schemas.openxmlformats.org/officeDocument/2006/relationships/image" Target="../media/image340.png"/><Relationship Id="rId516" Type="http://schemas.openxmlformats.org/officeDocument/2006/relationships/image" Target="../media/image547.png"/><Relationship Id="rId1146" Type="http://schemas.openxmlformats.org/officeDocument/2006/relationships/image" Target="../media/image1177.png"/><Relationship Id="rId723" Type="http://schemas.openxmlformats.org/officeDocument/2006/relationships/image" Target="../media/image754.jpeg"/><Relationship Id="rId930" Type="http://schemas.openxmlformats.org/officeDocument/2006/relationships/image" Target="../media/image961.png"/><Relationship Id="rId1006" Type="http://schemas.openxmlformats.org/officeDocument/2006/relationships/image" Target="../media/image1037.jpeg"/><Relationship Id="rId155" Type="http://schemas.openxmlformats.org/officeDocument/2006/relationships/image" Target="../media/image186.jpeg"/><Relationship Id="rId362" Type="http://schemas.openxmlformats.org/officeDocument/2006/relationships/image" Target="../media/image393.png"/><Relationship Id="rId222" Type="http://schemas.openxmlformats.org/officeDocument/2006/relationships/image" Target="../media/image253.png"/><Relationship Id="rId667" Type="http://schemas.openxmlformats.org/officeDocument/2006/relationships/image" Target="../media/image698.jpeg"/><Relationship Id="rId874" Type="http://schemas.openxmlformats.org/officeDocument/2006/relationships/image" Target="../media/image905.png"/><Relationship Id="rId17" Type="http://schemas.openxmlformats.org/officeDocument/2006/relationships/image" Target="../media/image48.png"/><Relationship Id="rId527" Type="http://schemas.openxmlformats.org/officeDocument/2006/relationships/image" Target="../media/image558.png"/><Relationship Id="rId734" Type="http://schemas.openxmlformats.org/officeDocument/2006/relationships/image" Target="../media/image765.png"/><Relationship Id="rId941" Type="http://schemas.openxmlformats.org/officeDocument/2006/relationships/image" Target="../media/image972.png"/><Relationship Id="rId1157" Type="http://schemas.openxmlformats.org/officeDocument/2006/relationships/image" Target="../media/image1188.png"/><Relationship Id="rId70" Type="http://schemas.openxmlformats.org/officeDocument/2006/relationships/image" Target="../media/image101.jpeg"/><Relationship Id="rId166" Type="http://schemas.openxmlformats.org/officeDocument/2006/relationships/image" Target="../media/image197.png"/><Relationship Id="rId373" Type="http://schemas.openxmlformats.org/officeDocument/2006/relationships/image" Target="../media/image404.png"/><Relationship Id="rId580" Type="http://schemas.openxmlformats.org/officeDocument/2006/relationships/image" Target="../media/image611.png"/><Relationship Id="rId801" Type="http://schemas.openxmlformats.org/officeDocument/2006/relationships/image" Target="../media/image832.png"/><Relationship Id="rId1017" Type="http://schemas.openxmlformats.org/officeDocument/2006/relationships/image" Target="../media/image1048.jpeg"/><Relationship Id="rId1" Type="http://schemas.openxmlformats.org/officeDocument/2006/relationships/slideLayout" Target="../slideLayouts/slideLayout6.xml"/><Relationship Id="rId233" Type="http://schemas.openxmlformats.org/officeDocument/2006/relationships/image" Target="../media/image264.png"/><Relationship Id="rId440" Type="http://schemas.openxmlformats.org/officeDocument/2006/relationships/image" Target="../media/image471.jpeg"/><Relationship Id="rId678" Type="http://schemas.openxmlformats.org/officeDocument/2006/relationships/image" Target="../media/image709.jpeg"/><Relationship Id="rId885" Type="http://schemas.openxmlformats.org/officeDocument/2006/relationships/image" Target="../media/image916.png"/><Relationship Id="rId1070" Type="http://schemas.openxmlformats.org/officeDocument/2006/relationships/image" Target="../media/image1101.jpeg"/><Relationship Id="rId28" Type="http://schemas.openxmlformats.org/officeDocument/2006/relationships/image" Target="../media/image59.png"/><Relationship Id="rId300" Type="http://schemas.openxmlformats.org/officeDocument/2006/relationships/image" Target="../media/image331.png"/><Relationship Id="rId538" Type="http://schemas.openxmlformats.org/officeDocument/2006/relationships/image" Target="../media/image569.png"/><Relationship Id="rId745" Type="http://schemas.openxmlformats.org/officeDocument/2006/relationships/image" Target="../media/image776.png"/><Relationship Id="rId952" Type="http://schemas.openxmlformats.org/officeDocument/2006/relationships/image" Target="../media/image983.png"/><Relationship Id="rId1168" Type="http://schemas.openxmlformats.org/officeDocument/2006/relationships/image" Target="../media/image1199.png"/><Relationship Id="rId81" Type="http://schemas.openxmlformats.org/officeDocument/2006/relationships/image" Target="../media/image112.jpeg"/><Relationship Id="rId177" Type="http://schemas.openxmlformats.org/officeDocument/2006/relationships/image" Target="../media/image208.png"/><Relationship Id="rId384" Type="http://schemas.openxmlformats.org/officeDocument/2006/relationships/image" Target="../media/image415.png"/><Relationship Id="rId591" Type="http://schemas.openxmlformats.org/officeDocument/2006/relationships/image" Target="../media/image622.png"/><Relationship Id="rId605" Type="http://schemas.openxmlformats.org/officeDocument/2006/relationships/image" Target="../media/image636.png"/><Relationship Id="rId812" Type="http://schemas.openxmlformats.org/officeDocument/2006/relationships/image" Target="../media/image843.png"/><Relationship Id="rId1028" Type="http://schemas.openxmlformats.org/officeDocument/2006/relationships/image" Target="../media/image1059.jpeg"/><Relationship Id="rId244" Type="http://schemas.openxmlformats.org/officeDocument/2006/relationships/image" Target="../media/image275.png"/><Relationship Id="rId689" Type="http://schemas.openxmlformats.org/officeDocument/2006/relationships/image" Target="../media/image720.jpeg"/><Relationship Id="rId896" Type="http://schemas.openxmlformats.org/officeDocument/2006/relationships/image" Target="../media/image927.png"/><Relationship Id="rId1081" Type="http://schemas.openxmlformats.org/officeDocument/2006/relationships/image" Target="../media/image1112.png"/><Relationship Id="rId39" Type="http://schemas.openxmlformats.org/officeDocument/2006/relationships/image" Target="../media/image70.png"/><Relationship Id="rId451" Type="http://schemas.openxmlformats.org/officeDocument/2006/relationships/image" Target="../media/image482.jpeg"/><Relationship Id="rId549" Type="http://schemas.openxmlformats.org/officeDocument/2006/relationships/image" Target="../media/image580.png"/><Relationship Id="rId756" Type="http://schemas.openxmlformats.org/officeDocument/2006/relationships/image" Target="../media/image787.png"/><Relationship Id="rId1179" Type="http://schemas.openxmlformats.org/officeDocument/2006/relationships/image" Target="../media/image1210.png"/><Relationship Id="rId104" Type="http://schemas.openxmlformats.org/officeDocument/2006/relationships/image" Target="../media/image135.jpeg"/><Relationship Id="rId188" Type="http://schemas.openxmlformats.org/officeDocument/2006/relationships/image" Target="../media/image219.png"/><Relationship Id="rId311" Type="http://schemas.openxmlformats.org/officeDocument/2006/relationships/image" Target="../media/image342.png"/><Relationship Id="rId395" Type="http://schemas.openxmlformats.org/officeDocument/2006/relationships/image" Target="../media/image426.jpeg"/><Relationship Id="rId409" Type="http://schemas.openxmlformats.org/officeDocument/2006/relationships/image" Target="../media/image440.jpeg"/><Relationship Id="rId963" Type="http://schemas.openxmlformats.org/officeDocument/2006/relationships/image" Target="../media/image994.png"/><Relationship Id="rId1039" Type="http://schemas.openxmlformats.org/officeDocument/2006/relationships/image" Target="../media/image1070.jpeg"/><Relationship Id="rId92" Type="http://schemas.openxmlformats.org/officeDocument/2006/relationships/image" Target="../media/image123.png"/><Relationship Id="rId616" Type="http://schemas.openxmlformats.org/officeDocument/2006/relationships/image" Target="../media/image647.png"/><Relationship Id="rId823" Type="http://schemas.openxmlformats.org/officeDocument/2006/relationships/image" Target="../media/image854.png"/><Relationship Id="rId255" Type="http://schemas.openxmlformats.org/officeDocument/2006/relationships/image" Target="../media/image286.png"/><Relationship Id="rId462" Type="http://schemas.openxmlformats.org/officeDocument/2006/relationships/image" Target="../media/image493.jpeg"/><Relationship Id="rId1092" Type="http://schemas.openxmlformats.org/officeDocument/2006/relationships/image" Target="../media/image1123.png"/><Relationship Id="rId1106" Type="http://schemas.openxmlformats.org/officeDocument/2006/relationships/image" Target="../media/image1137.png"/><Relationship Id="rId115" Type="http://schemas.openxmlformats.org/officeDocument/2006/relationships/image" Target="../media/image146.png"/><Relationship Id="rId322" Type="http://schemas.openxmlformats.org/officeDocument/2006/relationships/image" Target="../media/image353.png"/><Relationship Id="rId767" Type="http://schemas.openxmlformats.org/officeDocument/2006/relationships/image" Target="../media/image798.png"/><Relationship Id="rId974" Type="http://schemas.openxmlformats.org/officeDocument/2006/relationships/image" Target="../media/image1005.jpeg"/><Relationship Id="rId199" Type="http://schemas.openxmlformats.org/officeDocument/2006/relationships/image" Target="../media/image230.png"/><Relationship Id="rId627" Type="http://schemas.openxmlformats.org/officeDocument/2006/relationships/image" Target="../media/image658.png"/><Relationship Id="rId834" Type="http://schemas.openxmlformats.org/officeDocument/2006/relationships/image" Target="../media/image865.png"/><Relationship Id="rId266" Type="http://schemas.openxmlformats.org/officeDocument/2006/relationships/image" Target="../media/image297.png"/><Relationship Id="rId473" Type="http://schemas.openxmlformats.org/officeDocument/2006/relationships/image" Target="../media/image504.jpeg"/><Relationship Id="rId680" Type="http://schemas.openxmlformats.org/officeDocument/2006/relationships/image" Target="../media/image711.jpeg"/><Relationship Id="rId901" Type="http://schemas.openxmlformats.org/officeDocument/2006/relationships/image" Target="../media/image932.png"/><Relationship Id="rId1117" Type="http://schemas.openxmlformats.org/officeDocument/2006/relationships/image" Target="../media/image1148.png"/><Relationship Id="rId30" Type="http://schemas.openxmlformats.org/officeDocument/2006/relationships/image" Target="../media/image61.png"/><Relationship Id="rId126" Type="http://schemas.openxmlformats.org/officeDocument/2006/relationships/image" Target="../media/image157.jpeg"/><Relationship Id="rId333" Type="http://schemas.openxmlformats.org/officeDocument/2006/relationships/image" Target="../media/image364.png"/><Relationship Id="rId540" Type="http://schemas.openxmlformats.org/officeDocument/2006/relationships/image" Target="../media/image571.png"/><Relationship Id="rId778" Type="http://schemas.openxmlformats.org/officeDocument/2006/relationships/image" Target="../media/image809.png"/><Relationship Id="rId985" Type="http://schemas.openxmlformats.org/officeDocument/2006/relationships/image" Target="../media/image1016.jpeg"/><Relationship Id="rId1170" Type="http://schemas.openxmlformats.org/officeDocument/2006/relationships/image" Target="../media/image1201.png"/><Relationship Id="rId638" Type="http://schemas.openxmlformats.org/officeDocument/2006/relationships/image" Target="../media/image669.png"/><Relationship Id="rId845" Type="http://schemas.openxmlformats.org/officeDocument/2006/relationships/image" Target="../media/image876.png"/><Relationship Id="rId1030" Type="http://schemas.openxmlformats.org/officeDocument/2006/relationships/image" Target="../media/image1061.jpeg"/><Relationship Id="rId277" Type="http://schemas.openxmlformats.org/officeDocument/2006/relationships/image" Target="../media/image308.png"/><Relationship Id="rId400" Type="http://schemas.openxmlformats.org/officeDocument/2006/relationships/image" Target="../media/image431.jpeg"/><Relationship Id="rId484" Type="http://schemas.openxmlformats.org/officeDocument/2006/relationships/image" Target="../media/image515.jpeg"/><Relationship Id="rId705" Type="http://schemas.openxmlformats.org/officeDocument/2006/relationships/image" Target="../media/image736.jpeg"/><Relationship Id="rId1128" Type="http://schemas.openxmlformats.org/officeDocument/2006/relationships/image" Target="../media/image1159.png"/><Relationship Id="rId137" Type="http://schemas.openxmlformats.org/officeDocument/2006/relationships/image" Target="../media/image168.jpeg"/><Relationship Id="rId344" Type="http://schemas.openxmlformats.org/officeDocument/2006/relationships/image" Target="../media/image375.png"/><Relationship Id="rId691" Type="http://schemas.openxmlformats.org/officeDocument/2006/relationships/image" Target="../media/image722.jpeg"/><Relationship Id="rId789" Type="http://schemas.openxmlformats.org/officeDocument/2006/relationships/image" Target="../media/image820.png"/><Relationship Id="rId912" Type="http://schemas.openxmlformats.org/officeDocument/2006/relationships/image" Target="../media/image943.png"/><Relationship Id="rId996" Type="http://schemas.openxmlformats.org/officeDocument/2006/relationships/image" Target="../media/image1027.jpeg"/><Relationship Id="rId41" Type="http://schemas.openxmlformats.org/officeDocument/2006/relationships/image" Target="../media/image72.png"/><Relationship Id="rId551" Type="http://schemas.openxmlformats.org/officeDocument/2006/relationships/image" Target="../media/image582.png"/><Relationship Id="rId649" Type="http://schemas.openxmlformats.org/officeDocument/2006/relationships/image" Target="../media/image680.png"/><Relationship Id="rId856" Type="http://schemas.openxmlformats.org/officeDocument/2006/relationships/image" Target="../media/image887.png"/><Relationship Id="rId1181" Type="http://schemas.openxmlformats.org/officeDocument/2006/relationships/image" Target="../media/image1212.png"/><Relationship Id="rId190" Type="http://schemas.openxmlformats.org/officeDocument/2006/relationships/image" Target="../media/image221.png"/><Relationship Id="rId204" Type="http://schemas.openxmlformats.org/officeDocument/2006/relationships/image" Target="../media/image235.png"/><Relationship Id="rId288" Type="http://schemas.openxmlformats.org/officeDocument/2006/relationships/image" Target="../media/image319.png"/><Relationship Id="rId411" Type="http://schemas.openxmlformats.org/officeDocument/2006/relationships/image" Target="../media/image442.jpeg"/><Relationship Id="rId509" Type="http://schemas.openxmlformats.org/officeDocument/2006/relationships/image" Target="../media/image540.png"/><Relationship Id="rId1041" Type="http://schemas.openxmlformats.org/officeDocument/2006/relationships/image" Target="../media/image1072.jpeg"/><Relationship Id="rId1139" Type="http://schemas.openxmlformats.org/officeDocument/2006/relationships/image" Target="../media/image1170.png"/><Relationship Id="rId495" Type="http://schemas.openxmlformats.org/officeDocument/2006/relationships/image" Target="../media/image526.jpeg"/><Relationship Id="rId716" Type="http://schemas.openxmlformats.org/officeDocument/2006/relationships/image" Target="../media/image747.jpeg"/><Relationship Id="rId923" Type="http://schemas.openxmlformats.org/officeDocument/2006/relationships/image" Target="../media/image954.png"/><Relationship Id="rId52" Type="http://schemas.openxmlformats.org/officeDocument/2006/relationships/image" Target="../media/image83.png"/><Relationship Id="rId148" Type="http://schemas.openxmlformats.org/officeDocument/2006/relationships/image" Target="../media/image179.png"/><Relationship Id="rId355" Type="http://schemas.openxmlformats.org/officeDocument/2006/relationships/image" Target="../media/image386.png"/><Relationship Id="rId562" Type="http://schemas.openxmlformats.org/officeDocument/2006/relationships/image" Target="../media/image593.png"/><Relationship Id="rId215" Type="http://schemas.openxmlformats.org/officeDocument/2006/relationships/image" Target="../media/image246.png"/><Relationship Id="rId422" Type="http://schemas.openxmlformats.org/officeDocument/2006/relationships/image" Target="../media/image453.jpeg"/><Relationship Id="rId867" Type="http://schemas.openxmlformats.org/officeDocument/2006/relationships/image" Target="../media/image898.png"/><Relationship Id="rId1052" Type="http://schemas.openxmlformats.org/officeDocument/2006/relationships/image" Target="../media/image1083.jpeg"/><Relationship Id="rId299" Type="http://schemas.openxmlformats.org/officeDocument/2006/relationships/image" Target="../media/image330.png"/><Relationship Id="rId727" Type="http://schemas.openxmlformats.org/officeDocument/2006/relationships/image" Target="../media/image758.jpeg"/><Relationship Id="rId934" Type="http://schemas.openxmlformats.org/officeDocument/2006/relationships/image" Target="../media/image965.png"/><Relationship Id="rId63" Type="http://schemas.openxmlformats.org/officeDocument/2006/relationships/image" Target="../media/image94.png"/><Relationship Id="rId159" Type="http://schemas.openxmlformats.org/officeDocument/2006/relationships/image" Target="../media/image190.png"/><Relationship Id="rId366" Type="http://schemas.openxmlformats.org/officeDocument/2006/relationships/image" Target="../media/image397.png"/><Relationship Id="rId573" Type="http://schemas.openxmlformats.org/officeDocument/2006/relationships/image" Target="../media/image604.png"/><Relationship Id="rId780" Type="http://schemas.openxmlformats.org/officeDocument/2006/relationships/image" Target="../media/image811.png"/><Relationship Id="rId226" Type="http://schemas.openxmlformats.org/officeDocument/2006/relationships/image" Target="../media/image257.png"/><Relationship Id="rId433" Type="http://schemas.openxmlformats.org/officeDocument/2006/relationships/image" Target="../media/image464.jpeg"/><Relationship Id="rId878" Type="http://schemas.openxmlformats.org/officeDocument/2006/relationships/image" Target="../media/image909.png"/><Relationship Id="rId1063" Type="http://schemas.openxmlformats.org/officeDocument/2006/relationships/image" Target="../media/image1094.jpeg"/><Relationship Id="rId640" Type="http://schemas.openxmlformats.org/officeDocument/2006/relationships/image" Target="../media/image671.png"/><Relationship Id="rId738" Type="http://schemas.openxmlformats.org/officeDocument/2006/relationships/image" Target="../media/image769.png"/><Relationship Id="rId945" Type="http://schemas.openxmlformats.org/officeDocument/2006/relationships/image" Target="../media/image976.png"/><Relationship Id="rId74" Type="http://schemas.openxmlformats.org/officeDocument/2006/relationships/image" Target="../media/image105.jpeg"/><Relationship Id="rId377" Type="http://schemas.openxmlformats.org/officeDocument/2006/relationships/image" Target="../media/image408.png"/><Relationship Id="rId500" Type="http://schemas.openxmlformats.org/officeDocument/2006/relationships/image" Target="../media/image531.png"/><Relationship Id="rId584" Type="http://schemas.openxmlformats.org/officeDocument/2006/relationships/image" Target="../media/image615.png"/><Relationship Id="rId805" Type="http://schemas.openxmlformats.org/officeDocument/2006/relationships/image" Target="../media/image836.png"/><Relationship Id="rId1130" Type="http://schemas.openxmlformats.org/officeDocument/2006/relationships/image" Target="../media/image1161.png"/><Relationship Id="rId5" Type="http://schemas.openxmlformats.org/officeDocument/2006/relationships/image" Target="../media/image36.png"/><Relationship Id="rId237" Type="http://schemas.openxmlformats.org/officeDocument/2006/relationships/image" Target="../media/image268.png"/><Relationship Id="rId791" Type="http://schemas.openxmlformats.org/officeDocument/2006/relationships/image" Target="../media/image822.png"/><Relationship Id="rId889" Type="http://schemas.openxmlformats.org/officeDocument/2006/relationships/image" Target="../media/image920.png"/><Relationship Id="rId1074" Type="http://schemas.openxmlformats.org/officeDocument/2006/relationships/image" Target="../media/image1105.jpeg"/><Relationship Id="rId444" Type="http://schemas.openxmlformats.org/officeDocument/2006/relationships/image" Target="../media/image475.jpeg"/><Relationship Id="rId651" Type="http://schemas.openxmlformats.org/officeDocument/2006/relationships/image" Target="../media/image682.png"/><Relationship Id="rId749" Type="http://schemas.openxmlformats.org/officeDocument/2006/relationships/image" Target="../media/image780.png"/><Relationship Id="rId290" Type="http://schemas.openxmlformats.org/officeDocument/2006/relationships/image" Target="../media/image321.png"/><Relationship Id="rId304" Type="http://schemas.openxmlformats.org/officeDocument/2006/relationships/image" Target="../media/image335.png"/><Relationship Id="rId388" Type="http://schemas.openxmlformats.org/officeDocument/2006/relationships/image" Target="../media/image419.png"/><Relationship Id="rId511" Type="http://schemas.openxmlformats.org/officeDocument/2006/relationships/image" Target="../media/image542.png"/><Relationship Id="rId609" Type="http://schemas.openxmlformats.org/officeDocument/2006/relationships/image" Target="../media/image640.png"/><Relationship Id="rId956" Type="http://schemas.openxmlformats.org/officeDocument/2006/relationships/image" Target="../media/image987.png"/><Relationship Id="rId1141" Type="http://schemas.openxmlformats.org/officeDocument/2006/relationships/image" Target="../media/image1172.png"/><Relationship Id="rId85" Type="http://schemas.openxmlformats.org/officeDocument/2006/relationships/image" Target="../media/image116.jpeg"/><Relationship Id="rId150" Type="http://schemas.openxmlformats.org/officeDocument/2006/relationships/image" Target="../media/image181.png"/><Relationship Id="rId595" Type="http://schemas.openxmlformats.org/officeDocument/2006/relationships/image" Target="../media/image626.png"/><Relationship Id="rId816" Type="http://schemas.openxmlformats.org/officeDocument/2006/relationships/image" Target="../media/image847.png"/><Relationship Id="rId1001" Type="http://schemas.openxmlformats.org/officeDocument/2006/relationships/image" Target="../media/image1032.jpeg"/><Relationship Id="rId248" Type="http://schemas.openxmlformats.org/officeDocument/2006/relationships/image" Target="../media/image279.png"/><Relationship Id="rId455" Type="http://schemas.openxmlformats.org/officeDocument/2006/relationships/image" Target="../media/image486.jpeg"/><Relationship Id="rId662" Type="http://schemas.openxmlformats.org/officeDocument/2006/relationships/image" Target="../media/image693.jpeg"/><Relationship Id="rId1085" Type="http://schemas.openxmlformats.org/officeDocument/2006/relationships/image" Target="../media/image1116.png"/><Relationship Id="rId12" Type="http://schemas.openxmlformats.org/officeDocument/2006/relationships/image" Target="../media/image43.png"/><Relationship Id="rId108" Type="http://schemas.openxmlformats.org/officeDocument/2006/relationships/image" Target="../media/image139.jpeg"/><Relationship Id="rId315" Type="http://schemas.openxmlformats.org/officeDocument/2006/relationships/image" Target="../media/image346.png"/><Relationship Id="rId522" Type="http://schemas.openxmlformats.org/officeDocument/2006/relationships/image" Target="../media/image553.png"/><Relationship Id="rId967" Type="http://schemas.openxmlformats.org/officeDocument/2006/relationships/image" Target="../media/image998.png"/><Relationship Id="rId1152" Type="http://schemas.openxmlformats.org/officeDocument/2006/relationships/image" Target="../media/image1183.png"/><Relationship Id="rId96" Type="http://schemas.openxmlformats.org/officeDocument/2006/relationships/image" Target="../media/image127.jpeg"/><Relationship Id="rId161" Type="http://schemas.openxmlformats.org/officeDocument/2006/relationships/image" Target="../media/image192.png"/><Relationship Id="rId399" Type="http://schemas.openxmlformats.org/officeDocument/2006/relationships/image" Target="../media/image430.jpeg"/><Relationship Id="rId827" Type="http://schemas.openxmlformats.org/officeDocument/2006/relationships/image" Target="../media/image858.png"/><Relationship Id="rId1012" Type="http://schemas.openxmlformats.org/officeDocument/2006/relationships/image" Target="../media/image1043.jpeg"/><Relationship Id="rId259" Type="http://schemas.openxmlformats.org/officeDocument/2006/relationships/image" Target="../media/image290.png"/><Relationship Id="rId466" Type="http://schemas.openxmlformats.org/officeDocument/2006/relationships/image" Target="../media/image497.jpeg"/><Relationship Id="rId673" Type="http://schemas.openxmlformats.org/officeDocument/2006/relationships/image" Target="../media/image704.jpeg"/><Relationship Id="rId880" Type="http://schemas.openxmlformats.org/officeDocument/2006/relationships/image" Target="../media/image911.png"/><Relationship Id="rId1096" Type="http://schemas.openxmlformats.org/officeDocument/2006/relationships/image" Target="../media/image1127.png"/><Relationship Id="rId23" Type="http://schemas.openxmlformats.org/officeDocument/2006/relationships/image" Target="../media/image54.png"/><Relationship Id="rId119" Type="http://schemas.openxmlformats.org/officeDocument/2006/relationships/image" Target="../media/image150.png"/><Relationship Id="rId326" Type="http://schemas.openxmlformats.org/officeDocument/2006/relationships/image" Target="../media/image357.png"/><Relationship Id="rId533" Type="http://schemas.openxmlformats.org/officeDocument/2006/relationships/image" Target="../media/image564.png"/><Relationship Id="rId978" Type="http://schemas.openxmlformats.org/officeDocument/2006/relationships/image" Target="../media/image1009.jpeg"/><Relationship Id="rId1163" Type="http://schemas.openxmlformats.org/officeDocument/2006/relationships/image" Target="../media/image1194.png"/><Relationship Id="rId740" Type="http://schemas.openxmlformats.org/officeDocument/2006/relationships/image" Target="../media/image771.png"/><Relationship Id="rId838" Type="http://schemas.openxmlformats.org/officeDocument/2006/relationships/image" Target="../media/image869.png"/><Relationship Id="rId1023" Type="http://schemas.openxmlformats.org/officeDocument/2006/relationships/image" Target="../media/image1054.jpeg"/><Relationship Id="rId172" Type="http://schemas.openxmlformats.org/officeDocument/2006/relationships/image" Target="../media/image203.png"/><Relationship Id="rId477" Type="http://schemas.openxmlformats.org/officeDocument/2006/relationships/image" Target="../media/image508.jpeg"/><Relationship Id="rId600" Type="http://schemas.openxmlformats.org/officeDocument/2006/relationships/image" Target="../media/image631.png"/><Relationship Id="rId684" Type="http://schemas.openxmlformats.org/officeDocument/2006/relationships/image" Target="../media/image715.jpeg"/><Relationship Id="rId337" Type="http://schemas.openxmlformats.org/officeDocument/2006/relationships/image" Target="../media/image368.png"/><Relationship Id="rId891" Type="http://schemas.openxmlformats.org/officeDocument/2006/relationships/image" Target="../media/image922.png"/><Relationship Id="rId905" Type="http://schemas.openxmlformats.org/officeDocument/2006/relationships/image" Target="../media/image936.png"/><Relationship Id="rId989" Type="http://schemas.openxmlformats.org/officeDocument/2006/relationships/image" Target="../media/image1020.jpeg"/><Relationship Id="rId34" Type="http://schemas.openxmlformats.org/officeDocument/2006/relationships/image" Target="../media/image65.png"/><Relationship Id="rId544" Type="http://schemas.openxmlformats.org/officeDocument/2006/relationships/image" Target="../media/image575.png"/><Relationship Id="rId751" Type="http://schemas.openxmlformats.org/officeDocument/2006/relationships/image" Target="../media/image782.png"/><Relationship Id="rId849" Type="http://schemas.openxmlformats.org/officeDocument/2006/relationships/image" Target="../media/image880.png"/><Relationship Id="rId1174" Type="http://schemas.openxmlformats.org/officeDocument/2006/relationships/image" Target="../media/image1205.png"/><Relationship Id="rId183" Type="http://schemas.openxmlformats.org/officeDocument/2006/relationships/image" Target="../media/image214.png"/><Relationship Id="rId390" Type="http://schemas.openxmlformats.org/officeDocument/2006/relationships/image" Target="../media/image421.png"/><Relationship Id="rId404" Type="http://schemas.openxmlformats.org/officeDocument/2006/relationships/image" Target="../media/image435.jpeg"/><Relationship Id="rId611" Type="http://schemas.openxmlformats.org/officeDocument/2006/relationships/image" Target="../media/image642.png"/><Relationship Id="rId1034" Type="http://schemas.openxmlformats.org/officeDocument/2006/relationships/image" Target="../media/image1065.jpeg"/><Relationship Id="rId250" Type="http://schemas.openxmlformats.org/officeDocument/2006/relationships/image" Target="../media/image281.png"/><Relationship Id="rId488" Type="http://schemas.openxmlformats.org/officeDocument/2006/relationships/image" Target="../media/image519.jpeg"/><Relationship Id="rId695" Type="http://schemas.openxmlformats.org/officeDocument/2006/relationships/image" Target="../media/image726.jpeg"/><Relationship Id="rId709" Type="http://schemas.openxmlformats.org/officeDocument/2006/relationships/image" Target="../media/image740.jpeg"/><Relationship Id="rId916" Type="http://schemas.openxmlformats.org/officeDocument/2006/relationships/image" Target="../media/image947.png"/><Relationship Id="rId1101" Type="http://schemas.openxmlformats.org/officeDocument/2006/relationships/image" Target="../media/image1132.png"/><Relationship Id="rId45" Type="http://schemas.openxmlformats.org/officeDocument/2006/relationships/image" Target="../media/image76.png"/><Relationship Id="rId110" Type="http://schemas.openxmlformats.org/officeDocument/2006/relationships/image" Target="../media/image141.png"/><Relationship Id="rId348" Type="http://schemas.openxmlformats.org/officeDocument/2006/relationships/image" Target="../media/image379.png"/><Relationship Id="rId555" Type="http://schemas.openxmlformats.org/officeDocument/2006/relationships/image" Target="../media/image586.png"/><Relationship Id="rId762" Type="http://schemas.openxmlformats.org/officeDocument/2006/relationships/image" Target="../media/image793.png"/><Relationship Id="rId194" Type="http://schemas.openxmlformats.org/officeDocument/2006/relationships/image" Target="../media/image225.png"/><Relationship Id="rId208" Type="http://schemas.openxmlformats.org/officeDocument/2006/relationships/image" Target="../media/image239.png"/><Relationship Id="rId415" Type="http://schemas.openxmlformats.org/officeDocument/2006/relationships/image" Target="../media/image446.jpeg"/><Relationship Id="rId622" Type="http://schemas.openxmlformats.org/officeDocument/2006/relationships/image" Target="../media/image653.png"/><Relationship Id="rId1045" Type="http://schemas.openxmlformats.org/officeDocument/2006/relationships/image" Target="../media/image1076.jpeg"/><Relationship Id="rId261" Type="http://schemas.openxmlformats.org/officeDocument/2006/relationships/image" Target="../media/image292.png"/><Relationship Id="rId499" Type="http://schemas.openxmlformats.org/officeDocument/2006/relationships/image" Target="../media/image530.jpeg"/><Relationship Id="rId927" Type="http://schemas.openxmlformats.org/officeDocument/2006/relationships/image" Target="../media/image958.png"/><Relationship Id="rId1112" Type="http://schemas.openxmlformats.org/officeDocument/2006/relationships/image" Target="../media/image1143.png"/><Relationship Id="rId56" Type="http://schemas.openxmlformats.org/officeDocument/2006/relationships/image" Target="../media/image87.png"/><Relationship Id="rId359" Type="http://schemas.openxmlformats.org/officeDocument/2006/relationships/image" Target="../media/image390.png"/><Relationship Id="rId566" Type="http://schemas.openxmlformats.org/officeDocument/2006/relationships/image" Target="../media/image597.png"/><Relationship Id="rId773" Type="http://schemas.openxmlformats.org/officeDocument/2006/relationships/image" Target="../media/image804.png"/><Relationship Id="rId121" Type="http://schemas.openxmlformats.org/officeDocument/2006/relationships/image" Target="../media/image152.jpeg"/><Relationship Id="rId219" Type="http://schemas.openxmlformats.org/officeDocument/2006/relationships/image" Target="../media/image250.png"/><Relationship Id="rId426" Type="http://schemas.openxmlformats.org/officeDocument/2006/relationships/image" Target="../media/image457.jpeg"/><Relationship Id="rId633" Type="http://schemas.openxmlformats.org/officeDocument/2006/relationships/image" Target="../media/image664.png"/><Relationship Id="rId980" Type="http://schemas.openxmlformats.org/officeDocument/2006/relationships/image" Target="../media/image1011.jpeg"/><Relationship Id="rId1056" Type="http://schemas.openxmlformats.org/officeDocument/2006/relationships/image" Target="../media/image1087.jpeg"/><Relationship Id="rId840" Type="http://schemas.openxmlformats.org/officeDocument/2006/relationships/image" Target="../media/image871.png"/><Relationship Id="rId938" Type="http://schemas.openxmlformats.org/officeDocument/2006/relationships/image" Target="../media/image969.png"/><Relationship Id="rId67" Type="http://schemas.openxmlformats.org/officeDocument/2006/relationships/image" Target="../media/image98.png"/><Relationship Id="rId272" Type="http://schemas.openxmlformats.org/officeDocument/2006/relationships/image" Target="../media/image303.png"/><Relationship Id="rId577" Type="http://schemas.openxmlformats.org/officeDocument/2006/relationships/image" Target="../media/image608.png"/><Relationship Id="rId700" Type="http://schemas.openxmlformats.org/officeDocument/2006/relationships/image" Target="../media/image731.png"/><Relationship Id="rId1123" Type="http://schemas.openxmlformats.org/officeDocument/2006/relationships/image" Target="../media/image1154.png"/><Relationship Id="rId132" Type="http://schemas.openxmlformats.org/officeDocument/2006/relationships/image" Target="../media/image163.png"/><Relationship Id="rId784" Type="http://schemas.openxmlformats.org/officeDocument/2006/relationships/image" Target="../media/image815.png"/><Relationship Id="rId991" Type="http://schemas.openxmlformats.org/officeDocument/2006/relationships/image" Target="../media/image1022.jpeg"/><Relationship Id="rId1067" Type="http://schemas.openxmlformats.org/officeDocument/2006/relationships/image" Target="../media/image1098.jpeg"/><Relationship Id="rId437" Type="http://schemas.openxmlformats.org/officeDocument/2006/relationships/image" Target="../media/image468.jpeg"/><Relationship Id="rId644" Type="http://schemas.openxmlformats.org/officeDocument/2006/relationships/image" Target="../media/image675.png"/><Relationship Id="rId851" Type="http://schemas.openxmlformats.org/officeDocument/2006/relationships/image" Target="../media/image882.png"/><Relationship Id="rId283" Type="http://schemas.openxmlformats.org/officeDocument/2006/relationships/image" Target="../media/image314.png"/><Relationship Id="rId490" Type="http://schemas.openxmlformats.org/officeDocument/2006/relationships/image" Target="../media/image521.jpeg"/><Relationship Id="rId504" Type="http://schemas.openxmlformats.org/officeDocument/2006/relationships/image" Target="../media/image535.png"/><Relationship Id="rId711" Type="http://schemas.openxmlformats.org/officeDocument/2006/relationships/image" Target="../media/image742.jpeg"/><Relationship Id="rId949" Type="http://schemas.openxmlformats.org/officeDocument/2006/relationships/image" Target="../media/image980.png"/><Relationship Id="rId1134" Type="http://schemas.openxmlformats.org/officeDocument/2006/relationships/image" Target="../media/image1165.png"/><Relationship Id="rId78" Type="http://schemas.openxmlformats.org/officeDocument/2006/relationships/image" Target="../media/image109.jpeg"/><Relationship Id="rId143" Type="http://schemas.openxmlformats.org/officeDocument/2006/relationships/image" Target="../media/image174.png"/><Relationship Id="rId350" Type="http://schemas.openxmlformats.org/officeDocument/2006/relationships/image" Target="../media/image381.png"/><Relationship Id="rId588" Type="http://schemas.openxmlformats.org/officeDocument/2006/relationships/image" Target="../media/image619.png"/><Relationship Id="rId795" Type="http://schemas.openxmlformats.org/officeDocument/2006/relationships/image" Target="../media/image826.png"/><Relationship Id="rId809" Type="http://schemas.openxmlformats.org/officeDocument/2006/relationships/image" Target="../media/image840.png"/><Relationship Id="rId9" Type="http://schemas.openxmlformats.org/officeDocument/2006/relationships/image" Target="../media/image40.png"/><Relationship Id="rId210" Type="http://schemas.openxmlformats.org/officeDocument/2006/relationships/image" Target="../media/image241.png"/><Relationship Id="rId448" Type="http://schemas.openxmlformats.org/officeDocument/2006/relationships/image" Target="../media/image479.jpeg"/><Relationship Id="rId655" Type="http://schemas.openxmlformats.org/officeDocument/2006/relationships/image" Target="../media/image686.png"/><Relationship Id="rId862" Type="http://schemas.openxmlformats.org/officeDocument/2006/relationships/image" Target="../media/image893.png"/><Relationship Id="rId1078" Type="http://schemas.openxmlformats.org/officeDocument/2006/relationships/image" Target="../media/image1109.png"/><Relationship Id="rId294" Type="http://schemas.openxmlformats.org/officeDocument/2006/relationships/image" Target="../media/image325.png"/><Relationship Id="rId308" Type="http://schemas.openxmlformats.org/officeDocument/2006/relationships/image" Target="../media/image339.png"/><Relationship Id="rId515" Type="http://schemas.openxmlformats.org/officeDocument/2006/relationships/image" Target="../media/image546.png"/><Relationship Id="rId722" Type="http://schemas.openxmlformats.org/officeDocument/2006/relationships/image" Target="../media/image753.jpeg"/><Relationship Id="rId1145" Type="http://schemas.openxmlformats.org/officeDocument/2006/relationships/image" Target="../media/image1176.png"/><Relationship Id="rId89" Type="http://schemas.openxmlformats.org/officeDocument/2006/relationships/image" Target="../media/image120.jpeg"/><Relationship Id="rId154" Type="http://schemas.openxmlformats.org/officeDocument/2006/relationships/image" Target="../media/image185.jpeg"/><Relationship Id="rId361" Type="http://schemas.openxmlformats.org/officeDocument/2006/relationships/image" Target="../media/image392.png"/><Relationship Id="rId599" Type="http://schemas.openxmlformats.org/officeDocument/2006/relationships/image" Target="../media/image630.jpeg"/><Relationship Id="rId1005" Type="http://schemas.openxmlformats.org/officeDocument/2006/relationships/image" Target="../media/image1036.jpeg"/><Relationship Id="rId459" Type="http://schemas.openxmlformats.org/officeDocument/2006/relationships/image" Target="../media/image490.jpeg"/><Relationship Id="rId666" Type="http://schemas.openxmlformats.org/officeDocument/2006/relationships/image" Target="../media/image697.jpeg"/><Relationship Id="rId873" Type="http://schemas.openxmlformats.org/officeDocument/2006/relationships/image" Target="../media/image904.png"/><Relationship Id="rId1089" Type="http://schemas.openxmlformats.org/officeDocument/2006/relationships/image" Target="../media/image1120.png"/><Relationship Id="rId16" Type="http://schemas.openxmlformats.org/officeDocument/2006/relationships/image" Target="../media/image47.png"/><Relationship Id="rId221" Type="http://schemas.openxmlformats.org/officeDocument/2006/relationships/image" Target="../media/image252.png"/><Relationship Id="rId319" Type="http://schemas.openxmlformats.org/officeDocument/2006/relationships/image" Target="../media/image350.png"/><Relationship Id="rId526" Type="http://schemas.openxmlformats.org/officeDocument/2006/relationships/image" Target="../media/image557.png"/><Relationship Id="rId1156" Type="http://schemas.openxmlformats.org/officeDocument/2006/relationships/image" Target="../media/image1187.png"/><Relationship Id="rId733" Type="http://schemas.openxmlformats.org/officeDocument/2006/relationships/image" Target="../media/image764.png"/><Relationship Id="rId940" Type="http://schemas.openxmlformats.org/officeDocument/2006/relationships/image" Target="../media/image971.png"/><Relationship Id="rId1016" Type="http://schemas.openxmlformats.org/officeDocument/2006/relationships/image" Target="../media/image1047.jpeg"/><Relationship Id="rId165" Type="http://schemas.openxmlformats.org/officeDocument/2006/relationships/image" Target="../media/image196.png"/><Relationship Id="rId372" Type="http://schemas.openxmlformats.org/officeDocument/2006/relationships/image" Target="../media/image403.png"/><Relationship Id="rId677" Type="http://schemas.openxmlformats.org/officeDocument/2006/relationships/image" Target="../media/image708.jpeg"/><Relationship Id="rId800" Type="http://schemas.openxmlformats.org/officeDocument/2006/relationships/image" Target="../media/image831.png"/><Relationship Id="rId232" Type="http://schemas.openxmlformats.org/officeDocument/2006/relationships/image" Target="../media/image263.png"/><Relationship Id="rId884" Type="http://schemas.openxmlformats.org/officeDocument/2006/relationships/image" Target="../media/image915.png"/><Relationship Id="rId27" Type="http://schemas.openxmlformats.org/officeDocument/2006/relationships/image" Target="../media/image58.png"/><Relationship Id="rId537" Type="http://schemas.openxmlformats.org/officeDocument/2006/relationships/image" Target="../media/image568.png"/><Relationship Id="rId744" Type="http://schemas.openxmlformats.org/officeDocument/2006/relationships/image" Target="../media/image775.jpeg"/><Relationship Id="rId951" Type="http://schemas.openxmlformats.org/officeDocument/2006/relationships/image" Target="../media/image982.png"/><Relationship Id="rId1167" Type="http://schemas.openxmlformats.org/officeDocument/2006/relationships/image" Target="../media/image1198.png"/><Relationship Id="rId80" Type="http://schemas.openxmlformats.org/officeDocument/2006/relationships/image" Target="../media/image111.jpeg"/><Relationship Id="rId176" Type="http://schemas.openxmlformats.org/officeDocument/2006/relationships/image" Target="../media/image207.png"/><Relationship Id="rId383" Type="http://schemas.openxmlformats.org/officeDocument/2006/relationships/image" Target="../media/image414.png"/><Relationship Id="rId590" Type="http://schemas.openxmlformats.org/officeDocument/2006/relationships/image" Target="../media/image621.png"/><Relationship Id="rId604" Type="http://schemas.openxmlformats.org/officeDocument/2006/relationships/image" Target="../media/image635.png"/><Relationship Id="rId811" Type="http://schemas.openxmlformats.org/officeDocument/2006/relationships/image" Target="../media/image842.png"/><Relationship Id="rId1027" Type="http://schemas.openxmlformats.org/officeDocument/2006/relationships/image" Target="../media/image1058.jpeg"/><Relationship Id="rId243" Type="http://schemas.openxmlformats.org/officeDocument/2006/relationships/image" Target="../media/image274.png"/><Relationship Id="rId450" Type="http://schemas.openxmlformats.org/officeDocument/2006/relationships/image" Target="../media/image481.jpeg"/><Relationship Id="rId688" Type="http://schemas.openxmlformats.org/officeDocument/2006/relationships/image" Target="../media/image719.jpeg"/><Relationship Id="rId895" Type="http://schemas.openxmlformats.org/officeDocument/2006/relationships/image" Target="../media/image926.png"/><Relationship Id="rId909" Type="http://schemas.openxmlformats.org/officeDocument/2006/relationships/image" Target="../media/image940.png"/><Relationship Id="rId1080" Type="http://schemas.openxmlformats.org/officeDocument/2006/relationships/image" Target="../media/image1111.png"/><Relationship Id="rId38" Type="http://schemas.openxmlformats.org/officeDocument/2006/relationships/image" Target="../media/image69.png"/><Relationship Id="rId103" Type="http://schemas.openxmlformats.org/officeDocument/2006/relationships/image" Target="../media/image134.jpeg"/><Relationship Id="rId310" Type="http://schemas.openxmlformats.org/officeDocument/2006/relationships/image" Target="../media/image341.png"/><Relationship Id="rId548" Type="http://schemas.openxmlformats.org/officeDocument/2006/relationships/image" Target="../media/image579.png"/><Relationship Id="rId755" Type="http://schemas.openxmlformats.org/officeDocument/2006/relationships/image" Target="../media/image786.png"/><Relationship Id="rId962" Type="http://schemas.openxmlformats.org/officeDocument/2006/relationships/image" Target="../media/image993.png"/><Relationship Id="rId1178" Type="http://schemas.openxmlformats.org/officeDocument/2006/relationships/image" Target="../media/image1209.png"/><Relationship Id="rId91" Type="http://schemas.openxmlformats.org/officeDocument/2006/relationships/image" Target="../media/image122.jpeg"/><Relationship Id="rId187" Type="http://schemas.openxmlformats.org/officeDocument/2006/relationships/image" Target="../media/image218.png"/><Relationship Id="rId394" Type="http://schemas.openxmlformats.org/officeDocument/2006/relationships/image" Target="../media/image425.jpeg"/><Relationship Id="rId408" Type="http://schemas.openxmlformats.org/officeDocument/2006/relationships/image" Target="../media/image439.jpeg"/><Relationship Id="rId615" Type="http://schemas.openxmlformats.org/officeDocument/2006/relationships/image" Target="../media/image646.png"/><Relationship Id="rId822" Type="http://schemas.openxmlformats.org/officeDocument/2006/relationships/image" Target="../media/image853.png"/><Relationship Id="rId1038" Type="http://schemas.openxmlformats.org/officeDocument/2006/relationships/image" Target="../media/image1069.jpeg"/><Relationship Id="rId254" Type="http://schemas.openxmlformats.org/officeDocument/2006/relationships/image" Target="../media/image285.png"/><Relationship Id="rId699" Type="http://schemas.openxmlformats.org/officeDocument/2006/relationships/image" Target="../media/image730.png"/><Relationship Id="rId1091" Type="http://schemas.openxmlformats.org/officeDocument/2006/relationships/image" Target="../media/image1122.png"/><Relationship Id="rId1105" Type="http://schemas.openxmlformats.org/officeDocument/2006/relationships/image" Target="../media/image1136.png"/><Relationship Id="rId49" Type="http://schemas.openxmlformats.org/officeDocument/2006/relationships/image" Target="../media/image80.png"/><Relationship Id="rId114" Type="http://schemas.openxmlformats.org/officeDocument/2006/relationships/image" Target="../media/image145.png"/><Relationship Id="rId461" Type="http://schemas.openxmlformats.org/officeDocument/2006/relationships/image" Target="../media/image492.jpeg"/><Relationship Id="rId559" Type="http://schemas.openxmlformats.org/officeDocument/2006/relationships/image" Target="../media/image590.png"/><Relationship Id="rId766" Type="http://schemas.openxmlformats.org/officeDocument/2006/relationships/image" Target="../media/image797.png"/><Relationship Id="rId198" Type="http://schemas.openxmlformats.org/officeDocument/2006/relationships/image" Target="../media/image229.png"/><Relationship Id="rId321" Type="http://schemas.openxmlformats.org/officeDocument/2006/relationships/image" Target="../media/image352.png"/><Relationship Id="rId419" Type="http://schemas.openxmlformats.org/officeDocument/2006/relationships/image" Target="../media/image450.jpeg"/><Relationship Id="rId626" Type="http://schemas.openxmlformats.org/officeDocument/2006/relationships/image" Target="../media/image657.png"/><Relationship Id="rId973" Type="http://schemas.openxmlformats.org/officeDocument/2006/relationships/image" Target="../media/image1004.jpeg"/><Relationship Id="rId1049" Type="http://schemas.openxmlformats.org/officeDocument/2006/relationships/image" Target="../media/image1080.jpeg"/><Relationship Id="rId833" Type="http://schemas.openxmlformats.org/officeDocument/2006/relationships/image" Target="../media/image864.png"/><Relationship Id="rId1116" Type="http://schemas.openxmlformats.org/officeDocument/2006/relationships/image" Target="../media/image1147.png"/><Relationship Id="rId265" Type="http://schemas.openxmlformats.org/officeDocument/2006/relationships/image" Target="../media/image296.png"/><Relationship Id="rId472" Type="http://schemas.openxmlformats.org/officeDocument/2006/relationships/image" Target="../media/image503.jpeg"/><Relationship Id="rId900" Type="http://schemas.openxmlformats.org/officeDocument/2006/relationships/image" Target="../media/image931.png"/><Relationship Id="rId125" Type="http://schemas.openxmlformats.org/officeDocument/2006/relationships/image" Target="../media/image156.jpeg"/><Relationship Id="rId332" Type="http://schemas.openxmlformats.org/officeDocument/2006/relationships/image" Target="../media/image363.png"/><Relationship Id="rId777" Type="http://schemas.openxmlformats.org/officeDocument/2006/relationships/image" Target="../media/image808.png"/><Relationship Id="rId984" Type="http://schemas.openxmlformats.org/officeDocument/2006/relationships/image" Target="../media/image1015.jpeg"/><Relationship Id="rId637" Type="http://schemas.openxmlformats.org/officeDocument/2006/relationships/image" Target="../media/image668.png"/><Relationship Id="rId844" Type="http://schemas.openxmlformats.org/officeDocument/2006/relationships/image" Target="../media/image875.png"/><Relationship Id="rId276" Type="http://schemas.openxmlformats.org/officeDocument/2006/relationships/image" Target="../media/image307.png"/><Relationship Id="rId483" Type="http://schemas.openxmlformats.org/officeDocument/2006/relationships/image" Target="../media/image514.jpeg"/><Relationship Id="rId690" Type="http://schemas.openxmlformats.org/officeDocument/2006/relationships/image" Target="../media/image721.jpeg"/><Relationship Id="rId704" Type="http://schemas.openxmlformats.org/officeDocument/2006/relationships/image" Target="../media/image735.png"/><Relationship Id="rId911" Type="http://schemas.openxmlformats.org/officeDocument/2006/relationships/image" Target="../media/image942.png"/><Relationship Id="rId1127" Type="http://schemas.openxmlformats.org/officeDocument/2006/relationships/image" Target="../media/image1158.png"/><Relationship Id="rId40" Type="http://schemas.openxmlformats.org/officeDocument/2006/relationships/image" Target="../media/image71.png"/><Relationship Id="rId136" Type="http://schemas.openxmlformats.org/officeDocument/2006/relationships/image" Target="../media/image167.jpeg"/><Relationship Id="rId343" Type="http://schemas.openxmlformats.org/officeDocument/2006/relationships/image" Target="../media/image374.png"/><Relationship Id="rId550" Type="http://schemas.openxmlformats.org/officeDocument/2006/relationships/image" Target="../media/image581.png"/><Relationship Id="rId788" Type="http://schemas.openxmlformats.org/officeDocument/2006/relationships/image" Target="../media/image819.png"/><Relationship Id="rId995" Type="http://schemas.openxmlformats.org/officeDocument/2006/relationships/image" Target="../media/image1026.jpeg"/><Relationship Id="rId1180" Type="http://schemas.openxmlformats.org/officeDocument/2006/relationships/image" Target="../media/image1211.png"/><Relationship Id="rId203" Type="http://schemas.openxmlformats.org/officeDocument/2006/relationships/image" Target="../media/image234.png"/><Relationship Id="rId648" Type="http://schemas.openxmlformats.org/officeDocument/2006/relationships/image" Target="../media/image679.png"/><Relationship Id="rId855" Type="http://schemas.openxmlformats.org/officeDocument/2006/relationships/image" Target="../media/image886.png"/><Relationship Id="rId1040" Type="http://schemas.openxmlformats.org/officeDocument/2006/relationships/image" Target="../media/image1071.jpeg"/><Relationship Id="rId287" Type="http://schemas.openxmlformats.org/officeDocument/2006/relationships/image" Target="../media/image318.png"/><Relationship Id="rId410" Type="http://schemas.openxmlformats.org/officeDocument/2006/relationships/image" Target="../media/image441.jpeg"/><Relationship Id="rId494" Type="http://schemas.openxmlformats.org/officeDocument/2006/relationships/image" Target="../media/image525.jpeg"/><Relationship Id="rId508" Type="http://schemas.openxmlformats.org/officeDocument/2006/relationships/image" Target="../media/image539.png"/><Relationship Id="rId715" Type="http://schemas.openxmlformats.org/officeDocument/2006/relationships/image" Target="../media/image746.jpeg"/><Relationship Id="rId922" Type="http://schemas.openxmlformats.org/officeDocument/2006/relationships/image" Target="../media/image953.png"/><Relationship Id="rId1138" Type="http://schemas.openxmlformats.org/officeDocument/2006/relationships/image" Target="../media/image1169.png"/><Relationship Id="rId147" Type="http://schemas.openxmlformats.org/officeDocument/2006/relationships/image" Target="../media/image178.png"/><Relationship Id="rId354" Type="http://schemas.openxmlformats.org/officeDocument/2006/relationships/image" Target="../media/image385.png"/><Relationship Id="rId799" Type="http://schemas.openxmlformats.org/officeDocument/2006/relationships/image" Target="../media/image830.png"/><Relationship Id="rId51" Type="http://schemas.openxmlformats.org/officeDocument/2006/relationships/image" Target="../media/image82.png"/><Relationship Id="rId561" Type="http://schemas.openxmlformats.org/officeDocument/2006/relationships/image" Target="../media/image592.png"/><Relationship Id="rId659" Type="http://schemas.openxmlformats.org/officeDocument/2006/relationships/image" Target="../media/image690.png"/><Relationship Id="rId866" Type="http://schemas.openxmlformats.org/officeDocument/2006/relationships/image" Target="../media/image897.png"/><Relationship Id="rId214" Type="http://schemas.openxmlformats.org/officeDocument/2006/relationships/image" Target="../media/image245.png"/><Relationship Id="rId298" Type="http://schemas.openxmlformats.org/officeDocument/2006/relationships/image" Target="../media/image329.png"/><Relationship Id="rId421" Type="http://schemas.openxmlformats.org/officeDocument/2006/relationships/image" Target="../media/image452.jpeg"/><Relationship Id="rId519" Type="http://schemas.openxmlformats.org/officeDocument/2006/relationships/image" Target="../media/image550.png"/><Relationship Id="rId1051" Type="http://schemas.openxmlformats.org/officeDocument/2006/relationships/image" Target="../media/image1082.jpeg"/><Relationship Id="rId1149" Type="http://schemas.openxmlformats.org/officeDocument/2006/relationships/image" Target="../media/image1180.png"/><Relationship Id="rId158" Type="http://schemas.openxmlformats.org/officeDocument/2006/relationships/image" Target="../media/image189.png"/><Relationship Id="rId726" Type="http://schemas.openxmlformats.org/officeDocument/2006/relationships/image" Target="../media/image757.jpeg"/><Relationship Id="rId933" Type="http://schemas.openxmlformats.org/officeDocument/2006/relationships/image" Target="../media/image964.png"/><Relationship Id="rId1009" Type="http://schemas.openxmlformats.org/officeDocument/2006/relationships/image" Target="../media/image1040.jpeg"/><Relationship Id="rId62" Type="http://schemas.openxmlformats.org/officeDocument/2006/relationships/image" Target="../media/image93.png"/><Relationship Id="rId365" Type="http://schemas.openxmlformats.org/officeDocument/2006/relationships/image" Target="../media/image396.png"/><Relationship Id="rId572" Type="http://schemas.openxmlformats.org/officeDocument/2006/relationships/image" Target="../media/image603.png"/><Relationship Id="rId225" Type="http://schemas.openxmlformats.org/officeDocument/2006/relationships/image" Target="../media/image256.png"/><Relationship Id="rId432" Type="http://schemas.openxmlformats.org/officeDocument/2006/relationships/image" Target="../media/image463.jpeg"/><Relationship Id="rId877" Type="http://schemas.openxmlformats.org/officeDocument/2006/relationships/image" Target="../media/image908.png"/><Relationship Id="rId1062" Type="http://schemas.openxmlformats.org/officeDocument/2006/relationships/image" Target="../media/image1093.jpeg"/><Relationship Id="rId737" Type="http://schemas.openxmlformats.org/officeDocument/2006/relationships/image" Target="../media/image768.png"/><Relationship Id="rId944" Type="http://schemas.openxmlformats.org/officeDocument/2006/relationships/image" Target="../media/image975.png"/><Relationship Id="rId73" Type="http://schemas.openxmlformats.org/officeDocument/2006/relationships/image" Target="../media/image104.jpeg"/><Relationship Id="rId169" Type="http://schemas.openxmlformats.org/officeDocument/2006/relationships/image" Target="../media/image200.png"/><Relationship Id="rId376" Type="http://schemas.openxmlformats.org/officeDocument/2006/relationships/image" Target="../media/image407.png"/><Relationship Id="rId583" Type="http://schemas.openxmlformats.org/officeDocument/2006/relationships/image" Target="../media/image614.png"/><Relationship Id="rId790" Type="http://schemas.openxmlformats.org/officeDocument/2006/relationships/image" Target="../media/image821.png"/><Relationship Id="rId804" Type="http://schemas.openxmlformats.org/officeDocument/2006/relationships/image" Target="../media/image835.png"/><Relationship Id="rId4" Type="http://schemas.openxmlformats.org/officeDocument/2006/relationships/image" Target="../media/image35.png"/><Relationship Id="rId236" Type="http://schemas.openxmlformats.org/officeDocument/2006/relationships/image" Target="../media/image267.png"/><Relationship Id="rId443" Type="http://schemas.openxmlformats.org/officeDocument/2006/relationships/image" Target="../media/image474.jpeg"/><Relationship Id="rId650" Type="http://schemas.openxmlformats.org/officeDocument/2006/relationships/image" Target="../media/image681.png"/><Relationship Id="rId888" Type="http://schemas.openxmlformats.org/officeDocument/2006/relationships/image" Target="../media/image919.png"/><Relationship Id="rId1073" Type="http://schemas.openxmlformats.org/officeDocument/2006/relationships/image" Target="../media/image1104.jpeg"/><Relationship Id="rId303" Type="http://schemas.openxmlformats.org/officeDocument/2006/relationships/image" Target="../media/image334.png"/><Relationship Id="rId748" Type="http://schemas.openxmlformats.org/officeDocument/2006/relationships/image" Target="../media/image779.png"/><Relationship Id="rId955" Type="http://schemas.openxmlformats.org/officeDocument/2006/relationships/image" Target="../media/image986.png"/><Relationship Id="rId1140" Type="http://schemas.openxmlformats.org/officeDocument/2006/relationships/image" Target="../media/image1171.png"/><Relationship Id="rId84" Type="http://schemas.openxmlformats.org/officeDocument/2006/relationships/image" Target="../media/image115.png"/><Relationship Id="rId387" Type="http://schemas.openxmlformats.org/officeDocument/2006/relationships/image" Target="../media/image418.png"/><Relationship Id="rId510" Type="http://schemas.openxmlformats.org/officeDocument/2006/relationships/image" Target="../media/image541.png"/><Relationship Id="rId594" Type="http://schemas.openxmlformats.org/officeDocument/2006/relationships/image" Target="../media/image625.png"/><Relationship Id="rId608" Type="http://schemas.openxmlformats.org/officeDocument/2006/relationships/image" Target="../media/image639.png"/><Relationship Id="rId815" Type="http://schemas.openxmlformats.org/officeDocument/2006/relationships/image" Target="../media/image846.png"/><Relationship Id="rId247" Type="http://schemas.openxmlformats.org/officeDocument/2006/relationships/image" Target="../media/image278.png"/><Relationship Id="rId899" Type="http://schemas.openxmlformats.org/officeDocument/2006/relationships/image" Target="../media/image930.png"/><Relationship Id="rId1000" Type="http://schemas.openxmlformats.org/officeDocument/2006/relationships/image" Target="../media/image1031.jpeg"/><Relationship Id="rId1084" Type="http://schemas.openxmlformats.org/officeDocument/2006/relationships/image" Target="../media/image1115.png"/><Relationship Id="rId107" Type="http://schemas.openxmlformats.org/officeDocument/2006/relationships/image" Target="../media/image138.jpeg"/><Relationship Id="rId454" Type="http://schemas.openxmlformats.org/officeDocument/2006/relationships/image" Target="../media/image485.jpeg"/><Relationship Id="rId661" Type="http://schemas.openxmlformats.org/officeDocument/2006/relationships/image" Target="../media/image692.png"/><Relationship Id="rId759" Type="http://schemas.openxmlformats.org/officeDocument/2006/relationships/image" Target="../media/image790.png"/><Relationship Id="rId966" Type="http://schemas.openxmlformats.org/officeDocument/2006/relationships/image" Target="../media/image997.png"/><Relationship Id="rId11" Type="http://schemas.openxmlformats.org/officeDocument/2006/relationships/image" Target="../media/image42.png"/><Relationship Id="rId314" Type="http://schemas.openxmlformats.org/officeDocument/2006/relationships/image" Target="../media/image345.png"/><Relationship Id="rId398" Type="http://schemas.openxmlformats.org/officeDocument/2006/relationships/image" Target="../media/image429.jpeg"/><Relationship Id="rId521" Type="http://schemas.openxmlformats.org/officeDocument/2006/relationships/image" Target="../media/image552.png"/><Relationship Id="rId619" Type="http://schemas.openxmlformats.org/officeDocument/2006/relationships/image" Target="../media/image650.png"/><Relationship Id="rId1151" Type="http://schemas.openxmlformats.org/officeDocument/2006/relationships/image" Target="../media/image1182.png"/><Relationship Id="rId95" Type="http://schemas.openxmlformats.org/officeDocument/2006/relationships/image" Target="../media/image126.jpeg"/><Relationship Id="rId160" Type="http://schemas.openxmlformats.org/officeDocument/2006/relationships/image" Target="../media/image191.png"/><Relationship Id="rId826" Type="http://schemas.openxmlformats.org/officeDocument/2006/relationships/image" Target="../media/image857.png"/><Relationship Id="rId1011" Type="http://schemas.openxmlformats.org/officeDocument/2006/relationships/image" Target="../media/image1042.jpeg"/><Relationship Id="rId1109" Type="http://schemas.openxmlformats.org/officeDocument/2006/relationships/image" Target="../media/image1140.png"/><Relationship Id="rId258" Type="http://schemas.openxmlformats.org/officeDocument/2006/relationships/image" Target="../media/image289.png"/><Relationship Id="rId465" Type="http://schemas.openxmlformats.org/officeDocument/2006/relationships/image" Target="../media/image496.jpeg"/><Relationship Id="rId672" Type="http://schemas.openxmlformats.org/officeDocument/2006/relationships/image" Target="../media/image703.jpeg"/><Relationship Id="rId1095" Type="http://schemas.openxmlformats.org/officeDocument/2006/relationships/image" Target="../media/image1126.png"/><Relationship Id="rId22" Type="http://schemas.openxmlformats.org/officeDocument/2006/relationships/image" Target="../media/image53.png"/><Relationship Id="rId118" Type="http://schemas.openxmlformats.org/officeDocument/2006/relationships/image" Target="../media/image149.png"/><Relationship Id="rId325" Type="http://schemas.openxmlformats.org/officeDocument/2006/relationships/image" Target="../media/image356.png"/><Relationship Id="rId532" Type="http://schemas.openxmlformats.org/officeDocument/2006/relationships/image" Target="../media/image563.png"/><Relationship Id="rId977" Type="http://schemas.openxmlformats.org/officeDocument/2006/relationships/image" Target="../media/image1008.jpeg"/><Relationship Id="rId1162" Type="http://schemas.openxmlformats.org/officeDocument/2006/relationships/image" Target="../media/image1193.png"/><Relationship Id="rId171" Type="http://schemas.openxmlformats.org/officeDocument/2006/relationships/image" Target="../media/image202.png"/><Relationship Id="rId837" Type="http://schemas.openxmlformats.org/officeDocument/2006/relationships/image" Target="../media/image868.png"/><Relationship Id="rId1022" Type="http://schemas.openxmlformats.org/officeDocument/2006/relationships/image" Target="../media/image1053.jpeg"/><Relationship Id="rId269" Type="http://schemas.openxmlformats.org/officeDocument/2006/relationships/image" Target="../media/image300.png"/><Relationship Id="rId476" Type="http://schemas.openxmlformats.org/officeDocument/2006/relationships/image" Target="../media/image507.jpeg"/><Relationship Id="rId683" Type="http://schemas.openxmlformats.org/officeDocument/2006/relationships/image" Target="../media/image714.jpeg"/><Relationship Id="rId890" Type="http://schemas.openxmlformats.org/officeDocument/2006/relationships/image" Target="../media/image921.png"/><Relationship Id="rId904" Type="http://schemas.openxmlformats.org/officeDocument/2006/relationships/image" Target="../media/image935.png"/><Relationship Id="rId33" Type="http://schemas.openxmlformats.org/officeDocument/2006/relationships/image" Target="../media/image64.png"/><Relationship Id="rId129" Type="http://schemas.openxmlformats.org/officeDocument/2006/relationships/image" Target="../media/image160.jpeg"/><Relationship Id="rId336" Type="http://schemas.openxmlformats.org/officeDocument/2006/relationships/image" Target="../media/image367.png"/><Relationship Id="rId543" Type="http://schemas.openxmlformats.org/officeDocument/2006/relationships/image" Target="../media/image574.png"/><Relationship Id="rId988" Type="http://schemas.openxmlformats.org/officeDocument/2006/relationships/image" Target="../media/image1019.jpeg"/><Relationship Id="rId1173" Type="http://schemas.openxmlformats.org/officeDocument/2006/relationships/image" Target="../media/image1204.png"/><Relationship Id="rId182" Type="http://schemas.openxmlformats.org/officeDocument/2006/relationships/image" Target="../media/image213.png"/><Relationship Id="rId403" Type="http://schemas.openxmlformats.org/officeDocument/2006/relationships/image" Target="../media/image434.jpeg"/><Relationship Id="rId750" Type="http://schemas.openxmlformats.org/officeDocument/2006/relationships/image" Target="../media/image781.png"/><Relationship Id="rId848" Type="http://schemas.openxmlformats.org/officeDocument/2006/relationships/image" Target="../media/image879.png"/><Relationship Id="rId1033" Type="http://schemas.openxmlformats.org/officeDocument/2006/relationships/image" Target="../media/image1064.jpeg"/><Relationship Id="rId487" Type="http://schemas.openxmlformats.org/officeDocument/2006/relationships/image" Target="../media/image518.jpeg"/><Relationship Id="rId610" Type="http://schemas.openxmlformats.org/officeDocument/2006/relationships/image" Target="../media/image641.png"/><Relationship Id="rId694" Type="http://schemas.openxmlformats.org/officeDocument/2006/relationships/image" Target="../media/image725.jpeg"/><Relationship Id="rId708" Type="http://schemas.openxmlformats.org/officeDocument/2006/relationships/image" Target="../media/image739.png"/><Relationship Id="rId915" Type="http://schemas.openxmlformats.org/officeDocument/2006/relationships/image" Target="../media/image946.png"/><Relationship Id="rId347" Type="http://schemas.openxmlformats.org/officeDocument/2006/relationships/image" Target="../media/image378.png"/><Relationship Id="rId999" Type="http://schemas.openxmlformats.org/officeDocument/2006/relationships/image" Target="../media/image1030.jpeg"/><Relationship Id="rId1100" Type="http://schemas.openxmlformats.org/officeDocument/2006/relationships/image" Target="../media/image1131.png"/><Relationship Id="rId44" Type="http://schemas.openxmlformats.org/officeDocument/2006/relationships/image" Target="../media/image75.png"/><Relationship Id="rId554" Type="http://schemas.openxmlformats.org/officeDocument/2006/relationships/image" Target="../media/image585.png"/><Relationship Id="rId761" Type="http://schemas.openxmlformats.org/officeDocument/2006/relationships/image" Target="../media/image792.png"/><Relationship Id="rId859" Type="http://schemas.openxmlformats.org/officeDocument/2006/relationships/image" Target="../media/image890.png"/><Relationship Id="rId193" Type="http://schemas.openxmlformats.org/officeDocument/2006/relationships/image" Target="../media/image224.png"/><Relationship Id="rId207" Type="http://schemas.openxmlformats.org/officeDocument/2006/relationships/image" Target="../media/image238.png"/><Relationship Id="rId414" Type="http://schemas.openxmlformats.org/officeDocument/2006/relationships/image" Target="../media/image445.jpeg"/><Relationship Id="rId498" Type="http://schemas.openxmlformats.org/officeDocument/2006/relationships/image" Target="../media/image529.jpeg"/><Relationship Id="rId621" Type="http://schemas.openxmlformats.org/officeDocument/2006/relationships/image" Target="../media/image652.png"/><Relationship Id="rId1044" Type="http://schemas.openxmlformats.org/officeDocument/2006/relationships/image" Target="../media/image1075.jpeg"/><Relationship Id="rId260" Type="http://schemas.openxmlformats.org/officeDocument/2006/relationships/image" Target="../media/image291.png"/><Relationship Id="rId719" Type="http://schemas.openxmlformats.org/officeDocument/2006/relationships/image" Target="../media/image750.png"/><Relationship Id="rId926" Type="http://schemas.openxmlformats.org/officeDocument/2006/relationships/image" Target="../media/image957.png"/><Relationship Id="rId1111" Type="http://schemas.openxmlformats.org/officeDocument/2006/relationships/image" Target="../media/image1142.png"/><Relationship Id="rId55" Type="http://schemas.openxmlformats.org/officeDocument/2006/relationships/image" Target="../media/image86.png"/><Relationship Id="rId120" Type="http://schemas.openxmlformats.org/officeDocument/2006/relationships/image" Target="../media/image151.jpeg"/><Relationship Id="rId358" Type="http://schemas.openxmlformats.org/officeDocument/2006/relationships/image" Target="../media/image389.png"/><Relationship Id="rId565" Type="http://schemas.openxmlformats.org/officeDocument/2006/relationships/image" Target="../media/image596.png"/><Relationship Id="rId772" Type="http://schemas.openxmlformats.org/officeDocument/2006/relationships/image" Target="../media/image803.png"/><Relationship Id="rId218" Type="http://schemas.openxmlformats.org/officeDocument/2006/relationships/image" Target="../media/image249.png"/><Relationship Id="rId425" Type="http://schemas.openxmlformats.org/officeDocument/2006/relationships/image" Target="../media/image456.jpeg"/><Relationship Id="rId632" Type="http://schemas.openxmlformats.org/officeDocument/2006/relationships/image" Target="../media/image663.png"/><Relationship Id="rId1055" Type="http://schemas.openxmlformats.org/officeDocument/2006/relationships/image" Target="../media/image1086.jpeg"/><Relationship Id="rId271" Type="http://schemas.openxmlformats.org/officeDocument/2006/relationships/image" Target="../media/image302.png"/><Relationship Id="rId937" Type="http://schemas.openxmlformats.org/officeDocument/2006/relationships/image" Target="../media/image968.png"/><Relationship Id="rId1122" Type="http://schemas.openxmlformats.org/officeDocument/2006/relationships/image" Target="../media/image1153.png"/><Relationship Id="rId66" Type="http://schemas.openxmlformats.org/officeDocument/2006/relationships/image" Target="../media/image97.png"/><Relationship Id="rId131" Type="http://schemas.openxmlformats.org/officeDocument/2006/relationships/image" Target="../media/image162.jpeg"/><Relationship Id="rId369" Type="http://schemas.openxmlformats.org/officeDocument/2006/relationships/image" Target="../media/image400.png"/><Relationship Id="rId576" Type="http://schemas.openxmlformats.org/officeDocument/2006/relationships/image" Target="../media/image607.png"/><Relationship Id="rId783" Type="http://schemas.openxmlformats.org/officeDocument/2006/relationships/image" Target="../media/image814.png"/><Relationship Id="rId990" Type="http://schemas.openxmlformats.org/officeDocument/2006/relationships/image" Target="../media/image1021.jpeg"/><Relationship Id="rId229" Type="http://schemas.openxmlformats.org/officeDocument/2006/relationships/image" Target="../media/image260.png"/><Relationship Id="rId436" Type="http://schemas.openxmlformats.org/officeDocument/2006/relationships/image" Target="../media/image467.jpeg"/><Relationship Id="rId643" Type="http://schemas.openxmlformats.org/officeDocument/2006/relationships/image" Target="../media/image674.png"/><Relationship Id="rId1066" Type="http://schemas.openxmlformats.org/officeDocument/2006/relationships/image" Target="../media/image1097.jpeg"/><Relationship Id="rId850" Type="http://schemas.openxmlformats.org/officeDocument/2006/relationships/image" Target="../media/image881.png"/><Relationship Id="rId948" Type="http://schemas.openxmlformats.org/officeDocument/2006/relationships/image" Target="../media/image979.png"/><Relationship Id="rId1133" Type="http://schemas.openxmlformats.org/officeDocument/2006/relationships/image" Target="../media/image1164.png"/><Relationship Id="rId77" Type="http://schemas.openxmlformats.org/officeDocument/2006/relationships/image" Target="../media/image108.jpeg"/><Relationship Id="rId282" Type="http://schemas.openxmlformats.org/officeDocument/2006/relationships/image" Target="../media/image313.png"/><Relationship Id="rId503" Type="http://schemas.openxmlformats.org/officeDocument/2006/relationships/image" Target="../media/image534.png"/><Relationship Id="rId587" Type="http://schemas.openxmlformats.org/officeDocument/2006/relationships/image" Target="../media/image618.png"/><Relationship Id="rId710" Type="http://schemas.openxmlformats.org/officeDocument/2006/relationships/image" Target="../media/image741.jpeg"/><Relationship Id="rId808" Type="http://schemas.openxmlformats.org/officeDocument/2006/relationships/image" Target="../media/image839.png"/><Relationship Id="rId8" Type="http://schemas.openxmlformats.org/officeDocument/2006/relationships/image" Target="../media/image39.emf"/><Relationship Id="rId142" Type="http://schemas.openxmlformats.org/officeDocument/2006/relationships/image" Target="../media/image173.png"/><Relationship Id="rId447" Type="http://schemas.openxmlformats.org/officeDocument/2006/relationships/image" Target="../media/image478.jpeg"/><Relationship Id="rId794" Type="http://schemas.openxmlformats.org/officeDocument/2006/relationships/image" Target="../media/image825.png"/><Relationship Id="rId1077" Type="http://schemas.openxmlformats.org/officeDocument/2006/relationships/image" Target="../media/image1108.png"/><Relationship Id="rId654" Type="http://schemas.openxmlformats.org/officeDocument/2006/relationships/image" Target="../media/image685.png"/><Relationship Id="rId861" Type="http://schemas.openxmlformats.org/officeDocument/2006/relationships/image" Target="../media/image892.png"/><Relationship Id="rId959" Type="http://schemas.openxmlformats.org/officeDocument/2006/relationships/image" Target="../media/image990.png"/><Relationship Id="rId293" Type="http://schemas.openxmlformats.org/officeDocument/2006/relationships/image" Target="../media/image324.png"/><Relationship Id="rId307" Type="http://schemas.openxmlformats.org/officeDocument/2006/relationships/image" Target="../media/image338.png"/><Relationship Id="rId514" Type="http://schemas.openxmlformats.org/officeDocument/2006/relationships/image" Target="../media/image545.png"/><Relationship Id="rId721" Type="http://schemas.openxmlformats.org/officeDocument/2006/relationships/image" Target="../media/image752.png"/><Relationship Id="rId1144" Type="http://schemas.openxmlformats.org/officeDocument/2006/relationships/image" Target="../media/image1175.png"/><Relationship Id="rId88" Type="http://schemas.openxmlformats.org/officeDocument/2006/relationships/image" Target="../media/image119.png"/><Relationship Id="rId153" Type="http://schemas.openxmlformats.org/officeDocument/2006/relationships/image" Target="../media/image184.jpeg"/><Relationship Id="rId360" Type="http://schemas.openxmlformats.org/officeDocument/2006/relationships/image" Target="../media/image391.png"/><Relationship Id="rId598" Type="http://schemas.openxmlformats.org/officeDocument/2006/relationships/image" Target="../media/image629.png"/><Relationship Id="rId819" Type="http://schemas.openxmlformats.org/officeDocument/2006/relationships/image" Target="../media/image850.png"/><Relationship Id="rId1004" Type="http://schemas.openxmlformats.org/officeDocument/2006/relationships/image" Target="../media/image1035.jpeg"/><Relationship Id="rId220" Type="http://schemas.openxmlformats.org/officeDocument/2006/relationships/image" Target="../media/image251.png"/><Relationship Id="rId458" Type="http://schemas.openxmlformats.org/officeDocument/2006/relationships/image" Target="../media/image489.jpeg"/><Relationship Id="rId665" Type="http://schemas.openxmlformats.org/officeDocument/2006/relationships/image" Target="../media/image696.jpeg"/><Relationship Id="rId872" Type="http://schemas.openxmlformats.org/officeDocument/2006/relationships/image" Target="../media/image903.png"/><Relationship Id="rId1088" Type="http://schemas.openxmlformats.org/officeDocument/2006/relationships/image" Target="../media/image1119.png"/><Relationship Id="rId15" Type="http://schemas.openxmlformats.org/officeDocument/2006/relationships/image" Target="../media/image46.png"/><Relationship Id="rId318" Type="http://schemas.openxmlformats.org/officeDocument/2006/relationships/image" Target="../media/image349.png"/><Relationship Id="rId525" Type="http://schemas.openxmlformats.org/officeDocument/2006/relationships/image" Target="../media/image556.png"/><Relationship Id="rId732" Type="http://schemas.openxmlformats.org/officeDocument/2006/relationships/image" Target="../media/image763.jpeg"/><Relationship Id="rId1155" Type="http://schemas.openxmlformats.org/officeDocument/2006/relationships/image" Target="../media/image1186.png"/><Relationship Id="rId99" Type="http://schemas.openxmlformats.org/officeDocument/2006/relationships/image" Target="../media/image130.jpeg"/><Relationship Id="rId164" Type="http://schemas.openxmlformats.org/officeDocument/2006/relationships/image" Target="../media/image195.png"/><Relationship Id="rId371" Type="http://schemas.openxmlformats.org/officeDocument/2006/relationships/image" Target="../media/image402.png"/><Relationship Id="rId1015" Type="http://schemas.openxmlformats.org/officeDocument/2006/relationships/image" Target="../media/image1046.jpeg"/><Relationship Id="rId469" Type="http://schemas.openxmlformats.org/officeDocument/2006/relationships/image" Target="../media/image500.jpeg"/><Relationship Id="rId676" Type="http://schemas.openxmlformats.org/officeDocument/2006/relationships/image" Target="../media/image707.jpeg"/><Relationship Id="rId883" Type="http://schemas.openxmlformats.org/officeDocument/2006/relationships/image" Target="../media/image914.png"/><Relationship Id="rId1099" Type="http://schemas.openxmlformats.org/officeDocument/2006/relationships/image" Target="../media/image1130.png"/><Relationship Id="rId26" Type="http://schemas.openxmlformats.org/officeDocument/2006/relationships/image" Target="../media/image57.png"/><Relationship Id="rId231" Type="http://schemas.openxmlformats.org/officeDocument/2006/relationships/image" Target="../media/image262.png"/><Relationship Id="rId329" Type="http://schemas.openxmlformats.org/officeDocument/2006/relationships/image" Target="../media/image360.png"/><Relationship Id="rId536" Type="http://schemas.openxmlformats.org/officeDocument/2006/relationships/image" Target="../media/image567.png"/><Relationship Id="rId1166" Type="http://schemas.openxmlformats.org/officeDocument/2006/relationships/image" Target="../media/image1197.png"/><Relationship Id="rId175" Type="http://schemas.openxmlformats.org/officeDocument/2006/relationships/image" Target="../media/image206.png"/><Relationship Id="rId743" Type="http://schemas.openxmlformats.org/officeDocument/2006/relationships/image" Target="../media/image774.jpeg"/><Relationship Id="rId950" Type="http://schemas.openxmlformats.org/officeDocument/2006/relationships/image" Target="../media/image981.png"/><Relationship Id="rId1026" Type="http://schemas.openxmlformats.org/officeDocument/2006/relationships/image" Target="../media/image1057.jpeg"/><Relationship Id="rId382" Type="http://schemas.openxmlformats.org/officeDocument/2006/relationships/image" Target="../media/image413.png"/><Relationship Id="rId603" Type="http://schemas.openxmlformats.org/officeDocument/2006/relationships/image" Target="../media/image634.png"/><Relationship Id="rId687" Type="http://schemas.openxmlformats.org/officeDocument/2006/relationships/image" Target="../media/image718.jpeg"/><Relationship Id="rId810" Type="http://schemas.openxmlformats.org/officeDocument/2006/relationships/image" Target="../media/image841.png"/><Relationship Id="rId908" Type="http://schemas.openxmlformats.org/officeDocument/2006/relationships/image" Target="../media/image939.png"/><Relationship Id="rId242" Type="http://schemas.openxmlformats.org/officeDocument/2006/relationships/image" Target="../media/image273.png"/><Relationship Id="rId894" Type="http://schemas.openxmlformats.org/officeDocument/2006/relationships/image" Target="../media/image925.png"/><Relationship Id="rId1177" Type="http://schemas.openxmlformats.org/officeDocument/2006/relationships/image" Target="../media/image1208.png"/><Relationship Id="rId37" Type="http://schemas.openxmlformats.org/officeDocument/2006/relationships/image" Target="../media/image68.png"/><Relationship Id="rId102" Type="http://schemas.openxmlformats.org/officeDocument/2006/relationships/image" Target="../media/image133.jpeg"/><Relationship Id="rId547" Type="http://schemas.openxmlformats.org/officeDocument/2006/relationships/image" Target="../media/image578.png"/><Relationship Id="rId754" Type="http://schemas.openxmlformats.org/officeDocument/2006/relationships/image" Target="../media/image785.png"/><Relationship Id="rId961" Type="http://schemas.openxmlformats.org/officeDocument/2006/relationships/image" Target="../media/image992.png"/><Relationship Id="rId90" Type="http://schemas.openxmlformats.org/officeDocument/2006/relationships/image" Target="../media/image121.png"/><Relationship Id="rId186" Type="http://schemas.openxmlformats.org/officeDocument/2006/relationships/image" Target="../media/image217.png"/><Relationship Id="rId393" Type="http://schemas.openxmlformats.org/officeDocument/2006/relationships/image" Target="../media/image424.jpeg"/><Relationship Id="rId407" Type="http://schemas.openxmlformats.org/officeDocument/2006/relationships/image" Target="../media/image438.jpeg"/><Relationship Id="rId614" Type="http://schemas.openxmlformats.org/officeDocument/2006/relationships/image" Target="../media/image645.png"/><Relationship Id="rId821" Type="http://schemas.openxmlformats.org/officeDocument/2006/relationships/image" Target="../media/image852.png"/><Relationship Id="rId1037" Type="http://schemas.openxmlformats.org/officeDocument/2006/relationships/image" Target="../media/image1068.jpeg"/><Relationship Id="rId253" Type="http://schemas.openxmlformats.org/officeDocument/2006/relationships/image" Target="../media/image284.png"/><Relationship Id="rId460" Type="http://schemas.openxmlformats.org/officeDocument/2006/relationships/image" Target="../media/image491.jpeg"/><Relationship Id="rId698" Type="http://schemas.openxmlformats.org/officeDocument/2006/relationships/image" Target="../media/image729.jpeg"/><Relationship Id="rId919" Type="http://schemas.openxmlformats.org/officeDocument/2006/relationships/image" Target="../media/image950.png"/><Relationship Id="rId1090" Type="http://schemas.openxmlformats.org/officeDocument/2006/relationships/image" Target="../media/image1121.png"/><Relationship Id="rId1104" Type="http://schemas.openxmlformats.org/officeDocument/2006/relationships/image" Target="../media/image1135.png"/><Relationship Id="rId48" Type="http://schemas.openxmlformats.org/officeDocument/2006/relationships/image" Target="../media/image79.png"/><Relationship Id="rId113" Type="http://schemas.openxmlformats.org/officeDocument/2006/relationships/image" Target="../media/image144.png"/><Relationship Id="rId320" Type="http://schemas.openxmlformats.org/officeDocument/2006/relationships/image" Target="../media/image351.png"/><Relationship Id="rId558" Type="http://schemas.openxmlformats.org/officeDocument/2006/relationships/image" Target="../media/image589.png"/><Relationship Id="rId765" Type="http://schemas.openxmlformats.org/officeDocument/2006/relationships/image" Target="../media/image796.png"/><Relationship Id="rId972" Type="http://schemas.openxmlformats.org/officeDocument/2006/relationships/image" Target="../media/image1003.jpeg"/><Relationship Id="rId197" Type="http://schemas.openxmlformats.org/officeDocument/2006/relationships/image" Target="../media/image228.png"/><Relationship Id="rId418" Type="http://schemas.openxmlformats.org/officeDocument/2006/relationships/image" Target="../media/image449.jpeg"/><Relationship Id="rId625" Type="http://schemas.openxmlformats.org/officeDocument/2006/relationships/image" Target="../media/image656.png"/><Relationship Id="rId832" Type="http://schemas.openxmlformats.org/officeDocument/2006/relationships/image" Target="../media/image863.png"/><Relationship Id="rId1048" Type="http://schemas.openxmlformats.org/officeDocument/2006/relationships/image" Target="../media/image1079.jpeg"/><Relationship Id="rId264" Type="http://schemas.openxmlformats.org/officeDocument/2006/relationships/image" Target="../media/image295.png"/><Relationship Id="rId471" Type="http://schemas.openxmlformats.org/officeDocument/2006/relationships/image" Target="../media/image502.jpeg"/><Relationship Id="rId1115" Type="http://schemas.openxmlformats.org/officeDocument/2006/relationships/image" Target="../media/image1146.png"/><Relationship Id="rId59" Type="http://schemas.openxmlformats.org/officeDocument/2006/relationships/image" Target="../media/image90.png"/><Relationship Id="rId124" Type="http://schemas.openxmlformats.org/officeDocument/2006/relationships/image" Target="../media/image155.jpeg"/><Relationship Id="rId569" Type="http://schemas.openxmlformats.org/officeDocument/2006/relationships/image" Target="../media/image600.png"/><Relationship Id="rId776" Type="http://schemas.openxmlformats.org/officeDocument/2006/relationships/image" Target="../media/image807.png"/><Relationship Id="rId983" Type="http://schemas.openxmlformats.org/officeDocument/2006/relationships/image" Target="../media/image1014.jpeg"/><Relationship Id="rId331" Type="http://schemas.openxmlformats.org/officeDocument/2006/relationships/image" Target="../media/image362.png"/><Relationship Id="rId429" Type="http://schemas.openxmlformats.org/officeDocument/2006/relationships/image" Target="../media/image460.jpeg"/><Relationship Id="rId636" Type="http://schemas.openxmlformats.org/officeDocument/2006/relationships/image" Target="../media/image667.png"/><Relationship Id="rId1059" Type="http://schemas.openxmlformats.org/officeDocument/2006/relationships/image" Target="../media/image1090.jpeg"/><Relationship Id="rId843" Type="http://schemas.openxmlformats.org/officeDocument/2006/relationships/image" Target="../media/image874.png"/><Relationship Id="rId1126" Type="http://schemas.openxmlformats.org/officeDocument/2006/relationships/image" Target="../media/image1157.png"/><Relationship Id="rId275" Type="http://schemas.openxmlformats.org/officeDocument/2006/relationships/image" Target="../media/image306.png"/><Relationship Id="rId482" Type="http://schemas.openxmlformats.org/officeDocument/2006/relationships/image" Target="../media/image513.jpeg"/><Relationship Id="rId703" Type="http://schemas.openxmlformats.org/officeDocument/2006/relationships/image" Target="../media/image734.jpeg"/><Relationship Id="rId910" Type="http://schemas.openxmlformats.org/officeDocument/2006/relationships/image" Target="../media/image941.png"/><Relationship Id="rId135" Type="http://schemas.openxmlformats.org/officeDocument/2006/relationships/image" Target="../media/image166.png"/><Relationship Id="rId342" Type="http://schemas.openxmlformats.org/officeDocument/2006/relationships/image" Target="../media/image373.png"/><Relationship Id="rId787" Type="http://schemas.openxmlformats.org/officeDocument/2006/relationships/image" Target="../media/image818.png"/><Relationship Id="rId994" Type="http://schemas.openxmlformats.org/officeDocument/2006/relationships/image" Target="../media/image1025.jpeg"/><Relationship Id="rId202" Type="http://schemas.openxmlformats.org/officeDocument/2006/relationships/image" Target="../media/image233.png"/><Relationship Id="rId647" Type="http://schemas.openxmlformats.org/officeDocument/2006/relationships/image" Target="../media/image678.png"/><Relationship Id="rId854" Type="http://schemas.openxmlformats.org/officeDocument/2006/relationships/image" Target="../media/image885.png"/><Relationship Id="rId286" Type="http://schemas.openxmlformats.org/officeDocument/2006/relationships/image" Target="../media/image317.png"/><Relationship Id="rId493" Type="http://schemas.openxmlformats.org/officeDocument/2006/relationships/image" Target="../media/image524.jpeg"/><Relationship Id="rId507" Type="http://schemas.openxmlformats.org/officeDocument/2006/relationships/image" Target="../media/image538.png"/><Relationship Id="rId714" Type="http://schemas.openxmlformats.org/officeDocument/2006/relationships/image" Target="../media/image745.jpeg"/><Relationship Id="rId921" Type="http://schemas.openxmlformats.org/officeDocument/2006/relationships/image" Target="../media/image952.png"/><Relationship Id="rId1137" Type="http://schemas.openxmlformats.org/officeDocument/2006/relationships/image" Target="../media/image1168.png"/><Relationship Id="rId50" Type="http://schemas.openxmlformats.org/officeDocument/2006/relationships/image" Target="../media/image81.png"/><Relationship Id="rId146" Type="http://schemas.openxmlformats.org/officeDocument/2006/relationships/image" Target="../media/image177.png"/><Relationship Id="rId353" Type="http://schemas.openxmlformats.org/officeDocument/2006/relationships/image" Target="../media/image384.png"/><Relationship Id="rId560" Type="http://schemas.openxmlformats.org/officeDocument/2006/relationships/image" Target="../media/image591.png"/><Relationship Id="rId798" Type="http://schemas.openxmlformats.org/officeDocument/2006/relationships/image" Target="../media/image829.png"/><Relationship Id="rId213" Type="http://schemas.openxmlformats.org/officeDocument/2006/relationships/image" Target="../media/image244.png"/><Relationship Id="rId420" Type="http://schemas.openxmlformats.org/officeDocument/2006/relationships/image" Target="../media/image451.jpeg"/><Relationship Id="rId658" Type="http://schemas.openxmlformats.org/officeDocument/2006/relationships/image" Target="../media/image689.png"/><Relationship Id="rId865" Type="http://schemas.openxmlformats.org/officeDocument/2006/relationships/image" Target="../media/image896.png"/><Relationship Id="rId1050" Type="http://schemas.openxmlformats.org/officeDocument/2006/relationships/image" Target="../media/image1081.jpeg"/><Relationship Id="rId297" Type="http://schemas.openxmlformats.org/officeDocument/2006/relationships/image" Target="../media/image328.png"/><Relationship Id="rId518" Type="http://schemas.openxmlformats.org/officeDocument/2006/relationships/image" Target="../media/image549.png"/><Relationship Id="rId725" Type="http://schemas.openxmlformats.org/officeDocument/2006/relationships/image" Target="../media/image756.jpeg"/><Relationship Id="rId932" Type="http://schemas.openxmlformats.org/officeDocument/2006/relationships/image" Target="../media/image963.png"/><Relationship Id="rId1148" Type="http://schemas.openxmlformats.org/officeDocument/2006/relationships/image" Target="../media/image1179.png"/><Relationship Id="rId157" Type="http://schemas.openxmlformats.org/officeDocument/2006/relationships/image" Target="../media/image188.png"/><Relationship Id="rId364" Type="http://schemas.openxmlformats.org/officeDocument/2006/relationships/image" Target="../media/image395.png"/><Relationship Id="rId1008" Type="http://schemas.openxmlformats.org/officeDocument/2006/relationships/image" Target="../media/image1039.jpeg"/><Relationship Id="rId61" Type="http://schemas.openxmlformats.org/officeDocument/2006/relationships/image" Target="../media/image92.png"/><Relationship Id="rId571" Type="http://schemas.openxmlformats.org/officeDocument/2006/relationships/image" Target="../media/image602.png"/><Relationship Id="rId669" Type="http://schemas.openxmlformats.org/officeDocument/2006/relationships/image" Target="../media/image700.jpeg"/><Relationship Id="rId876" Type="http://schemas.openxmlformats.org/officeDocument/2006/relationships/image" Target="../media/image907.png"/><Relationship Id="rId19" Type="http://schemas.openxmlformats.org/officeDocument/2006/relationships/image" Target="../media/image50.png"/><Relationship Id="rId224" Type="http://schemas.openxmlformats.org/officeDocument/2006/relationships/image" Target="../media/image255.png"/><Relationship Id="rId431" Type="http://schemas.openxmlformats.org/officeDocument/2006/relationships/image" Target="../media/image462.jpeg"/><Relationship Id="rId529" Type="http://schemas.openxmlformats.org/officeDocument/2006/relationships/image" Target="../media/image560.png"/><Relationship Id="rId736" Type="http://schemas.openxmlformats.org/officeDocument/2006/relationships/image" Target="../media/image767.png"/><Relationship Id="rId1061" Type="http://schemas.openxmlformats.org/officeDocument/2006/relationships/image" Target="../media/image1092.jpeg"/><Relationship Id="rId1159" Type="http://schemas.openxmlformats.org/officeDocument/2006/relationships/image" Target="../media/image1190.png"/><Relationship Id="rId168" Type="http://schemas.openxmlformats.org/officeDocument/2006/relationships/image" Target="../media/image199.png"/><Relationship Id="rId943" Type="http://schemas.openxmlformats.org/officeDocument/2006/relationships/image" Target="../media/image974.png"/><Relationship Id="rId1019" Type="http://schemas.openxmlformats.org/officeDocument/2006/relationships/image" Target="../media/image1050.jpeg"/><Relationship Id="rId72" Type="http://schemas.openxmlformats.org/officeDocument/2006/relationships/image" Target="../media/image103.jpeg"/><Relationship Id="rId375" Type="http://schemas.openxmlformats.org/officeDocument/2006/relationships/image" Target="../media/image406.png"/><Relationship Id="rId582" Type="http://schemas.openxmlformats.org/officeDocument/2006/relationships/image" Target="../media/image613.png"/><Relationship Id="rId803" Type="http://schemas.openxmlformats.org/officeDocument/2006/relationships/image" Target="../media/image834.png"/><Relationship Id="rId3" Type="http://schemas.openxmlformats.org/officeDocument/2006/relationships/image" Target="../media/image34.png"/><Relationship Id="rId235" Type="http://schemas.openxmlformats.org/officeDocument/2006/relationships/image" Target="../media/image266.png"/><Relationship Id="rId442" Type="http://schemas.openxmlformats.org/officeDocument/2006/relationships/image" Target="../media/image473.jpeg"/><Relationship Id="rId887" Type="http://schemas.openxmlformats.org/officeDocument/2006/relationships/image" Target="../media/image918.png"/><Relationship Id="rId1072" Type="http://schemas.openxmlformats.org/officeDocument/2006/relationships/image" Target="../media/image1103.jpeg"/><Relationship Id="rId302" Type="http://schemas.openxmlformats.org/officeDocument/2006/relationships/image" Target="../media/image333.png"/><Relationship Id="rId747" Type="http://schemas.openxmlformats.org/officeDocument/2006/relationships/image" Target="../media/image778.png"/><Relationship Id="rId954" Type="http://schemas.openxmlformats.org/officeDocument/2006/relationships/image" Target="../media/image985.png"/><Relationship Id="rId83" Type="http://schemas.openxmlformats.org/officeDocument/2006/relationships/image" Target="../media/image114.jpeg"/><Relationship Id="rId179" Type="http://schemas.openxmlformats.org/officeDocument/2006/relationships/image" Target="../media/image210.png"/><Relationship Id="rId386" Type="http://schemas.openxmlformats.org/officeDocument/2006/relationships/image" Target="../media/image417.png"/><Relationship Id="rId593" Type="http://schemas.openxmlformats.org/officeDocument/2006/relationships/image" Target="../media/image624.png"/><Relationship Id="rId607" Type="http://schemas.openxmlformats.org/officeDocument/2006/relationships/image" Target="../media/image638.png"/><Relationship Id="rId814" Type="http://schemas.openxmlformats.org/officeDocument/2006/relationships/image" Target="../media/image845.png"/><Relationship Id="rId246" Type="http://schemas.openxmlformats.org/officeDocument/2006/relationships/image" Target="../media/image277.png"/><Relationship Id="rId453" Type="http://schemas.openxmlformats.org/officeDocument/2006/relationships/image" Target="../media/image484.jpeg"/><Relationship Id="rId660" Type="http://schemas.openxmlformats.org/officeDocument/2006/relationships/image" Target="../media/image691.png"/><Relationship Id="rId898" Type="http://schemas.openxmlformats.org/officeDocument/2006/relationships/image" Target="../media/image929.png"/><Relationship Id="rId1083" Type="http://schemas.openxmlformats.org/officeDocument/2006/relationships/image" Target="../media/image1114.png"/><Relationship Id="rId106" Type="http://schemas.openxmlformats.org/officeDocument/2006/relationships/image" Target="../media/image137.jpeg"/><Relationship Id="rId313" Type="http://schemas.openxmlformats.org/officeDocument/2006/relationships/image" Target="../media/image344.png"/><Relationship Id="rId758" Type="http://schemas.openxmlformats.org/officeDocument/2006/relationships/image" Target="../media/image789.png"/><Relationship Id="rId965" Type="http://schemas.openxmlformats.org/officeDocument/2006/relationships/image" Target="../media/image996.png"/><Relationship Id="rId1150" Type="http://schemas.openxmlformats.org/officeDocument/2006/relationships/image" Target="../media/image1181.png"/><Relationship Id="rId10" Type="http://schemas.openxmlformats.org/officeDocument/2006/relationships/image" Target="../media/image41.png"/><Relationship Id="rId94" Type="http://schemas.openxmlformats.org/officeDocument/2006/relationships/image" Target="../media/image125.jpeg"/><Relationship Id="rId397" Type="http://schemas.openxmlformats.org/officeDocument/2006/relationships/image" Target="../media/image428.jpeg"/><Relationship Id="rId520" Type="http://schemas.openxmlformats.org/officeDocument/2006/relationships/image" Target="../media/image551.png"/><Relationship Id="rId618" Type="http://schemas.openxmlformats.org/officeDocument/2006/relationships/image" Target="../media/image649.png"/><Relationship Id="rId825" Type="http://schemas.openxmlformats.org/officeDocument/2006/relationships/image" Target="../media/image856.png"/><Relationship Id="rId257" Type="http://schemas.openxmlformats.org/officeDocument/2006/relationships/image" Target="../media/image288.png"/><Relationship Id="rId464" Type="http://schemas.openxmlformats.org/officeDocument/2006/relationships/image" Target="../media/image495.jpeg"/><Relationship Id="rId1010" Type="http://schemas.openxmlformats.org/officeDocument/2006/relationships/image" Target="../media/image1041.jpeg"/><Relationship Id="rId1094" Type="http://schemas.openxmlformats.org/officeDocument/2006/relationships/image" Target="../media/image1125.png"/><Relationship Id="rId1108" Type="http://schemas.openxmlformats.org/officeDocument/2006/relationships/image" Target="../media/image1139.png"/><Relationship Id="rId117" Type="http://schemas.openxmlformats.org/officeDocument/2006/relationships/image" Target="../media/image148.png"/><Relationship Id="rId671" Type="http://schemas.openxmlformats.org/officeDocument/2006/relationships/image" Target="../media/image702.jpeg"/><Relationship Id="rId769" Type="http://schemas.openxmlformats.org/officeDocument/2006/relationships/image" Target="../media/image800.png"/><Relationship Id="rId976" Type="http://schemas.openxmlformats.org/officeDocument/2006/relationships/image" Target="../media/image1007.jpeg"/><Relationship Id="rId324" Type="http://schemas.openxmlformats.org/officeDocument/2006/relationships/image" Target="../media/image355.png"/><Relationship Id="rId531" Type="http://schemas.openxmlformats.org/officeDocument/2006/relationships/image" Target="../media/image562.png"/><Relationship Id="rId629" Type="http://schemas.openxmlformats.org/officeDocument/2006/relationships/image" Target="../media/image660.png"/><Relationship Id="rId1161" Type="http://schemas.openxmlformats.org/officeDocument/2006/relationships/image" Target="../media/image1192.png"/><Relationship Id="rId836" Type="http://schemas.openxmlformats.org/officeDocument/2006/relationships/image" Target="../media/image867.png"/><Relationship Id="rId1021" Type="http://schemas.openxmlformats.org/officeDocument/2006/relationships/image" Target="../media/image1052.jpeg"/><Relationship Id="rId1119" Type="http://schemas.openxmlformats.org/officeDocument/2006/relationships/image" Target="../media/image1150.png"/><Relationship Id="rId903" Type="http://schemas.openxmlformats.org/officeDocument/2006/relationships/image" Target="../media/image934.png"/><Relationship Id="rId32" Type="http://schemas.openxmlformats.org/officeDocument/2006/relationships/image" Target="../media/image63.png"/><Relationship Id="rId181" Type="http://schemas.openxmlformats.org/officeDocument/2006/relationships/image" Target="../media/image212.png"/><Relationship Id="rId279" Type="http://schemas.openxmlformats.org/officeDocument/2006/relationships/image" Target="../media/image310.png"/><Relationship Id="rId486" Type="http://schemas.openxmlformats.org/officeDocument/2006/relationships/image" Target="../media/image517.jpeg"/><Relationship Id="rId693" Type="http://schemas.openxmlformats.org/officeDocument/2006/relationships/image" Target="../media/image724.jpeg"/><Relationship Id="rId139" Type="http://schemas.openxmlformats.org/officeDocument/2006/relationships/image" Target="../media/image170.jpeg"/><Relationship Id="rId346" Type="http://schemas.openxmlformats.org/officeDocument/2006/relationships/image" Target="../media/image377.png"/><Relationship Id="rId553" Type="http://schemas.openxmlformats.org/officeDocument/2006/relationships/image" Target="../media/image584.png"/><Relationship Id="rId760" Type="http://schemas.openxmlformats.org/officeDocument/2006/relationships/image" Target="../media/image791.png"/><Relationship Id="rId998" Type="http://schemas.openxmlformats.org/officeDocument/2006/relationships/image" Target="../media/image1029.jpeg"/><Relationship Id="rId206" Type="http://schemas.openxmlformats.org/officeDocument/2006/relationships/image" Target="../media/image237.png"/><Relationship Id="rId413" Type="http://schemas.openxmlformats.org/officeDocument/2006/relationships/image" Target="../media/image444.jpeg"/><Relationship Id="rId858" Type="http://schemas.openxmlformats.org/officeDocument/2006/relationships/image" Target="../media/image889.png"/><Relationship Id="rId1043" Type="http://schemas.openxmlformats.org/officeDocument/2006/relationships/image" Target="../media/image1074.jpeg"/><Relationship Id="rId620" Type="http://schemas.openxmlformats.org/officeDocument/2006/relationships/image" Target="../media/image651.png"/><Relationship Id="rId718" Type="http://schemas.openxmlformats.org/officeDocument/2006/relationships/image" Target="../media/image749.jpeg"/><Relationship Id="rId925" Type="http://schemas.openxmlformats.org/officeDocument/2006/relationships/image" Target="../media/image956.png"/><Relationship Id="rId1110" Type="http://schemas.openxmlformats.org/officeDocument/2006/relationships/image" Target="../media/image1141.png"/><Relationship Id="rId54" Type="http://schemas.openxmlformats.org/officeDocument/2006/relationships/image" Target="../media/image85.png"/><Relationship Id="rId270" Type="http://schemas.openxmlformats.org/officeDocument/2006/relationships/image" Target="../media/image301.png"/><Relationship Id="rId130" Type="http://schemas.openxmlformats.org/officeDocument/2006/relationships/image" Target="../media/image161.png"/><Relationship Id="rId368" Type="http://schemas.openxmlformats.org/officeDocument/2006/relationships/image" Target="../media/image399.png"/><Relationship Id="rId575" Type="http://schemas.openxmlformats.org/officeDocument/2006/relationships/image" Target="../media/image606.png"/><Relationship Id="rId782" Type="http://schemas.openxmlformats.org/officeDocument/2006/relationships/image" Target="../media/image813.png"/><Relationship Id="rId228" Type="http://schemas.openxmlformats.org/officeDocument/2006/relationships/image" Target="../media/image259.png"/><Relationship Id="rId435" Type="http://schemas.openxmlformats.org/officeDocument/2006/relationships/image" Target="../media/image466.jpeg"/><Relationship Id="rId642" Type="http://schemas.openxmlformats.org/officeDocument/2006/relationships/image" Target="../media/image673.png"/><Relationship Id="rId1065" Type="http://schemas.openxmlformats.org/officeDocument/2006/relationships/image" Target="../media/image1096.jpeg"/><Relationship Id="rId502" Type="http://schemas.openxmlformats.org/officeDocument/2006/relationships/image" Target="../media/image533.png"/><Relationship Id="rId947" Type="http://schemas.openxmlformats.org/officeDocument/2006/relationships/image" Target="../media/image978.png"/><Relationship Id="rId1132" Type="http://schemas.openxmlformats.org/officeDocument/2006/relationships/image" Target="../media/image1163.png"/><Relationship Id="rId76" Type="http://schemas.openxmlformats.org/officeDocument/2006/relationships/image" Target="../media/image107.jpeg"/><Relationship Id="rId807" Type="http://schemas.openxmlformats.org/officeDocument/2006/relationships/image" Target="../media/image838.png"/><Relationship Id="rId292" Type="http://schemas.openxmlformats.org/officeDocument/2006/relationships/image" Target="../media/image323.png"/><Relationship Id="rId597" Type="http://schemas.openxmlformats.org/officeDocument/2006/relationships/image" Target="../media/image628.png"/><Relationship Id="rId152" Type="http://schemas.openxmlformats.org/officeDocument/2006/relationships/image" Target="../media/image183.png"/><Relationship Id="rId457" Type="http://schemas.openxmlformats.org/officeDocument/2006/relationships/image" Target="../media/image488.jpeg"/><Relationship Id="rId1087" Type="http://schemas.openxmlformats.org/officeDocument/2006/relationships/image" Target="../media/image1118.png"/><Relationship Id="rId664" Type="http://schemas.openxmlformats.org/officeDocument/2006/relationships/image" Target="../media/image695.jpeg"/><Relationship Id="rId871" Type="http://schemas.openxmlformats.org/officeDocument/2006/relationships/image" Target="../media/image902.png"/><Relationship Id="rId969" Type="http://schemas.openxmlformats.org/officeDocument/2006/relationships/image" Target="../media/image1000.jpeg"/><Relationship Id="rId317" Type="http://schemas.openxmlformats.org/officeDocument/2006/relationships/image" Target="../media/image348.png"/><Relationship Id="rId524" Type="http://schemas.openxmlformats.org/officeDocument/2006/relationships/image" Target="../media/image555.png"/><Relationship Id="rId731" Type="http://schemas.openxmlformats.org/officeDocument/2006/relationships/image" Target="../media/image762.png"/><Relationship Id="rId1154" Type="http://schemas.openxmlformats.org/officeDocument/2006/relationships/image" Target="../media/image1185.png"/><Relationship Id="rId98" Type="http://schemas.openxmlformats.org/officeDocument/2006/relationships/image" Target="../media/image129.jpeg"/><Relationship Id="rId829" Type="http://schemas.openxmlformats.org/officeDocument/2006/relationships/image" Target="../media/image860.png"/><Relationship Id="rId1014" Type="http://schemas.openxmlformats.org/officeDocument/2006/relationships/image" Target="../media/image1045.jpeg"/><Relationship Id="rId25" Type="http://schemas.openxmlformats.org/officeDocument/2006/relationships/image" Target="../media/image56.png"/><Relationship Id="rId174" Type="http://schemas.openxmlformats.org/officeDocument/2006/relationships/image" Target="../media/image205.png"/><Relationship Id="rId381" Type="http://schemas.openxmlformats.org/officeDocument/2006/relationships/image" Target="../media/image412.png"/><Relationship Id="rId241" Type="http://schemas.openxmlformats.org/officeDocument/2006/relationships/image" Target="../media/image272.png"/><Relationship Id="rId479" Type="http://schemas.openxmlformats.org/officeDocument/2006/relationships/image" Target="../media/image510.jpeg"/><Relationship Id="rId686" Type="http://schemas.openxmlformats.org/officeDocument/2006/relationships/image" Target="../media/image717.jpeg"/><Relationship Id="rId893" Type="http://schemas.openxmlformats.org/officeDocument/2006/relationships/image" Target="../media/image924.png"/><Relationship Id="rId339" Type="http://schemas.openxmlformats.org/officeDocument/2006/relationships/image" Target="../media/image370.png"/><Relationship Id="rId546" Type="http://schemas.openxmlformats.org/officeDocument/2006/relationships/image" Target="../media/image577.png"/><Relationship Id="rId753" Type="http://schemas.openxmlformats.org/officeDocument/2006/relationships/image" Target="../media/image784.png"/><Relationship Id="rId1176" Type="http://schemas.openxmlformats.org/officeDocument/2006/relationships/image" Target="../media/image1207.png"/><Relationship Id="rId101" Type="http://schemas.openxmlformats.org/officeDocument/2006/relationships/image" Target="../media/image132.jpeg"/><Relationship Id="rId406" Type="http://schemas.openxmlformats.org/officeDocument/2006/relationships/image" Target="../media/image437.jpeg"/><Relationship Id="rId960" Type="http://schemas.openxmlformats.org/officeDocument/2006/relationships/image" Target="../media/image991.png"/><Relationship Id="rId1036" Type="http://schemas.openxmlformats.org/officeDocument/2006/relationships/image" Target="../media/image1067.jpeg"/><Relationship Id="rId613" Type="http://schemas.openxmlformats.org/officeDocument/2006/relationships/image" Target="../media/image644.png"/><Relationship Id="rId820" Type="http://schemas.openxmlformats.org/officeDocument/2006/relationships/image" Target="../media/image851.png"/><Relationship Id="rId918" Type="http://schemas.openxmlformats.org/officeDocument/2006/relationships/image" Target="../media/image949.png"/><Relationship Id="rId1103" Type="http://schemas.openxmlformats.org/officeDocument/2006/relationships/image" Target="../media/image1134.png"/><Relationship Id="rId47" Type="http://schemas.openxmlformats.org/officeDocument/2006/relationships/image" Target="../media/image78.png"/><Relationship Id="rId196" Type="http://schemas.openxmlformats.org/officeDocument/2006/relationships/image" Target="../media/image227.png"/><Relationship Id="rId263" Type="http://schemas.openxmlformats.org/officeDocument/2006/relationships/image" Target="../media/image294.png"/><Relationship Id="rId470" Type="http://schemas.openxmlformats.org/officeDocument/2006/relationships/image" Target="../media/image501.jpeg"/><Relationship Id="rId123" Type="http://schemas.openxmlformats.org/officeDocument/2006/relationships/image" Target="../media/image154.jpeg"/><Relationship Id="rId330" Type="http://schemas.openxmlformats.org/officeDocument/2006/relationships/image" Target="../media/image361.png"/><Relationship Id="rId568" Type="http://schemas.openxmlformats.org/officeDocument/2006/relationships/image" Target="../media/image599.png"/><Relationship Id="rId775" Type="http://schemas.openxmlformats.org/officeDocument/2006/relationships/image" Target="../media/image806.png"/><Relationship Id="rId982" Type="http://schemas.openxmlformats.org/officeDocument/2006/relationships/image" Target="../media/image1013.jpeg"/><Relationship Id="rId428" Type="http://schemas.openxmlformats.org/officeDocument/2006/relationships/image" Target="../media/image459.jpeg"/><Relationship Id="rId635" Type="http://schemas.openxmlformats.org/officeDocument/2006/relationships/image" Target="../media/image666.png"/><Relationship Id="rId842" Type="http://schemas.openxmlformats.org/officeDocument/2006/relationships/image" Target="../media/image873.png"/><Relationship Id="rId1058" Type="http://schemas.openxmlformats.org/officeDocument/2006/relationships/image" Target="../media/image1089.jpeg"/><Relationship Id="rId702" Type="http://schemas.openxmlformats.org/officeDocument/2006/relationships/image" Target="../media/image733.png"/><Relationship Id="rId1125" Type="http://schemas.openxmlformats.org/officeDocument/2006/relationships/image" Target="../media/image1156.png"/><Relationship Id="rId69" Type="http://schemas.openxmlformats.org/officeDocument/2006/relationships/image" Target="../media/image10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214.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1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16.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217.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218.png"/></Relationships>
</file>

<file path=ppt/slides/_rels/slide26.xml.rels><?xml version="1.0" encoding="UTF-8" standalone="yes"?>
<Relationships xmlns="http://schemas.openxmlformats.org/package/2006/relationships"><Relationship Id="rId3" Type="http://schemas.openxmlformats.org/officeDocument/2006/relationships/image" Target="../media/image121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21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20.png"/><Relationship Id="rId7" Type="http://schemas.openxmlformats.org/officeDocument/2006/relationships/image" Target="../media/image1222.wmf"/><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oleObject" Target="../embeddings/oleObject5.bin"/><Relationship Id="rId5" Type="http://schemas.openxmlformats.org/officeDocument/2006/relationships/image" Target="../media/image1221.wmf"/><Relationship Id="rId4" Type="http://schemas.openxmlformats.org/officeDocument/2006/relationships/oleObject" Target="../embeddings/oleObject4.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223.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224.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225.emf"/><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1228.emf"/><Relationship Id="rId5" Type="http://schemas.openxmlformats.org/officeDocument/2006/relationships/image" Target="../media/image1227.emf"/><Relationship Id="rId4" Type="http://schemas.openxmlformats.org/officeDocument/2006/relationships/image" Target="../media/image1226.emf"/></Relationships>
</file>

<file path=ppt/slides/_rels/slide33.xml.rels><?xml version="1.0" encoding="UTF-8" standalone="yes"?>
<Relationships xmlns="http://schemas.openxmlformats.org/package/2006/relationships"><Relationship Id="rId3" Type="http://schemas.openxmlformats.org/officeDocument/2006/relationships/image" Target="../media/image1229.emf"/><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230.wmf"/><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1231.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1232.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233.emf"/><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ctrTitle"/>
          </p:nvPr>
        </p:nvSpPr>
        <p:spPr bwMode="auto">
          <a:xfrm>
            <a:off x="819150" y="2047875"/>
            <a:ext cx="8324850" cy="8048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600" dirty="0">
                <a:latin typeface="Arial Bold" panose="020B0704020202020204" pitchFamily="34" charset="0"/>
                <a:ea typeface="ＭＳ Ｐゴシック" panose="020B0600070205080204" pitchFamily="34" charset="-128"/>
                <a:cs typeface="Arial Bold" panose="020B0704020202020204" pitchFamily="34" charset="0"/>
              </a:rPr>
              <a:t>BEng (Hons) Control and Automation</a:t>
            </a:r>
            <a:endParaRPr lang="en-US" altLang="en-US" sz="3600" i="1" dirty="0">
              <a:latin typeface="Arial Bold" panose="020B0704020202020204" pitchFamily="34" charset="0"/>
              <a:ea typeface="ＭＳ Ｐゴシック" panose="020B0600070205080204" pitchFamily="34" charset="-128"/>
              <a:cs typeface="Arial Bold" panose="020B0704020202020204" pitchFamily="34" charset="0"/>
            </a:endParaRPr>
          </a:p>
        </p:txBody>
      </p:sp>
      <p:sp>
        <p:nvSpPr>
          <p:cNvPr id="17411" name="Subtitle 2"/>
          <p:cNvSpPr>
            <a:spLocks noGrp="1"/>
          </p:cNvSpPr>
          <p:nvPr>
            <p:ph type="subTitle" idx="1"/>
          </p:nvPr>
        </p:nvSpPr>
        <p:spPr bwMode="auto">
          <a:xfrm>
            <a:off x="819150" y="2944813"/>
            <a:ext cx="7772400" cy="3470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pPr>
            <a:r>
              <a:rPr lang="en-US" altLang="en-US" b="1" dirty="0">
                <a:latin typeface="Arial" panose="020B0604020202020204" pitchFamily="34" charset="0"/>
                <a:ea typeface="ＭＳ Ｐゴシック" panose="020B0600070205080204" pitchFamily="34" charset="-128"/>
                <a:cs typeface="Arial" panose="020B0604020202020204" pitchFamily="34" charset="0"/>
              </a:rPr>
              <a:t>Automation and Robotics</a:t>
            </a:r>
          </a:p>
          <a:p>
            <a:pPr eaLnBrk="1" hangingPunct="1">
              <a:spcBef>
                <a:spcPct val="0"/>
              </a:spcBef>
            </a:pPr>
            <a:endParaRPr lang="en-US" altLang="en-US" sz="2400" b="1"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spcBef>
                <a:spcPct val="0"/>
              </a:spcBef>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CRN: 50295</a:t>
            </a:r>
          </a:p>
          <a:p>
            <a:pPr eaLnBrk="1" hangingPunct="1">
              <a:spcBef>
                <a:spcPct val="0"/>
              </a:spcBef>
            </a:pP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spcBef>
                <a:spcPct val="0"/>
              </a:spcBef>
            </a:pP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spcBef>
                <a:spcPct val="0"/>
              </a:spcBef>
            </a:pP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spcBef>
                <a:spcPct val="0"/>
              </a:spcBef>
            </a:pPr>
            <a:r>
              <a:rPr lang="en-US" altLang="en-US" sz="2800" b="1" dirty="0">
                <a:latin typeface="Arial" panose="020B0604020202020204" pitchFamily="34" charset="0"/>
                <a:ea typeface="ＭＳ Ｐゴシック" panose="020B0600070205080204" pitchFamily="34" charset="-128"/>
                <a:cs typeface="Arial" panose="020B0604020202020204" pitchFamily="34" charset="0"/>
              </a:rPr>
              <a:t>Dr Saber </a:t>
            </a:r>
            <a:r>
              <a:rPr lang="en-US" altLang="en-US" sz="2800" b="1" dirty="0" err="1">
                <a:latin typeface="Arial" panose="020B0604020202020204" pitchFamily="34" charset="0"/>
                <a:ea typeface="ＭＳ Ｐゴシック" panose="020B0600070205080204" pitchFamily="34" charset="-128"/>
                <a:cs typeface="Arial" panose="020B0604020202020204" pitchFamily="34" charset="0"/>
              </a:rPr>
              <a:t>Mahboubi</a:t>
            </a:r>
            <a:endParaRPr lang="en-US" altLang="en-US" sz="2800" b="1"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spcBef>
                <a:spcPct val="0"/>
              </a:spcBef>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Email:    s.mahboubiheydarabad@salford.ac.uk</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bwMode="auto">
          <a:xfrm>
            <a:off x="511175" y="1066800"/>
            <a:ext cx="8498713" cy="276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t>Lecture Content:</a:t>
            </a:r>
            <a:b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br>
            <a: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t>		</a:t>
            </a:r>
            <a:b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br>
            <a: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t>		Introduction to Control in Automation</a:t>
            </a:r>
          </a:p>
        </p:txBody>
      </p:sp>
    </p:spTree>
    <p:extLst>
      <p:ext uri="{BB962C8B-B14F-4D97-AF65-F5344CB8AC3E}">
        <p14:creationId xmlns:p14="http://schemas.microsoft.com/office/powerpoint/2010/main" val="280621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Industrial</a:t>
            </a:r>
            <a:r>
              <a:rPr lang="en-GB" sz="2400" b="1" spc="-10" dirty="0">
                <a:latin typeface="Arial"/>
                <a:cs typeface="Arial"/>
              </a:rPr>
              <a:t> </a:t>
            </a:r>
            <a:r>
              <a:rPr lang="en-GB" sz="2400" b="1" spc="-5" dirty="0">
                <a:latin typeface="Arial"/>
                <a:cs typeface="Arial"/>
              </a:rPr>
              <a:t>Automation</a:t>
            </a:r>
            <a:endParaRPr lang="en-GB" sz="2400" b="1" dirty="0">
              <a:cs typeface="Arial"/>
            </a:endParaRPr>
          </a:p>
        </p:txBody>
      </p:sp>
      <p:sp>
        <p:nvSpPr>
          <p:cNvPr id="8" name="object 4"/>
          <p:cNvSpPr txBox="1"/>
          <p:nvPr/>
        </p:nvSpPr>
        <p:spPr>
          <a:xfrm>
            <a:off x="560153" y="932519"/>
            <a:ext cx="8236713" cy="2346796"/>
          </a:xfrm>
          <a:prstGeom prst="rect">
            <a:avLst/>
          </a:prstGeom>
        </p:spPr>
        <p:txBody>
          <a:bodyPr vert="horz" wrap="square" lIns="0" tIns="12700" rIns="0" bIns="0" rtlCol="0">
            <a:spAutoFit/>
          </a:bodyPr>
          <a:lstStyle/>
          <a:p>
            <a:pPr marL="354330" marR="480695" indent="-341630">
              <a:lnSpc>
                <a:spcPct val="99900"/>
              </a:lnSpc>
              <a:spcBef>
                <a:spcPts val="700"/>
              </a:spcBef>
              <a:buChar char="•"/>
              <a:tabLst>
                <a:tab pos="353695" algn="l"/>
                <a:tab pos="354330" algn="l"/>
              </a:tabLst>
            </a:pPr>
            <a:r>
              <a:rPr lang="en-GB" sz="2000" spc="-5" dirty="0">
                <a:latin typeface="Arial"/>
                <a:cs typeface="Arial"/>
              </a:rPr>
              <a:t>The technology by which </a:t>
            </a:r>
            <a:r>
              <a:rPr lang="en-GB" sz="2000" dirty="0">
                <a:latin typeface="Arial"/>
                <a:cs typeface="Arial"/>
              </a:rPr>
              <a:t>a </a:t>
            </a:r>
            <a:r>
              <a:rPr lang="en-GB" sz="2000" spc="-5" dirty="0">
                <a:latin typeface="Arial"/>
                <a:cs typeface="Arial"/>
              </a:rPr>
              <a:t>process or  procedure is accomplished without human  assistance.</a:t>
            </a:r>
            <a:endParaRPr lang="en-GB" sz="2000" dirty="0">
              <a:latin typeface="Arial"/>
              <a:cs typeface="Arial"/>
            </a:endParaRPr>
          </a:p>
          <a:p>
            <a:pPr marL="354330" marR="5080" indent="-341630">
              <a:lnSpc>
                <a:spcPct val="100000"/>
              </a:lnSpc>
              <a:spcBef>
                <a:spcPts val="700"/>
              </a:spcBef>
              <a:buChar char="•"/>
              <a:tabLst>
                <a:tab pos="353695" algn="l"/>
                <a:tab pos="354330" algn="l"/>
              </a:tabLst>
            </a:pPr>
            <a:r>
              <a:rPr lang="en-GB" sz="2000" dirty="0">
                <a:latin typeface="Arial"/>
                <a:cs typeface="Arial"/>
              </a:rPr>
              <a:t>A </a:t>
            </a:r>
            <a:r>
              <a:rPr lang="en-GB" sz="2000" spc="-5" dirty="0">
                <a:latin typeface="Arial"/>
                <a:cs typeface="Arial"/>
              </a:rPr>
              <a:t>technique that can be used </a:t>
            </a:r>
            <a:r>
              <a:rPr lang="en-GB" sz="2000" dirty="0">
                <a:latin typeface="Arial"/>
                <a:cs typeface="Arial"/>
              </a:rPr>
              <a:t>to </a:t>
            </a:r>
            <a:r>
              <a:rPr lang="en-GB" sz="2000" spc="-5" dirty="0">
                <a:latin typeface="Arial"/>
                <a:cs typeface="Arial"/>
              </a:rPr>
              <a:t>reduce costs  and/or </a:t>
            </a:r>
            <a:r>
              <a:rPr lang="en-GB" sz="2000" dirty="0">
                <a:latin typeface="Arial"/>
                <a:cs typeface="Arial"/>
              </a:rPr>
              <a:t>to </a:t>
            </a:r>
            <a:r>
              <a:rPr lang="en-GB" sz="2000" spc="-5" dirty="0">
                <a:latin typeface="Arial"/>
                <a:cs typeface="Arial"/>
              </a:rPr>
              <a:t>improve</a:t>
            </a:r>
            <a:r>
              <a:rPr lang="en-GB" sz="2000" spc="-15" dirty="0">
                <a:latin typeface="Arial"/>
                <a:cs typeface="Arial"/>
              </a:rPr>
              <a:t> </a:t>
            </a:r>
            <a:r>
              <a:rPr lang="en-GB" sz="2000" spc="-5" dirty="0">
                <a:latin typeface="Arial"/>
                <a:cs typeface="Arial"/>
              </a:rPr>
              <a:t>quality.</a:t>
            </a:r>
            <a:endParaRPr lang="en-GB" sz="2000" dirty="0">
              <a:latin typeface="Arial"/>
              <a:cs typeface="Arial"/>
            </a:endParaRPr>
          </a:p>
          <a:p>
            <a:pPr marL="354330" marR="598170" indent="-341630">
              <a:lnSpc>
                <a:spcPct val="100000"/>
              </a:lnSpc>
              <a:spcBef>
                <a:spcPts val="700"/>
              </a:spcBef>
              <a:buChar char="•"/>
              <a:tabLst>
                <a:tab pos="353695" algn="l"/>
                <a:tab pos="354330" algn="l"/>
              </a:tabLst>
            </a:pPr>
            <a:r>
              <a:rPr lang="en-GB" sz="2000" spc="-5" dirty="0">
                <a:latin typeface="Arial"/>
                <a:cs typeface="Arial"/>
              </a:rPr>
              <a:t>A process which increases manufacturing speed, while  reducing</a:t>
            </a:r>
            <a:r>
              <a:rPr lang="en-GB" sz="2000" spc="-10" dirty="0">
                <a:latin typeface="Arial"/>
                <a:cs typeface="Arial"/>
              </a:rPr>
              <a:t> </a:t>
            </a:r>
            <a:r>
              <a:rPr lang="en-GB" sz="2000" dirty="0">
                <a:latin typeface="Arial"/>
                <a:cs typeface="Arial"/>
              </a:rPr>
              <a:t>cost.</a:t>
            </a:r>
          </a:p>
          <a:p>
            <a:pPr>
              <a:lnSpc>
                <a:spcPct val="100000"/>
              </a:lnSpc>
              <a:spcBef>
                <a:spcPts val="35"/>
              </a:spcBef>
            </a:pPr>
            <a:endParaRPr sz="2000" dirty="0">
              <a:latin typeface="+mn-lt"/>
              <a:cs typeface="Times New Roman"/>
            </a:endParaRPr>
          </a:p>
        </p:txBody>
      </p:sp>
      <p:sp>
        <p:nvSpPr>
          <p:cNvPr id="9" name="object 4"/>
          <p:cNvSpPr txBox="1"/>
          <p:nvPr/>
        </p:nvSpPr>
        <p:spPr>
          <a:xfrm>
            <a:off x="515449" y="4087389"/>
            <a:ext cx="8236713" cy="1333698"/>
          </a:xfrm>
          <a:prstGeom prst="rect">
            <a:avLst/>
          </a:prstGeom>
        </p:spPr>
        <p:txBody>
          <a:bodyPr vert="horz" wrap="square" lIns="0" tIns="12700" rIns="0" bIns="0" rtlCol="0">
            <a:spAutoFit/>
          </a:bodyPr>
          <a:lstStyle/>
          <a:p>
            <a:pPr marL="355600" marR="634365" indent="-342900" algn="just">
              <a:lnSpc>
                <a:spcPct val="100000"/>
              </a:lnSpc>
              <a:spcBef>
                <a:spcPts val="100"/>
              </a:spcBef>
              <a:buChar char="•"/>
              <a:tabLst>
                <a:tab pos="355600" algn="l"/>
              </a:tabLst>
            </a:pPr>
            <a:r>
              <a:rPr lang="en-GB" sz="2000" spc="-5" dirty="0">
                <a:latin typeface="Arial"/>
                <a:cs typeface="Arial"/>
              </a:rPr>
              <a:t>Can lead </a:t>
            </a:r>
            <a:r>
              <a:rPr lang="en-GB" sz="2000" dirty="0">
                <a:latin typeface="Arial"/>
                <a:cs typeface="Arial"/>
              </a:rPr>
              <a:t>to </a:t>
            </a:r>
            <a:r>
              <a:rPr lang="en-GB" sz="2000" spc="-5" dirty="0">
                <a:latin typeface="Arial"/>
                <a:cs typeface="Arial"/>
              </a:rPr>
              <a:t>products having consistent  quality, perhaps even consistently good  quality</a:t>
            </a:r>
            <a:endParaRPr lang="en-GB" sz="2000" dirty="0">
              <a:latin typeface="Arial"/>
              <a:cs typeface="Arial"/>
            </a:endParaRPr>
          </a:p>
          <a:p>
            <a:pPr marL="355600" marR="5080" indent="-342900">
              <a:lnSpc>
                <a:spcPct val="99900"/>
              </a:lnSpc>
              <a:spcBef>
                <a:spcPts val="700"/>
              </a:spcBef>
              <a:buChar char="•"/>
              <a:tabLst>
                <a:tab pos="354965" algn="l"/>
                <a:tab pos="355600" algn="l"/>
              </a:tabLst>
            </a:pPr>
            <a:r>
              <a:rPr lang="en-GB" sz="2000" dirty="0">
                <a:latin typeface="Arial"/>
                <a:cs typeface="Arial"/>
              </a:rPr>
              <a:t>Is normally</a:t>
            </a:r>
            <a:r>
              <a:rPr lang="en-GB" sz="2000" spc="-5" dirty="0">
                <a:latin typeface="Arial"/>
                <a:cs typeface="Arial"/>
              </a:rPr>
              <a:t> implemented using </a:t>
            </a:r>
            <a:r>
              <a:rPr lang="en-GB" sz="2000" dirty="0">
                <a:latin typeface="Arial"/>
                <a:cs typeface="Arial"/>
              </a:rPr>
              <a:t>a </a:t>
            </a:r>
            <a:r>
              <a:rPr lang="en-GB" sz="2000" spc="-5" dirty="0">
                <a:latin typeface="Arial"/>
                <a:cs typeface="Arial"/>
              </a:rPr>
              <a:t>program of  instructions combined with </a:t>
            </a:r>
            <a:r>
              <a:rPr lang="en-GB" sz="2000" dirty="0">
                <a:latin typeface="Arial"/>
                <a:cs typeface="Arial"/>
              </a:rPr>
              <a:t>a </a:t>
            </a:r>
            <a:r>
              <a:rPr lang="en-GB" sz="2000" spc="-5" dirty="0">
                <a:latin typeface="Arial"/>
                <a:cs typeface="Arial"/>
              </a:rPr>
              <a:t>control system  that executes the instructions.</a:t>
            </a:r>
            <a:endParaRPr lang="en-GB" sz="2000" dirty="0">
              <a:latin typeface="Arial"/>
              <a:cs typeface="Arial"/>
            </a:endParaRPr>
          </a:p>
        </p:txBody>
      </p:sp>
      <p:sp>
        <p:nvSpPr>
          <p:cNvPr id="5" name="object 4">
            <a:extLst>
              <a:ext uri="{FF2B5EF4-FFF2-40B4-BE49-F238E27FC236}">
                <a16:creationId xmlns:a16="http://schemas.microsoft.com/office/drawing/2014/main" id="{55811420-727C-4905-9118-ABC2220DD27B}"/>
              </a:ext>
            </a:extLst>
          </p:cNvPr>
          <p:cNvSpPr txBox="1"/>
          <p:nvPr/>
        </p:nvSpPr>
        <p:spPr>
          <a:xfrm>
            <a:off x="515448" y="3403187"/>
            <a:ext cx="8236713" cy="320601"/>
          </a:xfrm>
          <a:prstGeom prst="rect">
            <a:avLst/>
          </a:prstGeom>
        </p:spPr>
        <p:txBody>
          <a:bodyPr vert="horz" wrap="square" lIns="0" tIns="12700" rIns="0" bIns="0" rtlCol="0">
            <a:spAutoFit/>
          </a:bodyPr>
          <a:lstStyle/>
          <a:p>
            <a:pPr marL="12700" marR="634365" algn="just">
              <a:lnSpc>
                <a:spcPct val="100000"/>
              </a:lnSpc>
              <a:spcBef>
                <a:spcPts val="100"/>
              </a:spcBef>
              <a:tabLst>
                <a:tab pos="355600" algn="l"/>
              </a:tabLst>
            </a:pPr>
            <a:r>
              <a:rPr lang="en-GB" sz="2000" dirty="0">
                <a:latin typeface="Arial"/>
                <a:cs typeface="Arial"/>
              </a:rPr>
              <a:t>Which….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Quick History</a:t>
            </a:r>
            <a:endParaRPr lang="en-GB" sz="2400" b="1" dirty="0">
              <a:cs typeface="Arial"/>
            </a:endParaRPr>
          </a:p>
        </p:txBody>
      </p:sp>
      <p:sp>
        <p:nvSpPr>
          <p:cNvPr id="8" name="object 4"/>
          <p:cNvSpPr txBox="1"/>
          <p:nvPr/>
        </p:nvSpPr>
        <p:spPr>
          <a:xfrm>
            <a:off x="515449" y="660514"/>
            <a:ext cx="8236713" cy="628377"/>
          </a:xfrm>
          <a:prstGeom prst="rect">
            <a:avLst/>
          </a:prstGeom>
        </p:spPr>
        <p:txBody>
          <a:bodyPr vert="horz" wrap="square" lIns="0" tIns="12700" rIns="0" bIns="0" rtlCol="0">
            <a:spAutoFit/>
          </a:bodyPr>
          <a:lstStyle/>
          <a:p>
            <a:pPr marL="12700" marR="480695">
              <a:lnSpc>
                <a:spcPct val="99900"/>
              </a:lnSpc>
              <a:spcBef>
                <a:spcPts val="700"/>
              </a:spcBef>
              <a:tabLst>
                <a:tab pos="353695" algn="l"/>
                <a:tab pos="354330" algn="l"/>
              </a:tabLst>
            </a:pPr>
            <a:r>
              <a:rPr lang="en-GB" sz="2000" spc="-5" dirty="0">
                <a:latin typeface="Arial"/>
                <a:cs typeface="Arial"/>
              </a:rPr>
              <a:t>Automation has gone through a number of stages</a:t>
            </a:r>
            <a:endParaRPr lang="en-GB" sz="2000" dirty="0">
              <a:latin typeface="Arial"/>
              <a:cs typeface="Arial"/>
            </a:endParaRPr>
          </a:p>
          <a:p>
            <a:pPr>
              <a:lnSpc>
                <a:spcPct val="100000"/>
              </a:lnSpc>
              <a:spcBef>
                <a:spcPts val="35"/>
              </a:spcBef>
            </a:pPr>
            <a:endParaRPr sz="2000" dirty="0">
              <a:latin typeface="+mn-lt"/>
              <a:cs typeface="Times New Roman"/>
            </a:endParaRPr>
          </a:p>
        </p:txBody>
      </p:sp>
      <p:grpSp>
        <p:nvGrpSpPr>
          <p:cNvPr id="2" name="Group 1">
            <a:extLst>
              <a:ext uri="{FF2B5EF4-FFF2-40B4-BE49-F238E27FC236}">
                <a16:creationId xmlns:a16="http://schemas.microsoft.com/office/drawing/2014/main" id="{99E6AB9D-44C5-40B0-B9C9-171006D1D614}"/>
              </a:ext>
            </a:extLst>
          </p:cNvPr>
          <p:cNvGrpSpPr/>
          <p:nvPr/>
        </p:nvGrpSpPr>
        <p:grpSpPr>
          <a:xfrm>
            <a:off x="515449" y="5787187"/>
            <a:ext cx="3371088" cy="920496"/>
            <a:chOff x="515449" y="5787187"/>
            <a:chExt cx="3371088" cy="920496"/>
          </a:xfrm>
        </p:grpSpPr>
        <p:sp>
          <p:nvSpPr>
            <p:cNvPr id="6" name="object 11">
              <a:extLst>
                <a:ext uri="{FF2B5EF4-FFF2-40B4-BE49-F238E27FC236}">
                  <a16:creationId xmlns:a16="http://schemas.microsoft.com/office/drawing/2014/main" id="{81043BD7-7EFA-4DD4-B035-E3AA7B25BD7B}"/>
                </a:ext>
              </a:extLst>
            </p:cNvPr>
            <p:cNvSpPr/>
            <p:nvPr/>
          </p:nvSpPr>
          <p:spPr>
            <a:xfrm>
              <a:off x="515449" y="6245912"/>
              <a:ext cx="3371088" cy="461771"/>
            </a:xfrm>
            <a:prstGeom prst="rect">
              <a:avLst/>
            </a:prstGeom>
            <a:blipFill>
              <a:blip r:embed="rId3"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7" name="object 12">
              <a:extLst>
                <a:ext uri="{FF2B5EF4-FFF2-40B4-BE49-F238E27FC236}">
                  <a16:creationId xmlns:a16="http://schemas.microsoft.com/office/drawing/2014/main" id="{70BE31E6-8990-4126-BBBE-04EE7D067246}"/>
                </a:ext>
              </a:extLst>
            </p:cNvPr>
            <p:cNvSpPr/>
            <p:nvPr/>
          </p:nvSpPr>
          <p:spPr>
            <a:xfrm>
              <a:off x="1227158" y="6229148"/>
              <a:ext cx="1965960" cy="478535"/>
            </a:xfrm>
            <a:prstGeom prst="rect">
              <a:avLst/>
            </a:prstGeom>
            <a:blipFill>
              <a:blip r:embed="rId4"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10" name="object 13">
              <a:extLst>
                <a:ext uri="{FF2B5EF4-FFF2-40B4-BE49-F238E27FC236}">
                  <a16:creationId xmlns:a16="http://schemas.microsoft.com/office/drawing/2014/main" id="{67B0D82C-9971-425B-9559-8A6E6DF7FAD8}"/>
                </a:ext>
              </a:extLst>
            </p:cNvPr>
            <p:cNvSpPr/>
            <p:nvPr/>
          </p:nvSpPr>
          <p:spPr>
            <a:xfrm>
              <a:off x="562694" y="6270295"/>
              <a:ext cx="3276600" cy="381000"/>
            </a:xfrm>
            <a:custGeom>
              <a:avLst/>
              <a:gdLst/>
              <a:ahLst/>
              <a:cxnLst/>
              <a:rect l="l" t="t" r="r" b="b"/>
              <a:pathLst>
                <a:path w="3276600" h="381000">
                  <a:moveTo>
                    <a:pt x="0" y="380999"/>
                  </a:moveTo>
                  <a:lnTo>
                    <a:pt x="3276600" y="380999"/>
                  </a:lnTo>
                  <a:lnTo>
                    <a:pt x="3276600" y="0"/>
                  </a:lnTo>
                  <a:lnTo>
                    <a:pt x="0" y="0"/>
                  </a:lnTo>
                  <a:lnTo>
                    <a:pt x="0" y="380999"/>
                  </a:lnTo>
                  <a:close/>
                </a:path>
              </a:pathLst>
            </a:custGeom>
            <a:solidFill>
              <a:srgbClr val="00AFEF"/>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11" name="object 14">
              <a:extLst>
                <a:ext uri="{FF2B5EF4-FFF2-40B4-BE49-F238E27FC236}">
                  <a16:creationId xmlns:a16="http://schemas.microsoft.com/office/drawing/2014/main" id="{850D5AE3-0DCB-4272-A38E-85C1DF99EC09}"/>
                </a:ext>
              </a:extLst>
            </p:cNvPr>
            <p:cNvSpPr/>
            <p:nvPr/>
          </p:nvSpPr>
          <p:spPr>
            <a:xfrm>
              <a:off x="562694" y="6270295"/>
              <a:ext cx="3276600" cy="381000"/>
            </a:xfrm>
            <a:custGeom>
              <a:avLst/>
              <a:gdLst/>
              <a:ahLst/>
              <a:cxnLst/>
              <a:rect l="l" t="t" r="r" b="b"/>
              <a:pathLst>
                <a:path w="3276600" h="381000">
                  <a:moveTo>
                    <a:pt x="0" y="380999"/>
                  </a:moveTo>
                  <a:lnTo>
                    <a:pt x="3276600" y="380999"/>
                  </a:lnTo>
                  <a:lnTo>
                    <a:pt x="3276600" y="0"/>
                  </a:lnTo>
                  <a:lnTo>
                    <a:pt x="0" y="0"/>
                  </a:lnTo>
                  <a:lnTo>
                    <a:pt x="0" y="380999"/>
                  </a:lnTo>
                  <a:close/>
                </a:path>
              </a:pathLst>
            </a:custGeom>
            <a:ln w="9143">
              <a:solidFill>
                <a:srgbClr val="7C5F9F"/>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12" name="object 15">
              <a:extLst>
                <a:ext uri="{FF2B5EF4-FFF2-40B4-BE49-F238E27FC236}">
                  <a16:creationId xmlns:a16="http://schemas.microsoft.com/office/drawing/2014/main" id="{9E2ABBD8-7F42-4FD7-989F-DD16E55E8035}"/>
                </a:ext>
              </a:extLst>
            </p:cNvPr>
            <p:cNvSpPr/>
            <p:nvPr/>
          </p:nvSpPr>
          <p:spPr>
            <a:xfrm>
              <a:off x="1268305" y="6247436"/>
              <a:ext cx="1883664" cy="460247"/>
            </a:xfrm>
            <a:prstGeom prst="rect">
              <a:avLst/>
            </a:prstGeom>
            <a:blipFill>
              <a:blip r:embed="rId5"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13" name="object 16">
              <a:extLst>
                <a:ext uri="{FF2B5EF4-FFF2-40B4-BE49-F238E27FC236}">
                  <a16:creationId xmlns:a16="http://schemas.microsoft.com/office/drawing/2014/main" id="{C8DC35B4-670B-4B56-8602-E58525DF7B35}"/>
                </a:ext>
              </a:extLst>
            </p:cNvPr>
            <p:cNvSpPr txBox="1"/>
            <p:nvPr/>
          </p:nvSpPr>
          <p:spPr>
            <a:xfrm>
              <a:off x="1400132" y="6303925"/>
              <a:ext cx="1600835" cy="299720"/>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1800" b="1" spc="-5" dirty="0">
                  <a:latin typeface="Times New Roman"/>
                  <a:cs typeface="Times New Roman"/>
                </a:rPr>
                <a:t>Manual</a:t>
              </a:r>
              <a:r>
                <a:rPr sz="1800" b="1" spc="-50" dirty="0">
                  <a:latin typeface="Times New Roman"/>
                  <a:cs typeface="Times New Roman"/>
                </a:rPr>
                <a:t> </a:t>
              </a:r>
              <a:r>
                <a:rPr sz="1800" b="1" spc="-10" dirty="0">
                  <a:latin typeface="Times New Roman"/>
                  <a:cs typeface="Times New Roman"/>
                </a:rPr>
                <a:t>Control</a:t>
              </a:r>
              <a:endParaRPr sz="1800" dirty="0">
                <a:latin typeface="Times New Roman"/>
                <a:cs typeface="Times New Roman"/>
              </a:endParaRPr>
            </a:p>
          </p:txBody>
        </p:sp>
        <p:sp>
          <p:nvSpPr>
            <p:cNvPr id="14" name="object 17">
              <a:extLst>
                <a:ext uri="{FF2B5EF4-FFF2-40B4-BE49-F238E27FC236}">
                  <a16:creationId xmlns:a16="http://schemas.microsoft.com/office/drawing/2014/main" id="{155596B9-C804-420B-97E0-AA8628A40BA1}"/>
                </a:ext>
              </a:extLst>
            </p:cNvPr>
            <p:cNvSpPr/>
            <p:nvPr/>
          </p:nvSpPr>
          <p:spPr>
            <a:xfrm>
              <a:off x="1957153" y="5787187"/>
              <a:ext cx="563879" cy="553212"/>
            </a:xfrm>
            <a:prstGeom prst="rect">
              <a:avLst/>
            </a:prstGeom>
            <a:blipFill>
              <a:blip r:embed="rId6"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15" name="object 18">
              <a:extLst>
                <a:ext uri="{FF2B5EF4-FFF2-40B4-BE49-F238E27FC236}">
                  <a16:creationId xmlns:a16="http://schemas.microsoft.com/office/drawing/2014/main" id="{D58B2038-FADB-47EA-9B93-2C4AC907501B}"/>
                </a:ext>
              </a:extLst>
            </p:cNvPr>
            <p:cNvSpPr/>
            <p:nvPr/>
          </p:nvSpPr>
          <p:spPr>
            <a:xfrm>
              <a:off x="2010494" y="5813095"/>
              <a:ext cx="457200" cy="457200"/>
            </a:xfrm>
            <a:custGeom>
              <a:avLst/>
              <a:gdLst/>
              <a:ahLst/>
              <a:cxnLst/>
              <a:rect l="l" t="t" r="r" b="b"/>
              <a:pathLst>
                <a:path w="457200" h="457200">
                  <a:moveTo>
                    <a:pt x="342900" y="228600"/>
                  </a:moveTo>
                  <a:lnTo>
                    <a:pt x="114300" y="228600"/>
                  </a:lnTo>
                  <a:lnTo>
                    <a:pt x="114300" y="457200"/>
                  </a:lnTo>
                  <a:lnTo>
                    <a:pt x="342900" y="457200"/>
                  </a:lnTo>
                  <a:lnTo>
                    <a:pt x="342900" y="228600"/>
                  </a:lnTo>
                  <a:close/>
                </a:path>
                <a:path w="457200" h="457200">
                  <a:moveTo>
                    <a:pt x="228600" y="0"/>
                  </a:moveTo>
                  <a:lnTo>
                    <a:pt x="0" y="228600"/>
                  </a:lnTo>
                  <a:lnTo>
                    <a:pt x="457200" y="228600"/>
                  </a:lnTo>
                  <a:lnTo>
                    <a:pt x="228600" y="0"/>
                  </a:lnTo>
                  <a:close/>
                </a:path>
              </a:pathLst>
            </a:custGeom>
            <a:solidFill>
              <a:srgbClr val="00AFEF"/>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16" name="object 19">
              <a:extLst>
                <a:ext uri="{FF2B5EF4-FFF2-40B4-BE49-F238E27FC236}">
                  <a16:creationId xmlns:a16="http://schemas.microsoft.com/office/drawing/2014/main" id="{DF2B84F2-8BD7-439A-B757-B6BEA2A98DFA}"/>
                </a:ext>
              </a:extLst>
            </p:cNvPr>
            <p:cNvSpPr/>
            <p:nvPr/>
          </p:nvSpPr>
          <p:spPr>
            <a:xfrm>
              <a:off x="2010494" y="5813095"/>
              <a:ext cx="457200" cy="457200"/>
            </a:xfrm>
            <a:custGeom>
              <a:avLst/>
              <a:gdLst/>
              <a:ahLst/>
              <a:cxnLst/>
              <a:rect l="l" t="t" r="r" b="b"/>
              <a:pathLst>
                <a:path w="457200" h="457200">
                  <a:moveTo>
                    <a:pt x="457200" y="228600"/>
                  </a:moveTo>
                  <a:lnTo>
                    <a:pt x="342900" y="228600"/>
                  </a:lnTo>
                  <a:lnTo>
                    <a:pt x="342900" y="457200"/>
                  </a:lnTo>
                  <a:lnTo>
                    <a:pt x="114300" y="457200"/>
                  </a:lnTo>
                  <a:lnTo>
                    <a:pt x="114300" y="228600"/>
                  </a:lnTo>
                  <a:lnTo>
                    <a:pt x="0" y="228600"/>
                  </a:lnTo>
                  <a:lnTo>
                    <a:pt x="228600" y="0"/>
                  </a:lnTo>
                  <a:lnTo>
                    <a:pt x="457200" y="228600"/>
                  </a:lnTo>
                  <a:close/>
                </a:path>
              </a:pathLst>
            </a:custGeom>
            <a:ln w="9144">
              <a:solidFill>
                <a:srgbClr val="7C5F9F"/>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grpSp>
      <p:pic>
        <p:nvPicPr>
          <p:cNvPr id="1026" name="Picture 2" descr="Image result for manual control system">
            <a:extLst>
              <a:ext uri="{FF2B5EF4-FFF2-40B4-BE49-F238E27FC236}">
                <a16:creationId xmlns:a16="http://schemas.microsoft.com/office/drawing/2014/main" id="{55690667-21F8-4D82-B216-B2B9AF9111A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98246" y="3691070"/>
            <a:ext cx="3700281" cy="296022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49748E48-41DC-47B1-893A-D02A6FCA75E0}"/>
              </a:ext>
            </a:extLst>
          </p:cNvPr>
          <p:cNvGrpSpPr/>
          <p:nvPr/>
        </p:nvGrpSpPr>
        <p:grpSpPr>
          <a:xfrm>
            <a:off x="562694" y="4938877"/>
            <a:ext cx="3294888" cy="975361"/>
            <a:chOff x="562694" y="4938877"/>
            <a:chExt cx="3294888" cy="975361"/>
          </a:xfrm>
        </p:grpSpPr>
        <p:sp>
          <p:nvSpPr>
            <p:cNvPr id="17" name="object 20">
              <a:extLst>
                <a:ext uri="{FF2B5EF4-FFF2-40B4-BE49-F238E27FC236}">
                  <a16:creationId xmlns:a16="http://schemas.microsoft.com/office/drawing/2014/main" id="{C5546E7C-4C50-4BE3-A0E4-3B3458E141BC}"/>
                </a:ext>
              </a:extLst>
            </p:cNvPr>
            <p:cNvSpPr/>
            <p:nvPr/>
          </p:nvSpPr>
          <p:spPr>
            <a:xfrm>
              <a:off x="562694" y="5399126"/>
              <a:ext cx="3294888" cy="475488"/>
            </a:xfrm>
            <a:prstGeom prst="rect">
              <a:avLst/>
            </a:prstGeom>
            <a:blipFill>
              <a:blip r:embed="rId8"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18" name="object 22">
              <a:extLst>
                <a:ext uri="{FF2B5EF4-FFF2-40B4-BE49-F238E27FC236}">
                  <a16:creationId xmlns:a16="http://schemas.microsoft.com/office/drawing/2014/main" id="{4688A5BA-7E45-4868-BDFF-6BA479C819C0}"/>
                </a:ext>
              </a:extLst>
            </p:cNvPr>
            <p:cNvSpPr/>
            <p:nvPr/>
          </p:nvSpPr>
          <p:spPr>
            <a:xfrm>
              <a:off x="609939" y="5423509"/>
              <a:ext cx="3200400" cy="381000"/>
            </a:xfrm>
            <a:custGeom>
              <a:avLst/>
              <a:gdLst/>
              <a:ahLst/>
              <a:cxnLst/>
              <a:rect l="l" t="t" r="r" b="b"/>
              <a:pathLst>
                <a:path w="3200400" h="381000">
                  <a:moveTo>
                    <a:pt x="0" y="381000"/>
                  </a:moveTo>
                  <a:lnTo>
                    <a:pt x="3200400" y="381000"/>
                  </a:lnTo>
                  <a:lnTo>
                    <a:pt x="3200400" y="0"/>
                  </a:lnTo>
                  <a:lnTo>
                    <a:pt x="0" y="0"/>
                  </a:lnTo>
                  <a:lnTo>
                    <a:pt x="0" y="381000"/>
                  </a:lnTo>
                  <a:close/>
                </a:path>
              </a:pathLst>
            </a:custGeom>
            <a:solidFill>
              <a:srgbClr val="00AFEF"/>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19" name="object 23">
              <a:extLst>
                <a:ext uri="{FF2B5EF4-FFF2-40B4-BE49-F238E27FC236}">
                  <a16:creationId xmlns:a16="http://schemas.microsoft.com/office/drawing/2014/main" id="{96F6A0A2-7648-4C80-8652-81EC9F6A75E4}"/>
                </a:ext>
              </a:extLst>
            </p:cNvPr>
            <p:cNvSpPr/>
            <p:nvPr/>
          </p:nvSpPr>
          <p:spPr>
            <a:xfrm>
              <a:off x="609939" y="5423509"/>
              <a:ext cx="3200400" cy="381000"/>
            </a:xfrm>
            <a:custGeom>
              <a:avLst/>
              <a:gdLst/>
              <a:ahLst/>
              <a:cxnLst/>
              <a:rect l="l" t="t" r="r" b="b"/>
              <a:pathLst>
                <a:path w="3200400" h="381000">
                  <a:moveTo>
                    <a:pt x="0" y="381000"/>
                  </a:moveTo>
                  <a:lnTo>
                    <a:pt x="3200400" y="381000"/>
                  </a:lnTo>
                  <a:lnTo>
                    <a:pt x="3200400" y="0"/>
                  </a:lnTo>
                  <a:lnTo>
                    <a:pt x="0" y="0"/>
                  </a:lnTo>
                  <a:lnTo>
                    <a:pt x="0" y="381000"/>
                  </a:lnTo>
                  <a:close/>
                </a:path>
              </a:pathLst>
            </a:custGeom>
            <a:ln w="9144">
              <a:solidFill>
                <a:srgbClr val="7C5F9F"/>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20" name="object 24">
              <a:extLst>
                <a:ext uri="{FF2B5EF4-FFF2-40B4-BE49-F238E27FC236}">
                  <a16:creationId xmlns:a16="http://schemas.microsoft.com/office/drawing/2014/main" id="{C0BF213A-C9E3-4450-8236-12D3680F98CF}"/>
                </a:ext>
              </a:extLst>
            </p:cNvPr>
            <p:cNvSpPr/>
            <p:nvPr/>
          </p:nvSpPr>
          <p:spPr>
            <a:xfrm>
              <a:off x="1169247" y="5400650"/>
              <a:ext cx="2101595" cy="513588"/>
            </a:xfrm>
            <a:prstGeom prst="rect">
              <a:avLst/>
            </a:prstGeom>
            <a:blipFill>
              <a:blip r:embed="rId9"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21" name="object 25">
              <a:extLst>
                <a:ext uri="{FF2B5EF4-FFF2-40B4-BE49-F238E27FC236}">
                  <a16:creationId xmlns:a16="http://schemas.microsoft.com/office/drawing/2014/main" id="{05292305-E65B-4FF1-97FE-DBB05D30D543}"/>
                </a:ext>
              </a:extLst>
            </p:cNvPr>
            <p:cNvSpPr/>
            <p:nvPr/>
          </p:nvSpPr>
          <p:spPr>
            <a:xfrm>
              <a:off x="1928198" y="4938877"/>
              <a:ext cx="563879" cy="553212"/>
            </a:xfrm>
            <a:prstGeom prst="rect">
              <a:avLst/>
            </a:prstGeom>
            <a:blipFill>
              <a:blip r:embed="rId6"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22" name="object 26">
              <a:extLst>
                <a:ext uri="{FF2B5EF4-FFF2-40B4-BE49-F238E27FC236}">
                  <a16:creationId xmlns:a16="http://schemas.microsoft.com/office/drawing/2014/main" id="{46846979-82DC-462E-964D-D0F5BCC3E39F}"/>
                </a:ext>
              </a:extLst>
            </p:cNvPr>
            <p:cNvSpPr/>
            <p:nvPr/>
          </p:nvSpPr>
          <p:spPr>
            <a:xfrm>
              <a:off x="1981539" y="4964786"/>
              <a:ext cx="457200" cy="457200"/>
            </a:xfrm>
            <a:custGeom>
              <a:avLst/>
              <a:gdLst/>
              <a:ahLst/>
              <a:cxnLst/>
              <a:rect l="l" t="t" r="r" b="b"/>
              <a:pathLst>
                <a:path w="457200" h="457200">
                  <a:moveTo>
                    <a:pt x="342900" y="228600"/>
                  </a:moveTo>
                  <a:lnTo>
                    <a:pt x="114300" y="228600"/>
                  </a:lnTo>
                  <a:lnTo>
                    <a:pt x="114300" y="457200"/>
                  </a:lnTo>
                  <a:lnTo>
                    <a:pt x="342900" y="457200"/>
                  </a:lnTo>
                  <a:lnTo>
                    <a:pt x="342900" y="228600"/>
                  </a:lnTo>
                  <a:close/>
                </a:path>
                <a:path w="457200" h="457200">
                  <a:moveTo>
                    <a:pt x="228600" y="0"/>
                  </a:moveTo>
                  <a:lnTo>
                    <a:pt x="0" y="228600"/>
                  </a:lnTo>
                  <a:lnTo>
                    <a:pt x="457200" y="228600"/>
                  </a:lnTo>
                  <a:lnTo>
                    <a:pt x="228600" y="0"/>
                  </a:lnTo>
                  <a:close/>
                </a:path>
              </a:pathLst>
            </a:custGeom>
            <a:solidFill>
              <a:srgbClr val="00AFEF"/>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23" name="object 27">
              <a:extLst>
                <a:ext uri="{FF2B5EF4-FFF2-40B4-BE49-F238E27FC236}">
                  <a16:creationId xmlns:a16="http://schemas.microsoft.com/office/drawing/2014/main" id="{7D4A9F62-EF08-4DB7-B803-CDDDF2F6248C}"/>
                </a:ext>
              </a:extLst>
            </p:cNvPr>
            <p:cNvSpPr/>
            <p:nvPr/>
          </p:nvSpPr>
          <p:spPr>
            <a:xfrm>
              <a:off x="1981539" y="4964786"/>
              <a:ext cx="457200" cy="457200"/>
            </a:xfrm>
            <a:custGeom>
              <a:avLst/>
              <a:gdLst/>
              <a:ahLst/>
              <a:cxnLst/>
              <a:rect l="l" t="t" r="r" b="b"/>
              <a:pathLst>
                <a:path w="457200" h="457200">
                  <a:moveTo>
                    <a:pt x="457200" y="228600"/>
                  </a:moveTo>
                  <a:lnTo>
                    <a:pt x="342900" y="228600"/>
                  </a:lnTo>
                  <a:lnTo>
                    <a:pt x="342900" y="457200"/>
                  </a:lnTo>
                  <a:lnTo>
                    <a:pt x="114300" y="457200"/>
                  </a:lnTo>
                  <a:lnTo>
                    <a:pt x="114300" y="228600"/>
                  </a:lnTo>
                  <a:lnTo>
                    <a:pt x="0" y="228600"/>
                  </a:lnTo>
                  <a:lnTo>
                    <a:pt x="228600" y="0"/>
                  </a:lnTo>
                  <a:lnTo>
                    <a:pt x="457200" y="228600"/>
                  </a:lnTo>
                  <a:close/>
                </a:path>
              </a:pathLst>
            </a:custGeom>
            <a:ln w="9144">
              <a:solidFill>
                <a:srgbClr val="7C5F9F"/>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grpSp>
      <p:pic>
        <p:nvPicPr>
          <p:cNvPr id="1028" name="Picture 4" descr="Image result for pneumatic control systems">
            <a:extLst>
              <a:ext uri="{FF2B5EF4-FFF2-40B4-BE49-F238E27FC236}">
                <a16:creationId xmlns:a16="http://schemas.microsoft.com/office/drawing/2014/main" id="{77AB82B3-08A6-4F67-A4D0-96E8439AA73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87577" y="3389856"/>
            <a:ext cx="3700281" cy="2468166"/>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38717F2F-3E1E-4A81-B395-028E53B4CC0F}"/>
              </a:ext>
            </a:extLst>
          </p:cNvPr>
          <p:cNvGrpSpPr/>
          <p:nvPr/>
        </p:nvGrpSpPr>
        <p:grpSpPr>
          <a:xfrm>
            <a:off x="544406" y="4099711"/>
            <a:ext cx="3294888" cy="967741"/>
            <a:chOff x="544406" y="4099711"/>
            <a:chExt cx="3294888" cy="967741"/>
          </a:xfrm>
        </p:grpSpPr>
        <p:sp>
          <p:nvSpPr>
            <p:cNvPr id="26" name="object 5">
              <a:extLst>
                <a:ext uri="{FF2B5EF4-FFF2-40B4-BE49-F238E27FC236}">
                  <a16:creationId xmlns:a16="http://schemas.microsoft.com/office/drawing/2014/main" id="{ACC5E597-53D2-4CCF-8F59-2972E9543828}"/>
                </a:ext>
              </a:extLst>
            </p:cNvPr>
            <p:cNvSpPr/>
            <p:nvPr/>
          </p:nvSpPr>
          <p:spPr>
            <a:xfrm>
              <a:off x="544406" y="4559959"/>
              <a:ext cx="3294888" cy="475488"/>
            </a:xfrm>
            <a:prstGeom prst="rect">
              <a:avLst/>
            </a:prstGeom>
            <a:blipFill>
              <a:blip r:embed="rId8"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27" name="object 7">
              <a:extLst>
                <a:ext uri="{FF2B5EF4-FFF2-40B4-BE49-F238E27FC236}">
                  <a16:creationId xmlns:a16="http://schemas.microsoft.com/office/drawing/2014/main" id="{500C5F43-A6E0-4FB6-9748-0AC6A658F919}"/>
                </a:ext>
              </a:extLst>
            </p:cNvPr>
            <p:cNvSpPr/>
            <p:nvPr/>
          </p:nvSpPr>
          <p:spPr>
            <a:xfrm>
              <a:off x="591651" y="4584343"/>
              <a:ext cx="3200400" cy="381000"/>
            </a:xfrm>
            <a:custGeom>
              <a:avLst/>
              <a:gdLst/>
              <a:ahLst/>
              <a:cxnLst/>
              <a:rect l="l" t="t" r="r" b="b"/>
              <a:pathLst>
                <a:path w="3200400" h="381000">
                  <a:moveTo>
                    <a:pt x="0" y="381000"/>
                  </a:moveTo>
                  <a:lnTo>
                    <a:pt x="3200400" y="381000"/>
                  </a:lnTo>
                  <a:lnTo>
                    <a:pt x="3200400" y="0"/>
                  </a:lnTo>
                  <a:lnTo>
                    <a:pt x="0" y="0"/>
                  </a:lnTo>
                  <a:lnTo>
                    <a:pt x="0" y="381000"/>
                  </a:lnTo>
                  <a:close/>
                </a:path>
              </a:pathLst>
            </a:custGeom>
            <a:solidFill>
              <a:srgbClr val="00AFEF"/>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28" name="object 8">
              <a:extLst>
                <a:ext uri="{FF2B5EF4-FFF2-40B4-BE49-F238E27FC236}">
                  <a16:creationId xmlns:a16="http://schemas.microsoft.com/office/drawing/2014/main" id="{4DC0A629-83A7-4F8E-B477-0698320DAA54}"/>
                </a:ext>
              </a:extLst>
            </p:cNvPr>
            <p:cNvSpPr/>
            <p:nvPr/>
          </p:nvSpPr>
          <p:spPr>
            <a:xfrm>
              <a:off x="591651" y="4584343"/>
              <a:ext cx="3200400" cy="381000"/>
            </a:xfrm>
            <a:custGeom>
              <a:avLst/>
              <a:gdLst/>
              <a:ahLst/>
              <a:cxnLst/>
              <a:rect l="l" t="t" r="r" b="b"/>
              <a:pathLst>
                <a:path w="3200400" h="381000">
                  <a:moveTo>
                    <a:pt x="0" y="381000"/>
                  </a:moveTo>
                  <a:lnTo>
                    <a:pt x="3200400" y="381000"/>
                  </a:lnTo>
                  <a:lnTo>
                    <a:pt x="3200400" y="0"/>
                  </a:lnTo>
                  <a:lnTo>
                    <a:pt x="0" y="0"/>
                  </a:lnTo>
                  <a:lnTo>
                    <a:pt x="0" y="381000"/>
                  </a:lnTo>
                  <a:close/>
                </a:path>
              </a:pathLst>
            </a:custGeom>
            <a:ln w="9144">
              <a:solidFill>
                <a:srgbClr val="7C5F9F"/>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29" name="object 9">
              <a:extLst>
                <a:ext uri="{FF2B5EF4-FFF2-40B4-BE49-F238E27FC236}">
                  <a16:creationId xmlns:a16="http://schemas.microsoft.com/office/drawing/2014/main" id="{3991D733-AA52-4E6C-99A6-E0F71004FBB3}"/>
                </a:ext>
              </a:extLst>
            </p:cNvPr>
            <p:cNvSpPr/>
            <p:nvPr/>
          </p:nvSpPr>
          <p:spPr>
            <a:xfrm>
              <a:off x="1033611" y="4553864"/>
              <a:ext cx="923543" cy="513588"/>
            </a:xfrm>
            <a:prstGeom prst="rect">
              <a:avLst/>
            </a:prstGeom>
            <a:blipFill>
              <a:blip r:embed="rId11"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30" name="object 10">
              <a:extLst>
                <a:ext uri="{FF2B5EF4-FFF2-40B4-BE49-F238E27FC236}">
                  <a16:creationId xmlns:a16="http://schemas.microsoft.com/office/drawing/2014/main" id="{8E764ABD-AD5A-4BB9-9299-B07A605C2795}"/>
                </a:ext>
              </a:extLst>
            </p:cNvPr>
            <p:cNvSpPr/>
            <p:nvPr/>
          </p:nvSpPr>
          <p:spPr>
            <a:xfrm>
              <a:off x="1707218" y="4553864"/>
              <a:ext cx="1662684" cy="513588"/>
            </a:xfrm>
            <a:prstGeom prst="rect">
              <a:avLst/>
            </a:prstGeom>
            <a:blipFill>
              <a:blip r:embed="rId1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31" name="object 34">
              <a:extLst>
                <a:ext uri="{FF2B5EF4-FFF2-40B4-BE49-F238E27FC236}">
                  <a16:creationId xmlns:a16="http://schemas.microsoft.com/office/drawing/2014/main" id="{CC4313E3-17F8-4812-B343-D6EA2325E34D}"/>
                </a:ext>
              </a:extLst>
            </p:cNvPr>
            <p:cNvSpPr/>
            <p:nvPr/>
          </p:nvSpPr>
          <p:spPr>
            <a:xfrm>
              <a:off x="1909910" y="4099711"/>
              <a:ext cx="563879" cy="553212"/>
            </a:xfrm>
            <a:prstGeom prst="rect">
              <a:avLst/>
            </a:prstGeom>
            <a:blipFill>
              <a:blip r:embed="rId6"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32" name="object 35">
              <a:extLst>
                <a:ext uri="{FF2B5EF4-FFF2-40B4-BE49-F238E27FC236}">
                  <a16:creationId xmlns:a16="http://schemas.microsoft.com/office/drawing/2014/main" id="{B78810ED-F5BD-44CA-ADD0-46700055EC8D}"/>
                </a:ext>
              </a:extLst>
            </p:cNvPr>
            <p:cNvSpPr/>
            <p:nvPr/>
          </p:nvSpPr>
          <p:spPr>
            <a:xfrm>
              <a:off x="1963251" y="4125620"/>
              <a:ext cx="457200" cy="457200"/>
            </a:xfrm>
            <a:custGeom>
              <a:avLst/>
              <a:gdLst/>
              <a:ahLst/>
              <a:cxnLst/>
              <a:rect l="l" t="t" r="r" b="b"/>
              <a:pathLst>
                <a:path w="457200" h="457200">
                  <a:moveTo>
                    <a:pt x="342900" y="228600"/>
                  </a:moveTo>
                  <a:lnTo>
                    <a:pt x="114300" y="228600"/>
                  </a:lnTo>
                  <a:lnTo>
                    <a:pt x="114300" y="457200"/>
                  </a:lnTo>
                  <a:lnTo>
                    <a:pt x="342900" y="457200"/>
                  </a:lnTo>
                  <a:lnTo>
                    <a:pt x="342900" y="228600"/>
                  </a:lnTo>
                  <a:close/>
                </a:path>
                <a:path w="457200" h="457200">
                  <a:moveTo>
                    <a:pt x="228600" y="0"/>
                  </a:moveTo>
                  <a:lnTo>
                    <a:pt x="0" y="228600"/>
                  </a:lnTo>
                  <a:lnTo>
                    <a:pt x="457200" y="228600"/>
                  </a:lnTo>
                  <a:lnTo>
                    <a:pt x="228600" y="0"/>
                  </a:lnTo>
                  <a:close/>
                </a:path>
              </a:pathLst>
            </a:custGeom>
            <a:solidFill>
              <a:srgbClr val="00AFEF"/>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33" name="object 36">
              <a:extLst>
                <a:ext uri="{FF2B5EF4-FFF2-40B4-BE49-F238E27FC236}">
                  <a16:creationId xmlns:a16="http://schemas.microsoft.com/office/drawing/2014/main" id="{42443A7F-4393-4ED3-A03C-D7AEBD25FBEA}"/>
                </a:ext>
              </a:extLst>
            </p:cNvPr>
            <p:cNvSpPr/>
            <p:nvPr/>
          </p:nvSpPr>
          <p:spPr>
            <a:xfrm>
              <a:off x="1963251" y="4125620"/>
              <a:ext cx="457200" cy="457200"/>
            </a:xfrm>
            <a:custGeom>
              <a:avLst/>
              <a:gdLst/>
              <a:ahLst/>
              <a:cxnLst/>
              <a:rect l="l" t="t" r="r" b="b"/>
              <a:pathLst>
                <a:path w="457200" h="457200">
                  <a:moveTo>
                    <a:pt x="457200" y="228600"/>
                  </a:moveTo>
                  <a:lnTo>
                    <a:pt x="342900" y="228600"/>
                  </a:lnTo>
                  <a:lnTo>
                    <a:pt x="342900" y="457200"/>
                  </a:lnTo>
                  <a:lnTo>
                    <a:pt x="114300" y="457200"/>
                  </a:lnTo>
                  <a:lnTo>
                    <a:pt x="114300" y="228600"/>
                  </a:lnTo>
                  <a:lnTo>
                    <a:pt x="0" y="228600"/>
                  </a:lnTo>
                  <a:lnTo>
                    <a:pt x="228600" y="0"/>
                  </a:lnTo>
                  <a:lnTo>
                    <a:pt x="457200" y="228600"/>
                  </a:lnTo>
                  <a:close/>
                </a:path>
              </a:pathLst>
            </a:custGeom>
            <a:ln w="9144">
              <a:solidFill>
                <a:srgbClr val="7C5F9F"/>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grpSp>
      <p:pic>
        <p:nvPicPr>
          <p:cNvPr id="1030" name="Picture 6" descr="Image result for relay logic control systems">
            <a:extLst>
              <a:ext uri="{FF2B5EF4-FFF2-40B4-BE49-F238E27FC236}">
                <a16:creationId xmlns:a16="http://schemas.microsoft.com/office/drawing/2014/main" id="{7492C6CE-958D-4BBF-AB31-BDF0BC46E90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72000" y="2596584"/>
            <a:ext cx="3759354" cy="2438864"/>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35E7D535-E4FE-4EAB-9BDF-B9A3516792BA}"/>
              </a:ext>
            </a:extLst>
          </p:cNvPr>
          <p:cNvGrpSpPr/>
          <p:nvPr/>
        </p:nvGrpSpPr>
        <p:grpSpPr>
          <a:xfrm>
            <a:off x="531471" y="3124484"/>
            <a:ext cx="3346704" cy="1187196"/>
            <a:chOff x="2898648" y="2835402"/>
            <a:chExt cx="3346704" cy="1187196"/>
          </a:xfrm>
        </p:grpSpPr>
        <p:sp>
          <p:nvSpPr>
            <p:cNvPr id="36" name="object 28">
              <a:extLst>
                <a:ext uri="{FF2B5EF4-FFF2-40B4-BE49-F238E27FC236}">
                  <a16:creationId xmlns:a16="http://schemas.microsoft.com/office/drawing/2014/main" id="{D561A1A4-D13D-4714-A1BA-E05F4F702D1E}"/>
                </a:ext>
              </a:extLst>
            </p:cNvPr>
            <p:cNvSpPr/>
            <p:nvPr/>
          </p:nvSpPr>
          <p:spPr>
            <a:xfrm>
              <a:off x="2898648" y="3294126"/>
              <a:ext cx="3294888" cy="627888"/>
            </a:xfrm>
            <a:prstGeom prst="rect">
              <a:avLst/>
            </a:prstGeom>
            <a:blipFill>
              <a:blip r:embed="rId14"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37" name="object 30">
              <a:extLst>
                <a:ext uri="{FF2B5EF4-FFF2-40B4-BE49-F238E27FC236}">
                  <a16:creationId xmlns:a16="http://schemas.microsoft.com/office/drawing/2014/main" id="{6F2973CA-5DDA-4A97-AEA2-6A103FF0E949}"/>
                </a:ext>
              </a:extLst>
            </p:cNvPr>
            <p:cNvSpPr/>
            <p:nvPr/>
          </p:nvSpPr>
          <p:spPr>
            <a:xfrm>
              <a:off x="2945893" y="3318510"/>
              <a:ext cx="3200400" cy="533400"/>
            </a:xfrm>
            <a:custGeom>
              <a:avLst/>
              <a:gdLst/>
              <a:ahLst/>
              <a:cxnLst/>
              <a:rect l="l" t="t" r="r" b="b"/>
              <a:pathLst>
                <a:path w="3200400" h="533400">
                  <a:moveTo>
                    <a:pt x="0" y="533400"/>
                  </a:moveTo>
                  <a:lnTo>
                    <a:pt x="3200400" y="533400"/>
                  </a:lnTo>
                  <a:lnTo>
                    <a:pt x="3200400" y="0"/>
                  </a:lnTo>
                  <a:lnTo>
                    <a:pt x="0" y="0"/>
                  </a:lnTo>
                  <a:lnTo>
                    <a:pt x="0" y="533400"/>
                  </a:lnTo>
                  <a:close/>
                </a:path>
              </a:pathLst>
            </a:custGeom>
            <a:solidFill>
              <a:srgbClr val="00AFEF"/>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38" name="object 31">
              <a:extLst>
                <a:ext uri="{FF2B5EF4-FFF2-40B4-BE49-F238E27FC236}">
                  <a16:creationId xmlns:a16="http://schemas.microsoft.com/office/drawing/2014/main" id="{6DA885D9-A7FE-4AC2-AE96-FB427F5B5BEF}"/>
                </a:ext>
              </a:extLst>
            </p:cNvPr>
            <p:cNvSpPr/>
            <p:nvPr/>
          </p:nvSpPr>
          <p:spPr>
            <a:xfrm>
              <a:off x="2945893" y="3318510"/>
              <a:ext cx="3200400" cy="533400"/>
            </a:xfrm>
            <a:custGeom>
              <a:avLst/>
              <a:gdLst/>
              <a:ahLst/>
              <a:cxnLst/>
              <a:rect l="l" t="t" r="r" b="b"/>
              <a:pathLst>
                <a:path w="3200400" h="533400">
                  <a:moveTo>
                    <a:pt x="0" y="533400"/>
                  </a:moveTo>
                  <a:lnTo>
                    <a:pt x="3200400" y="533400"/>
                  </a:lnTo>
                  <a:lnTo>
                    <a:pt x="3200400" y="0"/>
                  </a:lnTo>
                  <a:lnTo>
                    <a:pt x="0" y="0"/>
                  </a:lnTo>
                  <a:lnTo>
                    <a:pt x="0" y="533400"/>
                  </a:lnTo>
                  <a:close/>
                </a:path>
              </a:pathLst>
            </a:custGeom>
            <a:ln w="9144">
              <a:solidFill>
                <a:srgbClr val="7C5F9F"/>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39" name="object 32">
              <a:extLst>
                <a:ext uri="{FF2B5EF4-FFF2-40B4-BE49-F238E27FC236}">
                  <a16:creationId xmlns:a16="http://schemas.microsoft.com/office/drawing/2014/main" id="{E14717BB-47C9-4819-8AFA-DD5AAE72D251}"/>
                </a:ext>
              </a:extLst>
            </p:cNvPr>
            <p:cNvSpPr/>
            <p:nvPr/>
          </p:nvSpPr>
          <p:spPr>
            <a:xfrm>
              <a:off x="2979420" y="3234691"/>
              <a:ext cx="3265932" cy="513588"/>
            </a:xfrm>
            <a:prstGeom prst="rect">
              <a:avLst/>
            </a:prstGeom>
            <a:blipFill>
              <a:blip r:embed="rId15"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40" name="object 33">
              <a:extLst>
                <a:ext uri="{FF2B5EF4-FFF2-40B4-BE49-F238E27FC236}">
                  <a16:creationId xmlns:a16="http://schemas.microsoft.com/office/drawing/2014/main" id="{ADA85490-5C96-4090-9C28-0A671F97FE50}"/>
                </a:ext>
              </a:extLst>
            </p:cNvPr>
            <p:cNvSpPr/>
            <p:nvPr/>
          </p:nvSpPr>
          <p:spPr>
            <a:xfrm>
              <a:off x="4122421" y="3509010"/>
              <a:ext cx="867155" cy="513588"/>
            </a:xfrm>
            <a:prstGeom prst="rect">
              <a:avLst/>
            </a:prstGeom>
            <a:blipFill>
              <a:blip r:embed="rId16"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41" name="object 37">
              <a:extLst>
                <a:ext uri="{FF2B5EF4-FFF2-40B4-BE49-F238E27FC236}">
                  <a16:creationId xmlns:a16="http://schemas.microsoft.com/office/drawing/2014/main" id="{74570CBD-C670-44C8-BB64-EA1F8A43585B}"/>
                </a:ext>
              </a:extLst>
            </p:cNvPr>
            <p:cNvSpPr/>
            <p:nvPr/>
          </p:nvSpPr>
          <p:spPr>
            <a:xfrm>
              <a:off x="4264152" y="2835402"/>
              <a:ext cx="563879" cy="553212"/>
            </a:xfrm>
            <a:prstGeom prst="rect">
              <a:avLst/>
            </a:prstGeom>
            <a:blipFill>
              <a:blip r:embed="rId6"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42" name="object 38">
              <a:extLst>
                <a:ext uri="{FF2B5EF4-FFF2-40B4-BE49-F238E27FC236}">
                  <a16:creationId xmlns:a16="http://schemas.microsoft.com/office/drawing/2014/main" id="{BA7EC9A2-1FA7-413C-8BF0-92CBD40D4A3B}"/>
                </a:ext>
              </a:extLst>
            </p:cNvPr>
            <p:cNvSpPr/>
            <p:nvPr/>
          </p:nvSpPr>
          <p:spPr>
            <a:xfrm>
              <a:off x="4317493" y="2861310"/>
              <a:ext cx="457200" cy="457200"/>
            </a:xfrm>
            <a:custGeom>
              <a:avLst/>
              <a:gdLst/>
              <a:ahLst/>
              <a:cxnLst/>
              <a:rect l="l" t="t" r="r" b="b"/>
              <a:pathLst>
                <a:path w="457200" h="457200">
                  <a:moveTo>
                    <a:pt x="342900" y="228600"/>
                  </a:moveTo>
                  <a:lnTo>
                    <a:pt x="114300" y="228600"/>
                  </a:lnTo>
                  <a:lnTo>
                    <a:pt x="114300" y="457200"/>
                  </a:lnTo>
                  <a:lnTo>
                    <a:pt x="342900" y="457200"/>
                  </a:lnTo>
                  <a:lnTo>
                    <a:pt x="342900" y="228600"/>
                  </a:lnTo>
                  <a:close/>
                </a:path>
                <a:path w="457200" h="457200">
                  <a:moveTo>
                    <a:pt x="228600" y="0"/>
                  </a:moveTo>
                  <a:lnTo>
                    <a:pt x="0" y="228600"/>
                  </a:lnTo>
                  <a:lnTo>
                    <a:pt x="457200" y="228600"/>
                  </a:lnTo>
                  <a:lnTo>
                    <a:pt x="228600" y="0"/>
                  </a:lnTo>
                  <a:close/>
                </a:path>
              </a:pathLst>
            </a:custGeom>
            <a:solidFill>
              <a:srgbClr val="00AFEF"/>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43" name="object 39">
              <a:extLst>
                <a:ext uri="{FF2B5EF4-FFF2-40B4-BE49-F238E27FC236}">
                  <a16:creationId xmlns:a16="http://schemas.microsoft.com/office/drawing/2014/main" id="{12E7FB34-7BCD-48B6-B204-FE189969748F}"/>
                </a:ext>
              </a:extLst>
            </p:cNvPr>
            <p:cNvSpPr/>
            <p:nvPr/>
          </p:nvSpPr>
          <p:spPr>
            <a:xfrm>
              <a:off x="4317493" y="2861310"/>
              <a:ext cx="457200" cy="457200"/>
            </a:xfrm>
            <a:custGeom>
              <a:avLst/>
              <a:gdLst/>
              <a:ahLst/>
              <a:cxnLst/>
              <a:rect l="l" t="t" r="r" b="b"/>
              <a:pathLst>
                <a:path w="457200" h="457200">
                  <a:moveTo>
                    <a:pt x="457200" y="228600"/>
                  </a:moveTo>
                  <a:lnTo>
                    <a:pt x="342900" y="228600"/>
                  </a:lnTo>
                  <a:lnTo>
                    <a:pt x="342900" y="457200"/>
                  </a:lnTo>
                  <a:lnTo>
                    <a:pt x="114300" y="457200"/>
                  </a:lnTo>
                  <a:lnTo>
                    <a:pt x="114300" y="228600"/>
                  </a:lnTo>
                  <a:lnTo>
                    <a:pt x="0" y="228600"/>
                  </a:lnTo>
                  <a:lnTo>
                    <a:pt x="228600" y="0"/>
                  </a:lnTo>
                  <a:lnTo>
                    <a:pt x="457200" y="228600"/>
                  </a:lnTo>
                  <a:close/>
                </a:path>
              </a:pathLst>
            </a:custGeom>
            <a:ln w="9144">
              <a:solidFill>
                <a:srgbClr val="7C5F9F"/>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grpSp>
      <p:pic>
        <p:nvPicPr>
          <p:cNvPr id="1032" name="Picture 8" descr="Related image">
            <a:extLst>
              <a:ext uri="{FF2B5EF4-FFF2-40B4-BE49-F238E27FC236}">
                <a16:creationId xmlns:a16="http://schemas.microsoft.com/office/drawing/2014/main" id="{BC2C0093-C47E-4295-A4EE-437A89E4502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30762" y="1821083"/>
            <a:ext cx="1543736" cy="1620923"/>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a:extLst>
              <a:ext uri="{FF2B5EF4-FFF2-40B4-BE49-F238E27FC236}">
                <a16:creationId xmlns:a16="http://schemas.microsoft.com/office/drawing/2014/main" id="{CB486C06-26D3-4148-A055-7ACD2D7AD32B}"/>
              </a:ext>
            </a:extLst>
          </p:cNvPr>
          <p:cNvGrpSpPr/>
          <p:nvPr/>
        </p:nvGrpSpPr>
        <p:grpSpPr>
          <a:xfrm>
            <a:off x="484969" y="2523328"/>
            <a:ext cx="3470149" cy="687324"/>
            <a:chOff x="2836925" y="3085338"/>
            <a:chExt cx="3470149" cy="687324"/>
          </a:xfrm>
        </p:grpSpPr>
        <p:sp>
          <p:nvSpPr>
            <p:cNvPr id="46" name="object 40">
              <a:extLst>
                <a:ext uri="{FF2B5EF4-FFF2-40B4-BE49-F238E27FC236}">
                  <a16:creationId xmlns:a16="http://schemas.microsoft.com/office/drawing/2014/main" id="{74D77421-E63E-493D-B958-A62A03948D6C}"/>
                </a:ext>
              </a:extLst>
            </p:cNvPr>
            <p:cNvSpPr/>
            <p:nvPr/>
          </p:nvSpPr>
          <p:spPr>
            <a:xfrm>
              <a:off x="2836925" y="3144774"/>
              <a:ext cx="3412236" cy="627888"/>
            </a:xfrm>
            <a:prstGeom prst="rect">
              <a:avLst/>
            </a:prstGeom>
            <a:blipFill>
              <a:blip r:embed="rId18"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47" name="object 42">
              <a:extLst>
                <a:ext uri="{FF2B5EF4-FFF2-40B4-BE49-F238E27FC236}">
                  <a16:creationId xmlns:a16="http://schemas.microsoft.com/office/drawing/2014/main" id="{3CCA0FC3-0C9D-47EB-BE62-C1FE96AF2F6C}"/>
                </a:ext>
              </a:extLst>
            </p:cNvPr>
            <p:cNvSpPr/>
            <p:nvPr/>
          </p:nvSpPr>
          <p:spPr>
            <a:xfrm>
              <a:off x="2884169" y="3169158"/>
              <a:ext cx="3317875" cy="533400"/>
            </a:xfrm>
            <a:custGeom>
              <a:avLst/>
              <a:gdLst/>
              <a:ahLst/>
              <a:cxnLst/>
              <a:rect l="l" t="t" r="r" b="b"/>
              <a:pathLst>
                <a:path w="3317875" h="533400">
                  <a:moveTo>
                    <a:pt x="0" y="533400"/>
                  </a:moveTo>
                  <a:lnTo>
                    <a:pt x="3317748" y="533400"/>
                  </a:lnTo>
                  <a:lnTo>
                    <a:pt x="3317748" y="0"/>
                  </a:lnTo>
                  <a:lnTo>
                    <a:pt x="0" y="0"/>
                  </a:lnTo>
                  <a:lnTo>
                    <a:pt x="0" y="533400"/>
                  </a:lnTo>
                  <a:close/>
                </a:path>
              </a:pathLst>
            </a:custGeom>
            <a:solidFill>
              <a:srgbClr val="00AFEF"/>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48" name="object 43">
              <a:extLst>
                <a:ext uri="{FF2B5EF4-FFF2-40B4-BE49-F238E27FC236}">
                  <a16:creationId xmlns:a16="http://schemas.microsoft.com/office/drawing/2014/main" id="{7C1D96E0-2681-4583-8D79-768B7D26B03D}"/>
                </a:ext>
              </a:extLst>
            </p:cNvPr>
            <p:cNvSpPr/>
            <p:nvPr/>
          </p:nvSpPr>
          <p:spPr>
            <a:xfrm>
              <a:off x="2884169" y="3169158"/>
              <a:ext cx="3317875" cy="533400"/>
            </a:xfrm>
            <a:custGeom>
              <a:avLst/>
              <a:gdLst/>
              <a:ahLst/>
              <a:cxnLst/>
              <a:rect l="l" t="t" r="r" b="b"/>
              <a:pathLst>
                <a:path w="3317875" h="533400">
                  <a:moveTo>
                    <a:pt x="0" y="533400"/>
                  </a:moveTo>
                  <a:lnTo>
                    <a:pt x="3317748" y="533400"/>
                  </a:lnTo>
                  <a:lnTo>
                    <a:pt x="3317748" y="0"/>
                  </a:lnTo>
                  <a:lnTo>
                    <a:pt x="0" y="0"/>
                  </a:lnTo>
                  <a:lnTo>
                    <a:pt x="0" y="533400"/>
                  </a:lnTo>
                  <a:close/>
                </a:path>
              </a:pathLst>
            </a:custGeom>
            <a:ln w="9144">
              <a:solidFill>
                <a:srgbClr val="7C5F9F"/>
              </a:solidFill>
            </a:ln>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sp>
          <p:nvSpPr>
            <p:cNvPr id="49" name="object 44">
              <a:extLst>
                <a:ext uri="{FF2B5EF4-FFF2-40B4-BE49-F238E27FC236}">
                  <a16:creationId xmlns:a16="http://schemas.microsoft.com/office/drawing/2014/main" id="{7268DB80-9FC6-45BE-A32A-4C2880066BBA}"/>
                </a:ext>
              </a:extLst>
            </p:cNvPr>
            <p:cNvSpPr/>
            <p:nvPr/>
          </p:nvSpPr>
          <p:spPr>
            <a:xfrm>
              <a:off x="2852166" y="3085338"/>
              <a:ext cx="3454908" cy="513588"/>
            </a:xfrm>
            <a:prstGeom prst="rect">
              <a:avLst/>
            </a:prstGeom>
            <a:blipFill>
              <a:blip r:embed="rId19"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p>
          </p:txBody>
        </p:sp>
      </p:grpSp>
      <p:pic>
        <p:nvPicPr>
          <p:cNvPr id="1034" name="Picture 10" descr="Image result for PLCs">
            <a:extLst>
              <a:ext uri="{FF2B5EF4-FFF2-40B4-BE49-F238E27FC236}">
                <a16:creationId xmlns:a16="http://schemas.microsoft.com/office/drawing/2014/main" id="{41094916-6844-4D80-AADE-7CDC0B41341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82794" y="1129036"/>
            <a:ext cx="3721180" cy="2437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71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p:cTn id="17" dur="500" fill="hold"/>
                                        <p:tgtEl>
                                          <p:spTgt spid="1026"/>
                                        </p:tgtEl>
                                        <p:attrNameLst>
                                          <p:attrName>ppt_w</p:attrName>
                                        </p:attrNameLst>
                                      </p:cBhvr>
                                      <p:tavLst>
                                        <p:tav tm="0">
                                          <p:val>
                                            <p:fltVal val="0"/>
                                          </p:val>
                                        </p:tav>
                                        <p:tav tm="100000">
                                          <p:val>
                                            <p:strVal val="#ppt_w"/>
                                          </p:val>
                                        </p:tav>
                                      </p:tavLst>
                                    </p:anim>
                                    <p:anim calcmode="lin" valueType="num">
                                      <p:cBhvr>
                                        <p:cTn id="18" dur="500" fill="hold"/>
                                        <p:tgtEl>
                                          <p:spTgt spid="1026"/>
                                        </p:tgtEl>
                                        <p:attrNameLst>
                                          <p:attrName>ppt_h</p:attrName>
                                        </p:attrNameLst>
                                      </p:cBhvr>
                                      <p:tavLst>
                                        <p:tav tm="0">
                                          <p:val>
                                            <p:fltVal val="0"/>
                                          </p:val>
                                        </p:tav>
                                        <p:tav tm="100000">
                                          <p:val>
                                            <p:strVal val="#ppt_h"/>
                                          </p:val>
                                        </p:tav>
                                      </p:tavLst>
                                    </p:anim>
                                    <p:animEffect transition="in" filter="fade">
                                      <p:cBhvr>
                                        <p:cTn id="19" dur="500"/>
                                        <p:tgtEl>
                                          <p:spTgt spid="1026"/>
                                        </p:tgtEl>
                                      </p:cBhvr>
                                    </p:animEffect>
                                  </p:childTnLst>
                                  <p:subTnLst>
                                    <p:set>
                                      <p:cBhvr override="childStyle">
                                        <p:cTn dur="1" fill="hold" display="0" masterRel="nextClick" afterEffect="1"/>
                                        <p:tgtEl>
                                          <p:spTgt spid="1026"/>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028"/>
                                        </p:tgtEl>
                                        <p:attrNameLst>
                                          <p:attrName>style.visibility</p:attrName>
                                        </p:attrNameLst>
                                      </p:cBhvr>
                                      <p:to>
                                        <p:strVal val="visible"/>
                                      </p:to>
                                    </p:set>
                                    <p:anim calcmode="lin" valueType="num">
                                      <p:cBhvr>
                                        <p:cTn id="29" dur="500" fill="hold"/>
                                        <p:tgtEl>
                                          <p:spTgt spid="1028"/>
                                        </p:tgtEl>
                                        <p:attrNameLst>
                                          <p:attrName>ppt_w</p:attrName>
                                        </p:attrNameLst>
                                      </p:cBhvr>
                                      <p:tavLst>
                                        <p:tav tm="0">
                                          <p:val>
                                            <p:fltVal val="0"/>
                                          </p:val>
                                        </p:tav>
                                        <p:tav tm="100000">
                                          <p:val>
                                            <p:strVal val="#ppt_w"/>
                                          </p:val>
                                        </p:tav>
                                      </p:tavLst>
                                    </p:anim>
                                    <p:anim calcmode="lin" valueType="num">
                                      <p:cBhvr>
                                        <p:cTn id="30" dur="500" fill="hold"/>
                                        <p:tgtEl>
                                          <p:spTgt spid="1028"/>
                                        </p:tgtEl>
                                        <p:attrNameLst>
                                          <p:attrName>ppt_h</p:attrName>
                                        </p:attrNameLst>
                                      </p:cBhvr>
                                      <p:tavLst>
                                        <p:tav tm="0">
                                          <p:val>
                                            <p:fltVal val="0"/>
                                          </p:val>
                                        </p:tav>
                                        <p:tav tm="100000">
                                          <p:val>
                                            <p:strVal val="#ppt_h"/>
                                          </p:val>
                                        </p:tav>
                                      </p:tavLst>
                                    </p:anim>
                                    <p:animEffect transition="in" filter="fade">
                                      <p:cBhvr>
                                        <p:cTn id="31" dur="500"/>
                                        <p:tgtEl>
                                          <p:spTgt spid="1028"/>
                                        </p:tgtEl>
                                      </p:cBhvr>
                                    </p:animEffect>
                                  </p:childTnLst>
                                  <p:subTnLst>
                                    <p:set>
                                      <p:cBhvr override="childStyle">
                                        <p:cTn dur="1" fill="hold" display="0" masterRel="nextClick" afterEffect="1"/>
                                        <p:tgtEl>
                                          <p:spTgt spid="1028"/>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1030"/>
                                        </p:tgtEl>
                                        <p:attrNameLst>
                                          <p:attrName>style.visibility</p:attrName>
                                        </p:attrNameLst>
                                      </p:cBhvr>
                                      <p:to>
                                        <p:strVal val="visible"/>
                                      </p:to>
                                    </p:set>
                                    <p:anim calcmode="lin" valueType="num">
                                      <p:cBhvr>
                                        <p:cTn id="41" dur="500" fill="hold"/>
                                        <p:tgtEl>
                                          <p:spTgt spid="1030"/>
                                        </p:tgtEl>
                                        <p:attrNameLst>
                                          <p:attrName>ppt_w</p:attrName>
                                        </p:attrNameLst>
                                      </p:cBhvr>
                                      <p:tavLst>
                                        <p:tav tm="0">
                                          <p:val>
                                            <p:fltVal val="0"/>
                                          </p:val>
                                        </p:tav>
                                        <p:tav tm="100000">
                                          <p:val>
                                            <p:strVal val="#ppt_w"/>
                                          </p:val>
                                        </p:tav>
                                      </p:tavLst>
                                    </p:anim>
                                    <p:anim calcmode="lin" valueType="num">
                                      <p:cBhvr>
                                        <p:cTn id="42" dur="500" fill="hold"/>
                                        <p:tgtEl>
                                          <p:spTgt spid="1030"/>
                                        </p:tgtEl>
                                        <p:attrNameLst>
                                          <p:attrName>ppt_h</p:attrName>
                                        </p:attrNameLst>
                                      </p:cBhvr>
                                      <p:tavLst>
                                        <p:tav tm="0">
                                          <p:val>
                                            <p:fltVal val="0"/>
                                          </p:val>
                                        </p:tav>
                                        <p:tav tm="100000">
                                          <p:val>
                                            <p:strVal val="#ppt_h"/>
                                          </p:val>
                                        </p:tav>
                                      </p:tavLst>
                                    </p:anim>
                                    <p:animEffect transition="in" filter="fade">
                                      <p:cBhvr>
                                        <p:cTn id="43" dur="500"/>
                                        <p:tgtEl>
                                          <p:spTgt spid="1030"/>
                                        </p:tgtEl>
                                      </p:cBhvr>
                                    </p:animEffect>
                                  </p:childTnLst>
                                  <p:subTnLst>
                                    <p:set>
                                      <p:cBhvr override="childStyle">
                                        <p:cTn dur="1" fill="hold" display="0" masterRel="nextClick" afterEffect="1"/>
                                        <p:tgtEl>
                                          <p:spTgt spid="1030"/>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1032"/>
                                        </p:tgtEl>
                                        <p:attrNameLst>
                                          <p:attrName>style.visibility</p:attrName>
                                        </p:attrNameLst>
                                      </p:cBhvr>
                                      <p:to>
                                        <p:strVal val="visible"/>
                                      </p:to>
                                    </p:set>
                                    <p:anim calcmode="lin" valueType="num">
                                      <p:cBhvr>
                                        <p:cTn id="53" dur="500" fill="hold"/>
                                        <p:tgtEl>
                                          <p:spTgt spid="1032"/>
                                        </p:tgtEl>
                                        <p:attrNameLst>
                                          <p:attrName>ppt_w</p:attrName>
                                        </p:attrNameLst>
                                      </p:cBhvr>
                                      <p:tavLst>
                                        <p:tav tm="0">
                                          <p:val>
                                            <p:fltVal val="0"/>
                                          </p:val>
                                        </p:tav>
                                        <p:tav tm="100000">
                                          <p:val>
                                            <p:strVal val="#ppt_w"/>
                                          </p:val>
                                        </p:tav>
                                      </p:tavLst>
                                    </p:anim>
                                    <p:anim calcmode="lin" valueType="num">
                                      <p:cBhvr>
                                        <p:cTn id="54" dur="500" fill="hold"/>
                                        <p:tgtEl>
                                          <p:spTgt spid="1032"/>
                                        </p:tgtEl>
                                        <p:attrNameLst>
                                          <p:attrName>ppt_h</p:attrName>
                                        </p:attrNameLst>
                                      </p:cBhvr>
                                      <p:tavLst>
                                        <p:tav tm="0">
                                          <p:val>
                                            <p:fltVal val="0"/>
                                          </p:val>
                                        </p:tav>
                                        <p:tav tm="100000">
                                          <p:val>
                                            <p:strVal val="#ppt_h"/>
                                          </p:val>
                                        </p:tav>
                                      </p:tavLst>
                                    </p:anim>
                                    <p:animEffect transition="in" filter="fade">
                                      <p:cBhvr>
                                        <p:cTn id="55" dur="500"/>
                                        <p:tgtEl>
                                          <p:spTgt spid="1032"/>
                                        </p:tgtEl>
                                      </p:cBhvr>
                                    </p:animEffect>
                                  </p:childTnLst>
                                  <p:subTnLst>
                                    <p:set>
                                      <p:cBhvr override="childStyle">
                                        <p:cTn dur="1" fill="hold" display="0" masterRel="nextClick" afterEffect="1"/>
                                        <p:tgtEl>
                                          <p:spTgt spid="1032"/>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par>
                                <p:cTn id="61" presetID="53" presetClass="entr" presetSubtype="16" fill="hold" nodeType="withEffect">
                                  <p:stCondLst>
                                    <p:cond delay="0"/>
                                  </p:stCondLst>
                                  <p:childTnLst>
                                    <p:set>
                                      <p:cBhvr>
                                        <p:cTn id="62" dur="1" fill="hold">
                                          <p:stCondLst>
                                            <p:cond delay="0"/>
                                          </p:stCondLst>
                                        </p:cTn>
                                        <p:tgtEl>
                                          <p:spTgt spid="1034"/>
                                        </p:tgtEl>
                                        <p:attrNameLst>
                                          <p:attrName>style.visibility</p:attrName>
                                        </p:attrNameLst>
                                      </p:cBhvr>
                                      <p:to>
                                        <p:strVal val="visible"/>
                                      </p:to>
                                    </p:set>
                                    <p:anim calcmode="lin" valueType="num">
                                      <p:cBhvr>
                                        <p:cTn id="63" dur="500" fill="hold"/>
                                        <p:tgtEl>
                                          <p:spTgt spid="1034"/>
                                        </p:tgtEl>
                                        <p:attrNameLst>
                                          <p:attrName>ppt_w</p:attrName>
                                        </p:attrNameLst>
                                      </p:cBhvr>
                                      <p:tavLst>
                                        <p:tav tm="0">
                                          <p:val>
                                            <p:fltVal val="0"/>
                                          </p:val>
                                        </p:tav>
                                        <p:tav tm="100000">
                                          <p:val>
                                            <p:strVal val="#ppt_w"/>
                                          </p:val>
                                        </p:tav>
                                      </p:tavLst>
                                    </p:anim>
                                    <p:anim calcmode="lin" valueType="num">
                                      <p:cBhvr>
                                        <p:cTn id="64" dur="500" fill="hold"/>
                                        <p:tgtEl>
                                          <p:spTgt spid="1034"/>
                                        </p:tgtEl>
                                        <p:attrNameLst>
                                          <p:attrName>ppt_h</p:attrName>
                                        </p:attrNameLst>
                                      </p:cBhvr>
                                      <p:tavLst>
                                        <p:tav tm="0">
                                          <p:val>
                                            <p:fltVal val="0"/>
                                          </p:val>
                                        </p:tav>
                                        <p:tav tm="100000">
                                          <p:val>
                                            <p:strVal val="#ppt_h"/>
                                          </p:val>
                                        </p:tav>
                                      </p:tavLst>
                                    </p:anim>
                                    <p:animEffect transition="in" filter="fade">
                                      <p:cBhvr>
                                        <p:cTn id="65" dur="500"/>
                                        <p:tgtEl>
                                          <p:spTgt spid="1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Industrial</a:t>
            </a:r>
            <a:r>
              <a:rPr lang="en-GB" sz="2400" b="1" spc="-10" dirty="0">
                <a:latin typeface="Arial"/>
                <a:cs typeface="Arial"/>
              </a:rPr>
              <a:t> </a:t>
            </a:r>
            <a:r>
              <a:rPr lang="en-GB" sz="2400" b="1" spc="-5" dirty="0">
                <a:latin typeface="Arial"/>
                <a:cs typeface="Arial"/>
              </a:rPr>
              <a:t>Automation</a:t>
            </a:r>
            <a:endParaRPr lang="en-GB" sz="2400" b="1" dirty="0">
              <a:cs typeface="Arial"/>
            </a:endParaRPr>
          </a:p>
        </p:txBody>
      </p:sp>
      <p:sp>
        <p:nvSpPr>
          <p:cNvPr id="8" name="object 4"/>
          <p:cNvSpPr txBox="1"/>
          <p:nvPr/>
        </p:nvSpPr>
        <p:spPr>
          <a:xfrm>
            <a:off x="560153" y="932519"/>
            <a:ext cx="8236713" cy="1243930"/>
          </a:xfrm>
          <a:prstGeom prst="rect">
            <a:avLst/>
          </a:prstGeom>
        </p:spPr>
        <p:txBody>
          <a:bodyPr vert="horz" wrap="square" lIns="0" tIns="12700" rIns="0" bIns="0" rtlCol="0">
            <a:spAutoFit/>
          </a:bodyPr>
          <a:lstStyle/>
          <a:p>
            <a:pPr marL="12700" marR="344805">
              <a:lnSpc>
                <a:spcPct val="100000"/>
              </a:lnSpc>
              <a:spcBef>
                <a:spcPts val="710"/>
              </a:spcBef>
              <a:tabLst>
                <a:tab pos="353695" algn="l"/>
                <a:tab pos="354330" algn="l"/>
              </a:tabLst>
            </a:pPr>
            <a:r>
              <a:rPr lang="en-GB" sz="2000" spc="-5" dirty="0">
                <a:latin typeface="+mn-lt"/>
                <a:cs typeface="Comic Sans MS"/>
              </a:rPr>
              <a:t>Automation </a:t>
            </a:r>
            <a:r>
              <a:rPr lang="en-GB" sz="2000" spc="-10" dirty="0">
                <a:latin typeface="+mn-lt"/>
                <a:cs typeface="Comic Sans MS"/>
              </a:rPr>
              <a:t>is </a:t>
            </a:r>
            <a:r>
              <a:rPr lang="en-GB" sz="2000" dirty="0">
                <a:latin typeface="+mn-lt"/>
                <a:cs typeface="Comic Sans MS"/>
              </a:rPr>
              <a:t>a </a:t>
            </a:r>
            <a:r>
              <a:rPr lang="en-GB" sz="2000" spc="-5" dirty="0">
                <a:latin typeface="+mn-lt"/>
                <a:cs typeface="Comic Sans MS"/>
              </a:rPr>
              <a:t>technology concerned </a:t>
            </a:r>
            <a:r>
              <a:rPr lang="en-GB" sz="2000" spc="-10" dirty="0">
                <a:latin typeface="+mn-lt"/>
                <a:cs typeface="Comic Sans MS"/>
              </a:rPr>
              <a:t>with  </a:t>
            </a:r>
            <a:r>
              <a:rPr lang="en-GB" sz="2000" spc="-5" dirty="0">
                <a:latin typeface="+mn-lt"/>
                <a:cs typeface="Comic Sans MS"/>
              </a:rPr>
              <a:t>application of mechanical, electronic and  computer-based </a:t>
            </a:r>
            <a:r>
              <a:rPr lang="en-GB" sz="2000" spc="-10" dirty="0">
                <a:latin typeface="+mn-lt"/>
                <a:cs typeface="Comic Sans MS"/>
              </a:rPr>
              <a:t>system </a:t>
            </a:r>
            <a:r>
              <a:rPr lang="en-GB" sz="2000" spc="-5" dirty="0">
                <a:latin typeface="+mn-lt"/>
                <a:cs typeface="Comic Sans MS"/>
              </a:rPr>
              <a:t>to operate and  control system. This technology</a:t>
            </a:r>
            <a:r>
              <a:rPr lang="en-GB" sz="2000" spc="-45" dirty="0">
                <a:latin typeface="+mn-lt"/>
                <a:cs typeface="Comic Sans MS"/>
              </a:rPr>
              <a:t> </a:t>
            </a:r>
            <a:r>
              <a:rPr lang="en-GB" sz="2000" spc="-5" dirty="0">
                <a:latin typeface="+mn-lt"/>
                <a:cs typeface="Comic Sans MS"/>
              </a:rPr>
              <a:t>includes;</a:t>
            </a:r>
            <a:endParaRPr lang="en-GB" sz="2000" dirty="0">
              <a:latin typeface="+mn-lt"/>
              <a:cs typeface="Comic Sans MS"/>
            </a:endParaRPr>
          </a:p>
          <a:p>
            <a:pPr>
              <a:lnSpc>
                <a:spcPct val="100000"/>
              </a:lnSpc>
              <a:spcBef>
                <a:spcPts val="35"/>
              </a:spcBef>
            </a:pPr>
            <a:endParaRPr sz="2000" dirty="0">
              <a:latin typeface="+mn-lt"/>
              <a:cs typeface="Times New Roman"/>
            </a:endParaRPr>
          </a:p>
        </p:txBody>
      </p:sp>
      <p:sp>
        <p:nvSpPr>
          <p:cNvPr id="9" name="object 4"/>
          <p:cNvSpPr txBox="1"/>
          <p:nvPr/>
        </p:nvSpPr>
        <p:spPr>
          <a:xfrm>
            <a:off x="560153" y="2057448"/>
            <a:ext cx="3780694" cy="320601"/>
          </a:xfrm>
          <a:prstGeom prst="rect">
            <a:avLst/>
          </a:prstGeom>
        </p:spPr>
        <p:txBody>
          <a:bodyPr vert="horz" wrap="square" lIns="0" tIns="12700" rIns="0" bIns="0" rtlCol="0">
            <a:spAutoFit/>
          </a:bodyPr>
          <a:lstStyle/>
          <a:p>
            <a:pPr marL="241300" indent="-228600">
              <a:lnSpc>
                <a:spcPct val="100000"/>
              </a:lnSpc>
              <a:spcBef>
                <a:spcPts val="459"/>
              </a:spcBef>
              <a:buChar char="•"/>
              <a:tabLst>
                <a:tab pos="241300" algn="l"/>
              </a:tabLst>
            </a:pPr>
            <a:r>
              <a:rPr lang="en-GB" sz="2000" spc="-5" dirty="0">
                <a:latin typeface="+mn-lt"/>
                <a:cs typeface="Comic Sans MS"/>
              </a:rPr>
              <a:t>Automatic </a:t>
            </a:r>
            <a:r>
              <a:rPr lang="en-GB" sz="2000" spc="-10" dirty="0">
                <a:latin typeface="+mn-lt"/>
                <a:cs typeface="Comic Sans MS"/>
              </a:rPr>
              <a:t>assembly</a:t>
            </a:r>
            <a:r>
              <a:rPr lang="en-GB" sz="2000" spc="-25" dirty="0">
                <a:latin typeface="+mn-lt"/>
                <a:cs typeface="Comic Sans MS"/>
              </a:rPr>
              <a:t> </a:t>
            </a:r>
            <a:r>
              <a:rPr lang="en-GB" sz="2000" spc="-5" dirty="0">
                <a:latin typeface="+mn-lt"/>
                <a:cs typeface="Comic Sans MS"/>
              </a:rPr>
              <a:t>machines</a:t>
            </a:r>
            <a:endParaRPr lang="en-GB" sz="2000" dirty="0">
              <a:latin typeface="+mn-lt"/>
              <a:cs typeface="Comic Sans MS"/>
            </a:endParaRPr>
          </a:p>
        </p:txBody>
      </p:sp>
      <p:pic>
        <p:nvPicPr>
          <p:cNvPr id="3" name="Picture 2">
            <a:extLst>
              <a:ext uri="{FF2B5EF4-FFF2-40B4-BE49-F238E27FC236}">
                <a16:creationId xmlns:a16="http://schemas.microsoft.com/office/drawing/2014/main" id="{CE194093-E31A-4EEB-8FA2-7D110DDBE44B}"/>
              </a:ext>
            </a:extLst>
          </p:cNvPr>
          <p:cNvPicPr>
            <a:picLocks noChangeAspect="1"/>
          </p:cNvPicPr>
          <p:nvPr/>
        </p:nvPicPr>
        <p:blipFill rotWithShape="1">
          <a:blip r:embed="rId3"/>
          <a:srcRect l="35289" t="39829" r="27866" b="9861"/>
          <a:stretch/>
        </p:blipFill>
        <p:spPr>
          <a:xfrm>
            <a:off x="4572000" y="1827096"/>
            <a:ext cx="3369056" cy="2527809"/>
          </a:xfrm>
          <a:prstGeom prst="rect">
            <a:avLst/>
          </a:prstGeom>
        </p:spPr>
      </p:pic>
      <p:sp>
        <p:nvSpPr>
          <p:cNvPr id="10" name="object 4">
            <a:extLst>
              <a:ext uri="{FF2B5EF4-FFF2-40B4-BE49-F238E27FC236}">
                <a16:creationId xmlns:a16="http://schemas.microsoft.com/office/drawing/2014/main" id="{3E890887-E0D2-484C-A7A4-84AFA3B6C1A2}"/>
              </a:ext>
            </a:extLst>
          </p:cNvPr>
          <p:cNvSpPr txBox="1"/>
          <p:nvPr/>
        </p:nvSpPr>
        <p:spPr>
          <a:xfrm>
            <a:off x="560153" y="2448746"/>
            <a:ext cx="3780694" cy="628377"/>
          </a:xfrm>
          <a:prstGeom prst="rect">
            <a:avLst/>
          </a:prstGeom>
        </p:spPr>
        <p:txBody>
          <a:bodyPr vert="horz" wrap="square" lIns="0" tIns="12700" rIns="0" bIns="0" rtlCol="0">
            <a:spAutoFit/>
          </a:bodyPr>
          <a:lstStyle/>
          <a:p>
            <a:pPr marL="241300" marR="5080" indent="-228600">
              <a:spcBef>
                <a:spcPts val="750"/>
              </a:spcBef>
              <a:buChar char="•"/>
              <a:tabLst>
                <a:tab pos="241300" algn="l"/>
              </a:tabLst>
            </a:pPr>
            <a:r>
              <a:rPr lang="en-GB" sz="2000" spc="-5" dirty="0">
                <a:cs typeface="Comic Sans MS"/>
              </a:rPr>
              <a:t>Automation machine tools to process  parts</a:t>
            </a:r>
            <a:endParaRPr lang="en-GB" sz="2000" dirty="0">
              <a:cs typeface="Comic Sans MS"/>
            </a:endParaRPr>
          </a:p>
        </p:txBody>
      </p:sp>
      <p:pic>
        <p:nvPicPr>
          <p:cNvPr id="5" name="Picture 4">
            <a:extLst>
              <a:ext uri="{FF2B5EF4-FFF2-40B4-BE49-F238E27FC236}">
                <a16:creationId xmlns:a16="http://schemas.microsoft.com/office/drawing/2014/main" id="{123AF083-F224-4639-A8FA-448F96B6D368}"/>
              </a:ext>
            </a:extLst>
          </p:cNvPr>
          <p:cNvPicPr>
            <a:picLocks noChangeAspect="1"/>
          </p:cNvPicPr>
          <p:nvPr/>
        </p:nvPicPr>
        <p:blipFill rotWithShape="1">
          <a:blip r:embed="rId4"/>
          <a:srcRect l="37135" t="21527" r="17111" b="12728"/>
          <a:stretch/>
        </p:blipFill>
        <p:spPr>
          <a:xfrm>
            <a:off x="4629664" y="1766152"/>
            <a:ext cx="3278661" cy="2588753"/>
          </a:xfrm>
          <a:prstGeom prst="rect">
            <a:avLst/>
          </a:prstGeom>
        </p:spPr>
      </p:pic>
      <p:sp>
        <p:nvSpPr>
          <p:cNvPr id="11" name="object 4">
            <a:extLst>
              <a:ext uri="{FF2B5EF4-FFF2-40B4-BE49-F238E27FC236}">
                <a16:creationId xmlns:a16="http://schemas.microsoft.com/office/drawing/2014/main" id="{862FD1DA-4966-4AEA-98D9-BA9BBE3B04CA}"/>
              </a:ext>
            </a:extLst>
          </p:cNvPr>
          <p:cNvSpPr txBox="1"/>
          <p:nvPr/>
        </p:nvSpPr>
        <p:spPr>
          <a:xfrm>
            <a:off x="560153" y="3099528"/>
            <a:ext cx="3780694" cy="320601"/>
          </a:xfrm>
          <a:prstGeom prst="rect">
            <a:avLst/>
          </a:prstGeom>
        </p:spPr>
        <p:txBody>
          <a:bodyPr vert="horz" wrap="square" lIns="0" tIns="12700" rIns="0" bIns="0" rtlCol="0">
            <a:spAutoFit/>
          </a:bodyPr>
          <a:lstStyle/>
          <a:p>
            <a:pPr marL="268288" indent="-255588">
              <a:lnSpc>
                <a:spcPct val="100000"/>
              </a:lnSpc>
              <a:spcBef>
                <a:spcPts val="330"/>
              </a:spcBef>
              <a:buChar char="•"/>
              <a:tabLst>
                <a:tab pos="268288" algn="l"/>
              </a:tabLst>
            </a:pPr>
            <a:r>
              <a:rPr lang="en-GB" sz="2000" spc="-5" dirty="0">
                <a:cs typeface="Comic Sans MS"/>
              </a:rPr>
              <a:t>Industrial robots</a:t>
            </a:r>
            <a:endParaRPr lang="en-GB" sz="2000" dirty="0">
              <a:cs typeface="Comic Sans MS"/>
            </a:endParaRPr>
          </a:p>
        </p:txBody>
      </p:sp>
      <p:sp>
        <p:nvSpPr>
          <p:cNvPr id="12" name="object 4">
            <a:extLst>
              <a:ext uri="{FF2B5EF4-FFF2-40B4-BE49-F238E27FC236}">
                <a16:creationId xmlns:a16="http://schemas.microsoft.com/office/drawing/2014/main" id="{0C50CACE-DFD7-4A55-A3EE-6B4C00CBFE8B}"/>
              </a:ext>
            </a:extLst>
          </p:cNvPr>
          <p:cNvSpPr txBox="1"/>
          <p:nvPr/>
        </p:nvSpPr>
        <p:spPr>
          <a:xfrm>
            <a:off x="580707" y="3504313"/>
            <a:ext cx="3780694" cy="628377"/>
          </a:xfrm>
          <a:prstGeom prst="rect">
            <a:avLst/>
          </a:prstGeom>
        </p:spPr>
        <p:txBody>
          <a:bodyPr vert="horz" wrap="square" lIns="0" tIns="12700" rIns="0" bIns="0" rtlCol="0">
            <a:spAutoFit/>
          </a:bodyPr>
          <a:lstStyle/>
          <a:p>
            <a:pPr marL="268288" indent="-255588">
              <a:lnSpc>
                <a:spcPct val="100000"/>
              </a:lnSpc>
              <a:spcBef>
                <a:spcPts val="330"/>
              </a:spcBef>
              <a:buChar char="•"/>
              <a:tabLst>
                <a:tab pos="268288" algn="l"/>
              </a:tabLst>
            </a:pPr>
            <a:r>
              <a:rPr lang="en-GB" sz="2000" spc="-5" dirty="0">
                <a:cs typeface="Comic Sans MS"/>
              </a:rPr>
              <a:t>Automatic materials handling and  storage </a:t>
            </a:r>
            <a:r>
              <a:rPr lang="en-GB" sz="2000" spc="-10" dirty="0">
                <a:cs typeface="Comic Sans MS"/>
              </a:rPr>
              <a:t>system</a:t>
            </a:r>
            <a:endParaRPr lang="en-GB" sz="2000" dirty="0">
              <a:cs typeface="Comic Sans MS"/>
            </a:endParaRPr>
          </a:p>
        </p:txBody>
      </p:sp>
      <p:pic>
        <p:nvPicPr>
          <p:cNvPr id="13" name="Picture 12">
            <a:extLst>
              <a:ext uri="{FF2B5EF4-FFF2-40B4-BE49-F238E27FC236}">
                <a16:creationId xmlns:a16="http://schemas.microsoft.com/office/drawing/2014/main" id="{CA1A36EC-05FD-40ED-81D7-CE3BBAE01F87}"/>
              </a:ext>
            </a:extLst>
          </p:cNvPr>
          <p:cNvPicPr>
            <a:picLocks noChangeAspect="1"/>
          </p:cNvPicPr>
          <p:nvPr/>
        </p:nvPicPr>
        <p:blipFill rotWithShape="1">
          <a:blip r:embed="rId5"/>
          <a:srcRect l="30541" t="20258" r="22702" b="14980"/>
          <a:stretch/>
        </p:blipFill>
        <p:spPr>
          <a:xfrm>
            <a:off x="4543167" y="1718886"/>
            <a:ext cx="3525684" cy="2683284"/>
          </a:xfrm>
          <a:prstGeom prst="rect">
            <a:avLst/>
          </a:prstGeom>
        </p:spPr>
      </p:pic>
      <p:sp>
        <p:nvSpPr>
          <p:cNvPr id="15" name="object 4">
            <a:extLst>
              <a:ext uri="{FF2B5EF4-FFF2-40B4-BE49-F238E27FC236}">
                <a16:creationId xmlns:a16="http://schemas.microsoft.com/office/drawing/2014/main" id="{70BF1480-D654-4E57-BCF1-51BC99AE8B0F}"/>
              </a:ext>
            </a:extLst>
          </p:cNvPr>
          <p:cNvSpPr txBox="1"/>
          <p:nvPr/>
        </p:nvSpPr>
        <p:spPr>
          <a:xfrm>
            <a:off x="580707" y="4165763"/>
            <a:ext cx="3780694" cy="936154"/>
          </a:xfrm>
          <a:prstGeom prst="rect">
            <a:avLst/>
          </a:prstGeom>
        </p:spPr>
        <p:txBody>
          <a:bodyPr vert="horz" wrap="square" lIns="0" tIns="12700" rIns="0" bIns="0" rtlCol="0">
            <a:spAutoFit/>
          </a:bodyPr>
          <a:lstStyle/>
          <a:p>
            <a:pPr marL="241300" marR="659765" indent="-228600">
              <a:spcBef>
                <a:spcPts val="720"/>
              </a:spcBef>
              <a:buChar char="•"/>
              <a:tabLst>
                <a:tab pos="241300" algn="l"/>
              </a:tabLst>
            </a:pPr>
            <a:r>
              <a:rPr lang="en-GB" sz="2000" spc="-5" dirty="0">
                <a:cs typeface="Comic Sans MS"/>
              </a:rPr>
              <a:t>Automatic inspection </a:t>
            </a:r>
            <a:r>
              <a:rPr lang="en-GB" sz="2000" spc="-10" dirty="0">
                <a:cs typeface="Comic Sans MS"/>
              </a:rPr>
              <a:t>system </a:t>
            </a:r>
            <a:r>
              <a:rPr lang="en-GB" sz="2000" spc="-5" dirty="0">
                <a:cs typeface="Comic Sans MS"/>
              </a:rPr>
              <a:t>and  quality</a:t>
            </a:r>
            <a:r>
              <a:rPr lang="en-GB" sz="2000" spc="-15" dirty="0">
                <a:cs typeface="Comic Sans MS"/>
              </a:rPr>
              <a:t> </a:t>
            </a:r>
            <a:r>
              <a:rPr lang="en-GB" sz="2000" spc="-5" dirty="0">
                <a:cs typeface="Comic Sans MS"/>
              </a:rPr>
              <a:t>control</a:t>
            </a:r>
            <a:endParaRPr lang="en-GB" sz="2000" dirty="0">
              <a:cs typeface="Comic Sans MS"/>
            </a:endParaRPr>
          </a:p>
        </p:txBody>
      </p:sp>
      <p:sp>
        <p:nvSpPr>
          <p:cNvPr id="16" name="object 4">
            <a:extLst>
              <a:ext uri="{FF2B5EF4-FFF2-40B4-BE49-F238E27FC236}">
                <a16:creationId xmlns:a16="http://schemas.microsoft.com/office/drawing/2014/main" id="{370281CB-9B52-4CF6-A51A-47EEFEFBF156}"/>
              </a:ext>
            </a:extLst>
          </p:cNvPr>
          <p:cNvSpPr txBox="1"/>
          <p:nvPr/>
        </p:nvSpPr>
        <p:spPr>
          <a:xfrm>
            <a:off x="580707" y="5134990"/>
            <a:ext cx="7204050" cy="359778"/>
          </a:xfrm>
          <a:prstGeom prst="rect">
            <a:avLst/>
          </a:prstGeom>
        </p:spPr>
        <p:txBody>
          <a:bodyPr vert="horz" wrap="square" lIns="0" tIns="12700" rIns="0" bIns="0" rtlCol="0">
            <a:spAutoFit/>
          </a:bodyPr>
          <a:lstStyle/>
          <a:p>
            <a:pPr marL="241300" marR="882650" indent="-228600">
              <a:lnSpc>
                <a:spcPts val="3010"/>
              </a:lnSpc>
              <a:spcBef>
                <a:spcPts val="720"/>
              </a:spcBef>
              <a:buChar char="•"/>
              <a:tabLst>
                <a:tab pos="241300" algn="l"/>
              </a:tabLst>
            </a:pPr>
            <a:r>
              <a:rPr lang="en-GB" sz="2000" spc="-5" dirty="0">
                <a:cs typeface="Comic Sans MS"/>
              </a:rPr>
              <a:t>Feedback control and computer  process</a:t>
            </a:r>
            <a:r>
              <a:rPr lang="en-GB" sz="2000" spc="-10" dirty="0">
                <a:cs typeface="Comic Sans MS"/>
              </a:rPr>
              <a:t> </a:t>
            </a:r>
            <a:r>
              <a:rPr lang="en-GB" sz="2000" spc="-5" dirty="0">
                <a:cs typeface="Comic Sans MS"/>
              </a:rPr>
              <a:t>control</a:t>
            </a:r>
            <a:endParaRPr lang="en-GB" sz="2000" dirty="0">
              <a:cs typeface="Comic Sans MS"/>
            </a:endParaRPr>
          </a:p>
        </p:txBody>
      </p:sp>
      <p:sp>
        <p:nvSpPr>
          <p:cNvPr id="17" name="object 4">
            <a:extLst>
              <a:ext uri="{FF2B5EF4-FFF2-40B4-BE49-F238E27FC236}">
                <a16:creationId xmlns:a16="http://schemas.microsoft.com/office/drawing/2014/main" id="{2D537344-68E5-47DE-AC99-0D37CA0A7468}"/>
              </a:ext>
            </a:extLst>
          </p:cNvPr>
          <p:cNvSpPr txBox="1"/>
          <p:nvPr/>
        </p:nvSpPr>
        <p:spPr>
          <a:xfrm>
            <a:off x="580707" y="5577845"/>
            <a:ext cx="7204050" cy="628377"/>
          </a:xfrm>
          <a:prstGeom prst="rect">
            <a:avLst/>
          </a:prstGeom>
        </p:spPr>
        <p:txBody>
          <a:bodyPr vert="horz" wrap="square" lIns="0" tIns="12700" rIns="0" bIns="0" rtlCol="0">
            <a:spAutoFit/>
          </a:bodyPr>
          <a:lstStyle/>
          <a:p>
            <a:pPr marL="241300" marR="222250" indent="-228600">
              <a:spcBef>
                <a:spcPts val="715"/>
              </a:spcBef>
              <a:buChar char="•"/>
              <a:tabLst>
                <a:tab pos="241300" algn="l"/>
              </a:tabLst>
            </a:pPr>
            <a:r>
              <a:rPr lang="en-GB" sz="2000" spc="-5" dirty="0">
                <a:cs typeface="Comic Sans MS"/>
              </a:rPr>
              <a:t>Computer </a:t>
            </a:r>
            <a:r>
              <a:rPr lang="en-GB" sz="2000" spc="-10" dirty="0">
                <a:cs typeface="Comic Sans MS"/>
              </a:rPr>
              <a:t>systems </a:t>
            </a:r>
            <a:r>
              <a:rPr lang="en-GB" sz="2000" spc="-5" dirty="0">
                <a:cs typeface="Comic Sans MS"/>
              </a:rPr>
              <a:t>for planning, data  collection and decision </a:t>
            </a:r>
            <a:r>
              <a:rPr lang="en-GB" sz="2000" spc="-10" dirty="0">
                <a:cs typeface="Comic Sans MS"/>
              </a:rPr>
              <a:t>making </a:t>
            </a:r>
            <a:r>
              <a:rPr lang="en-GB" sz="2000" spc="-5" dirty="0">
                <a:cs typeface="Comic Sans MS"/>
              </a:rPr>
              <a:t>to  support </a:t>
            </a:r>
            <a:r>
              <a:rPr lang="en-GB" sz="2000" spc="-10" dirty="0">
                <a:cs typeface="Comic Sans MS"/>
              </a:rPr>
              <a:t>manufacturing </a:t>
            </a:r>
            <a:r>
              <a:rPr lang="en-GB" sz="2000" spc="-5" dirty="0">
                <a:cs typeface="Comic Sans MS"/>
              </a:rPr>
              <a:t>activities</a:t>
            </a:r>
            <a:endParaRPr lang="en-GB" sz="2000" dirty="0">
              <a:cs typeface="Comic Sans MS"/>
            </a:endParaRPr>
          </a:p>
        </p:txBody>
      </p:sp>
    </p:spTree>
    <p:extLst>
      <p:ext uri="{BB962C8B-B14F-4D97-AF65-F5344CB8AC3E}">
        <p14:creationId xmlns:p14="http://schemas.microsoft.com/office/powerpoint/2010/main" val="213249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5"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Basic Elements of an Automated System</a:t>
            </a:r>
            <a:endParaRPr lang="en-GB" sz="2400" b="1" dirty="0">
              <a:cs typeface="Arial"/>
            </a:endParaRPr>
          </a:p>
        </p:txBody>
      </p:sp>
      <p:sp>
        <p:nvSpPr>
          <p:cNvPr id="8" name="object 4"/>
          <p:cNvSpPr txBox="1"/>
          <p:nvPr/>
        </p:nvSpPr>
        <p:spPr>
          <a:xfrm>
            <a:off x="490704" y="618330"/>
            <a:ext cx="8236713" cy="628377"/>
          </a:xfrm>
          <a:prstGeom prst="rect">
            <a:avLst/>
          </a:prstGeom>
        </p:spPr>
        <p:txBody>
          <a:bodyPr vert="horz" wrap="square" lIns="0" tIns="12700" rIns="0" bIns="0" rtlCol="0">
            <a:spAutoFit/>
          </a:bodyPr>
          <a:lstStyle/>
          <a:p>
            <a:pPr marL="12700" marR="344805">
              <a:lnSpc>
                <a:spcPct val="100000"/>
              </a:lnSpc>
              <a:spcBef>
                <a:spcPts val="710"/>
              </a:spcBef>
              <a:tabLst>
                <a:tab pos="353695" algn="l"/>
                <a:tab pos="354330" algn="l"/>
              </a:tabLst>
            </a:pPr>
            <a:r>
              <a:rPr lang="en-GB" sz="2000" spc="-5" dirty="0">
                <a:latin typeface="+mn-lt"/>
                <a:cs typeface="Comic Sans MS"/>
              </a:rPr>
              <a:t>The Actuator</a:t>
            </a:r>
            <a:endParaRPr lang="en-GB" sz="2000" dirty="0">
              <a:latin typeface="+mn-lt"/>
              <a:cs typeface="Comic Sans MS"/>
            </a:endParaRPr>
          </a:p>
          <a:p>
            <a:pPr>
              <a:lnSpc>
                <a:spcPct val="100000"/>
              </a:lnSpc>
              <a:spcBef>
                <a:spcPts val="35"/>
              </a:spcBef>
            </a:pPr>
            <a:endParaRPr sz="2000" dirty="0">
              <a:latin typeface="+mn-lt"/>
              <a:cs typeface="Times New Roman"/>
            </a:endParaRPr>
          </a:p>
        </p:txBody>
      </p:sp>
      <p:grpSp>
        <p:nvGrpSpPr>
          <p:cNvPr id="4" name="Group 3">
            <a:extLst>
              <a:ext uri="{FF2B5EF4-FFF2-40B4-BE49-F238E27FC236}">
                <a16:creationId xmlns:a16="http://schemas.microsoft.com/office/drawing/2014/main" id="{409BD13A-515B-47D3-9EE0-C346C26C92E4}"/>
              </a:ext>
            </a:extLst>
          </p:cNvPr>
          <p:cNvGrpSpPr/>
          <p:nvPr/>
        </p:nvGrpSpPr>
        <p:grpSpPr>
          <a:xfrm>
            <a:off x="219919" y="1130781"/>
            <a:ext cx="8385857" cy="3760004"/>
            <a:chOff x="219919" y="1130781"/>
            <a:chExt cx="8385857" cy="3760004"/>
          </a:xfrm>
        </p:grpSpPr>
        <p:sp>
          <p:nvSpPr>
            <p:cNvPr id="2" name="Rectangle 1">
              <a:extLst>
                <a:ext uri="{FF2B5EF4-FFF2-40B4-BE49-F238E27FC236}">
                  <a16:creationId xmlns:a16="http://schemas.microsoft.com/office/drawing/2014/main" id="{F2ED7DA1-A554-4A23-89F1-4CB4C5DD0E03}"/>
                </a:ext>
              </a:extLst>
            </p:cNvPr>
            <p:cNvSpPr/>
            <p:nvPr/>
          </p:nvSpPr>
          <p:spPr>
            <a:xfrm>
              <a:off x="219919" y="1130781"/>
              <a:ext cx="7772400" cy="2039020"/>
            </a:xfrm>
            <a:prstGeom prst="rect">
              <a:avLst/>
            </a:prstGeom>
          </p:spPr>
          <p:txBody>
            <a:bodyPr wrap="square">
              <a:spAutoFit/>
            </a:bodyPr>
            <a:lstStyle/>
            <a:p>
              <a:pPr marL="469900" lvl="1">
                <a:lnSpc>
                  <a:spcPct val="100000"/>
                </a:lnSpc>
                <a:spcBef>
                  <a:spcPts val="350"/>
                </a:spcBef>
                <a:tabLst>
                  <a:tab pos="1002665" algn="l"/>
                  <a:tab pos="1003300" algn="l"/>
                </a:tabLst>
              </a:pPr>
              <a:r>
                <a:rPr lang="en-GB" sz="2000" spc="-5" dirty="0">
                  <a:latin typeface="+mn-lt"/>
                  <a:cs typeface="Comic Sans MS"/>
                </a:rPr>
                <a:t>The actuator does the</a:t>
              </a:r>
              <a:r>
                <a:rPr lang="en-GB" sz="2000" spc="-25" dirty="0">
                  <a:latin typeface="+mn-lt"/>
                  <a:cs typeface="Comic Sans MS"/>
                </a:rPr>
                <a:t> </a:t>
              </a:r>
              <a:r>
                <a:rPr lang="en-GB" sz="2000" spc="-5" dirty="0">
                  <a:latin typeface="+mn-lt"/>
                  <a:cs typeface="Comic Sans MS"/>
                </a:rPr>
                <a:t>work</a:t>
              </a:r>
            </a:p>
            <a:p>
              <a:pPr marL="469900" lvl="1">
                <a:lnSpc>
                  <a:spcPct val="100000"/>
                </a:lnSpc>
                <a:spcBef>
                  <a:spcPts val="350"/>
                </a:spcBef>
                <a:tabLst>
                  <a:tab pos="1002665" algn="l"/>
                  <a:tab pos="1003300" algn="l"/>
                </a:tabLst>
              </a:pPr>
              <a:endParaRPr lang="en-GB" sz="2000" dirty="0">
                <a:latin typeface="+mn-lt"/>
                <a:cs typeface="Comic Sans MS"/>
              </a:endParaRPr>
            </a:p>
            <a:p>
              <a:pPr marL="1163638" lvl="2" indent="-236538">
                <a:lnSpc>
                  <a:spcPct val="100000"/>
                </a:lnSpc>
                <a:spcBef>
                  <a:spcPts val="370"/>
                </a:spcBef>
                <a:buChar char="•"/>
                <a:tabLst>
                  <a:tab pos="1163638" algn="l"/>
                </a:tabLst>
              </a:pPr>
              <a:r>
                <a:rPr lang="en-GB" sz="2000" spc="-5" dirty="0">
                  <a:latin typeface="+mn-lt"/>
                  <a:cs typeface="Comic Sans MS"/>
                </a:rPr>
                <a:t>Controlled </a:t>
              </a:r>
              <a:r>
                <a:rPr lang="en-GB" sz="2000" spc="-10" dirty="0">
                  <a:latin typeface="+mn-lt"/>
                  <a:cs typeface="Comic Sans MS"/>
                </a:rPr>
                <a:t>by </a:t>
              </a:r>
              <a:r>
                <a:rPr lang="en-GB" sz="2000" dirty="0">
                  <a:latin typeface="+mn-lt"/>
                  <a:cs typeface="Comic Sans MS"/>
                </a:rPr>
                <a:t>the</a:t>
              </a:r>
              <a:r>
                <a:rPr lang="en-GB" sz="2000" spc="-5" dirty="0">
                  <a:latin typeface="+mn-lt"/>
                  <a:cs typeface="Comic Sans MS"/>
                </a:rPr>
                <a:t> controller.</a:t>
              </a:r>
              <a:endParaRPr lang="en-GB" sz="2000" dirty="0">
                <a:latin typeface="+mn-lt"/>
                <a:cs typeface="Comic Sans MS"/>
              </a:endParaRPr>
            </a:p>
            <a:p>
              <a:pPr marL="1163638" marR="47625" lvl="2" indent="-236538">
                <a:lnSpc>
                  <a:spcPct val="89900"/>
                </a:lnSpc>
                <a:spcBef>
                  <a:spcPts val="700"/>
                </a:spcBef>
                <a:buChar char="•"/>
                <a:tabLst>
                  <a:tab pos="1163638" algn="l"/>
                </a:tabLst>
              </a:pPr>
              <a:r>
                <a:rPr lang="en-GB" sz="2000" spc="-5" dirty="0">
                  <a:latin typeface="+mn-lt"/>
                  <a:cs typeface="Comic Sans MS"/>
                </a:rPr>
                <a:t>The actuator in </a:t>
              </a:r>
              <a:r>
                <a:rPr lang="en-GB" sz="2000" dirty="0">
                  <a:latin typeface="+mn-lt"/>
                  <a:cs typeface="Comic Sans MS"/>
                </a:rPr>
                <a:t>a </a:t>
              </a:r>
              <a:r>
                <a:rPr lang="en-GB" sz="2000" spc="-5" dirty="0">
                  <a:latin typeface="+mn-lt"/>
                  <a:cs typeface="Comic Sans MS"/>
                </a:rPr>
                <a:t>automated  process may in fact </a:t>
              </a:r>
              <a:r>
                <a:rPr lang="en-GB" sz="2000" spc="-10" dirty="0">
                  <a:latin typeface="+mn-lt"/>
                  <a:cs typeface="Comic Sans MS"/>
                </a:rPr>
                <a:t>be </a:t>
              </a:r>
              <a:r>
                <a:rPr lang="en-GB" sz="2000" spc="-5" dirty="0">
                  <a:latin typeface="+mn-lt"/>
                  <a:cs typeface="Comic Sans MS"/>
                </a:rPr>
                <a:t>several  actuators, each of which provides  an output that drives another in  the series </a:t>
              </a:r>
              <a:r>
                <a:rPr lang="en-GB" sz="2000" dirty="0">
                  <a:latin typeface="+mn-lt"/>
                  <a:cs typeface="Comic Sans MS"/>
                </a:rPr>
                <a:t>of</a:t>
              </a:r>
              <a:r>
                <a:rPr lang="en-GB" sz="2000" spc="-20" dirty="0">
                  <a:latin typeface="+mn-lt"/>
                  <a:cs typeface="Comic Sans MS"/>
                </a:rPr>
                <a:t> </a:t>
              </a:r>
              <a:r>
                <a:rPr lang="en-GB" sz="2000" spc="-10" dirty="0">
                  <a:latin typeface="+mn-lt"/>
                  <a:cs typeface="Comic Sans MS"/>
                </a:rPr>
                <a:t>actuator.</a:t>
              </a:r>
              <a:endParaRPr lang="en-GB" sz="2000" dirty="0">
                <a:latin typeface="+mn-lt"/>
                <a:cs typeface="Comic Sans MS"/>
              </a:endParaRPr>
            </a:p>
          </p:txBody>
        </p:sp>
        <p:sp>
          <p:nvSpPr>
            <p:cNvPr id="3" name="Rectangle 2">
              <a:extLst>
                <a:ext uri="{FF2B5EF4-FFF2-40B4-BE49-F238E27FC236}">
                  <a16:creationId xmlns:a16="http://schemas.microsoft.com/office/drawing/2014/main" id="{826453EC-6066-4C00-A429-DC652CC6093B}"/>
                </a:ext>
              </a:extLst>
            </p:cNvPr>
            <p:cNvSpPr/>
            <p:nvPr/>
          </p:nvSpPr>
          <p:spPr>
            <a:xfrm>
              <a:off x="445623" y="3169801"/>
              <a:ext cx="8160153" cy="1720984"/>
            </a:xfrm>
            <a:prstGeom prst="rect">
              <a:avLst/>
            </a:prstGeom>
          </p:spPr>
          <p:txBody>
            <a:bodyPr wrap="square">
              <a:spAutoFit/>
            </a:bodyPr>
            <a:lstStyle/>
            <a:p>
              <a:pPr marL="932180" marR="253365" indent="-228600">
                <a:lnSpc>
                  <a:spcPct val="99800"/>
                </a:lnSpc>
                <a:spcBef>
                  <a:spcPts val="5"/>
                </a:spcBef>
                <a:buChar char="•"/>
                <a:tabLst>
                  <a:tab pos="932180" algn="l"/>
                </a:tabLst>
              </a:pPr>
              <a:r>
                <a:rPr lang="en-GB" sz="2000" spc="-5" dirty="0">
                  <a:latin typeface="+mn-lt"/>
                  <a:cs typeface="Comic Sans MS"/>
                </a:rPr>
                <a:t>Some actuators can only be </a:t>
              </a:r>
              <a:r>
                <a:rPr lang="en-GB" sz="2000" dirty="0">
                  <a:latin typeface="+mn-lt"/>
                  <a:cs typeface="Comic Sans MS"/>
                </a:rPr>
                <a:t>on </a:t>
              </a:r>
              <a:r>
                <a:rPr lang="en-GB" sz="2000" spc="-5" dirty="0">
                  <a:latin typeface="+mn-lt"/>
                  <a:cs typeface="Comic Sans MS"/>
                </a:rPr>
                <a:t>and  off. Other actuators respond  proportionally </a:t>
              </a:r>
              <a:r>
                <a:rPr lang="en-GB" sz="2000" spc="-10" dirty="0">
                  <a:latin typeface="+mn-lt"/>
                  <a:cs typeface="Comic Sans MS"/>
                </a:rPr>
                <a:t>with </a:t>
              </a:r>
              <a:r>
                <a:rPr lang="en-GB" sz="2000" dirty="0">
                  <a:latin typeface="+mn-lt"/>
                  <a:cs typeface="Comic Sans MS"/>
                </a:rPr>
                <a:t>the </a:t>
              </a:r>
              <a:r>
                <a:rPr lang="en-GB" sz="2000" spc="-5" dirty="0">
                  <a:latin typeface="+mn-lt"/>
                  <a:cs typeface="Comic Sans MS"/>
                </a:rPr>
                <a:t>signal they  receive from </a:t>
              </a:r>
              <a:r>
                <a:rPr lang="en-GB" sz="2000" dirty="0">
                  <a:latin typeface="+mn-lt"/>
                  <a:cs typeface="Comic Sans MS"/>
                </a:rPr>
                <a:t>a</a:t>
              </a:r>
              <a:r>
                <a:rPr lang="en-GB" sz="2000" spc="-10" dirty="0">
                  <a:latin typeface="+mn-lt"/>
                  <a:cs typeface="Comic Sans MS"/>
                </a:rPr>
                <a:t> </a:t>
              </a:r>
              <a:r>
                <a:rPr lang="en-GB" sz="2000" spc="-5" dirty="0">
                  <a:latin typeface="+mn-lt"/>
                  <a:cs typeface="Comic Sans MS"/>
                </a:rPr>
                <a:t>controller</a:t>
              </a:r>
              <a:endParaRPr lang="en-GB" sz="2000" dirty="0">
                <a:latin typeface="+mn-lt"/>
                <a:cs typeface="Comic Sans MS"/>
              </a:endParaRPr>
            </a:p>
            <a:p>
              <a:pPr marL="932180" marR="57785" indent="-228600">
                <a:lnSpc>
                  <a:spcPct val="100000"/>
                </a:lnSpc>
                <a:spcBef>
                  <a:spcPts val="710"/>
                </a:spcBef>
                <a:buChar char="•"/>
                <a:tabLst>
                  <a:tab pos="932180" algn="l"/>
                </a:tabLst>
              </a:pPr>
              <a:r>
                <a:rPr lang="en-GB" sz="2000" spc="-5" dirty="0">
                  <a:latin typeface="+mn-lt"/>
                  <a:cs typeface="Comic Sans MS"/>
                </a:rPr>
                <a:t>Actuators are ultimately controlled by an electrical signal although </a:t>
              </a:r>
              <a:r>
                <a:rPr lang="en-GB" sz="2000" spc="-5">
                  <a:latin typeface="+mn-lt"/>
                  <a:cs typeface="Comic Sans MS"/>
                </a:rPr>
                <a:t>this controls </a:t>
              </a:r>
              <a:r>
                <a:rPr lang="en-GB" sz="2000" spc="-5" dirty="0">
                  <a:latin typeface="+mn-lt"/>
                  <a:cs typeface="Comic Sans MS"/>
                </a:rPr>
                <a:t>other force providing media such as.</a:t>
              </a:r>
              <a:endParaRPr lang="en-GB" sz="2000" dirty="0">
                <a:latin typeface="+mn-lt"/>
                <a:cs typeface="Comic Sans MS"/>
              </a:endParaRPr>
            </a:p>
          </p:txBody>
        </p:sp>
      </p:grpSp>
      <p:sp>
        <p:nvSpPr>
          <p:cNvPr id="5" name="Rectangle 4">
            <a:extLst>
              <a:ext uri="{FF2B5EF4-FFF2-40B4-BE49-F238E27FC236}">
                <a16:creationId xmlns:a16="http://schemas.microsoft.com/office/drawing/2014/main" id="{9C613252-2514-4FA9-91CD-1D67F7204FFC}"/>
              </a:ext>
            </a:extLst>
          </p:cNvPr>
          <p:cNvSpPr/>
          <p:nvPr/>
        </p:nvSpPr>
        <p:spPr>
          <a:xfrm>
            <a:off x="1105382" y="5019850"/>
            <a:ext cx="4572000" cy="1469633"/>
          </a:xfrm>
          <a:prstGeom prst="rect">
            <a:avLst/>
          </a:prstGeom>
        </p:spPr>
        <p:txBody>
          <a:bodyPr>
            <a:spAutoFit/>
          </a:bodyPr>
          <a:lstStyle/>
          <a:p>
            <a:pPr marL="932180" marR="253365" indent="-228600">
              <a:lnSpc>
                <a:spcPct val="99800"/>
              </a:lnSpc>
              <a:spcBef>
                <a:spcPts val="5"/>
              </a:spcBef>
              <a:buChar char="•"/>
              <a:tabLst>
                <a:tab pos="932180" algn="l"/>
              </a:tabLst>
            </a:pPr>
            <a:r>
              <a:rPr lang="en-GB" spc="-5" dirty="0">
                <a:cs typeface="Comic Sans MS"/>
              </a:rPr>
              <a:t>Electromotive</a:t>
            </a:r>
            <a:endParaRPr lang="en-GB" dirty="0">
              <a:cs typeface="Comic Sans MS"/>
            </a:endParaRPr>
          </a:p>
          <a:p>
            <a:pPr marL="932180" marR="57785" indent="-228600">
              <a:lnSpc>
                <a:spcPct val="100000"/>
              </a:lnSpc>
              <a:spcBef>
                <a:spcPts val="710"/>
              </a:spcBef>
              <a:buChar char="•"/>
              <a:tabLst>
                <a:tab pos="932180" algn="l"/>
              </a:tabLst>
            </a:pPr>
            <a:r>
              <a:rPr lang="en-GB" spc="-5" dirty="0">
                <a:cs typeface="Comic Sans MS"/>
              </a:rPr>
              <a:t>Pneumatic</a:t>
            </a:r>
          </a:p>
          <a:p>
            <a:pPr marL="932180" marR="57785" indent="-228600">
              <a:lnSpc>
                <a:spcPct val="100000"/>
              </a:lnSpc>
              <a:spcBef>
                <a:spcPts val="710"/>
              </a:spcBef>
              <a:buChar char="•"/>
              <a:tabLst>
                <a:tab pos="932180" algn="l"/>
              </a:tabLst>
            </a:pPr>
            <a:r>
              <a:rPr lang="en-GB" spc="-5" dirty="0">
                <a:cs typeface="Comic Sans MS"/>
              </a:rPr>
              <a:t>Hydraulic</a:t>
            </a:r>
          </a:p>
          <a:p>
            <a:pPr marL="703580" marR="57785">
              <a:lnSpc>
                <a:spcPct val="100000"/>
              </a:lnSpc>
              <a:spcBef>
                <a:spcPts val="710"/>
              </a:spcBef>
              <a:tabLst>
                <a:tab pos="932180" algn="l"/>
              </a:tabLst>
            </a:pPr>
            <a:endParaRPr lang="en-GB" dirty="0">
              <a:cs typeface="Comic Sans MS"/>
            </a:endParaRPr>
          </a:p>
        </p:txBody>
      </p:sp>
    </p:spTree>
    <p:extLst>
      <p:ext uri="{BB962C8B-B14F-4D97-AF65-F5344CB8AC3E}">
        <p14:creationId xmlns:p14="http://schemas.microsoft.com/office/powerpoint/2010/main" val="3407665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Basic Elements of an Automated System</a:t>
            </a:r>
            <a:endParaRPr lang="en-GB" sz="2400" b="1" dirty="0">
              <a:cs typeface="Arial"/>
            </a:endParaRPr>
          </a:p>
        </p:txBody>
      </p:sp>
      <p:sp>
        <p:nvSpPr>
          <p:cNvPr id="8" name="object 4"/>
          <p:cNvSpPr txBox="1"/>
          <p:nvPr/>
        </p:nvSpPr>
        <p:spPr>
          <a:xfrm>
            <a:off x="490704" y="618330"/>
            <a:ext cx="8236713" cy="628377"/>
          </a:xfrm>
          <a:prstGeom prst="rect">
            <a:avLst/>
          </a:prstGeom>
        </p:spPr>
        <p:txBody>
          <a:bodyPr vert="horz" wrap="square" lIns="0" tIns="12700" rIns="0" bIns="0" rtlCol="0">
            <a:spAutoFit/>
          </a:bodyPr>
          <a:lstStyle/>
          <a:p>
            <a:pPr marL="12700" marR="344805">
              <a:lnSpc>
                <a:spcPct val="100000"/>
              </a:lnSpc>
              <a:spcBef>
                <a:spcPts val="710"/>
              </a:spcBef>
              <a:tabLst>
                <a:tab pos="353695" algn="l"/>
                <a:tab pos="354330" algn="l"/>
              </a:tabLst>
            </a:pPr>
            <a:r>
              <a:rPr lang="en-GB" sz="2000" spc="-5" dirty="0">
                <a:latin typeface="+mn-lt"/>
                <a:cs typeface="Comic Sans MS"/>
              </a:rPr>
              <a:t>The Controller</a:t>
            </a:r>
            <a:endParaRPr lang="en-GB" sz="2000" dirty="0">
              <a:latin typeface="+mn-lt"/>
              <a:cs typeface="Comic Sans MS"/>
            </a:endParaRPr>
          </a:p>
          <a:p>
            <a:pPr>
              <a:lnSpc>
                <a:spcPct val="100000"/>
              </a:lnSpc>
              <a:spcBef>
                <a:spcPts val="35"/>
              </a:spcBef>
            </a:pPr>
            <a:endParaRPr sz="2000" dirty="0">
              <a:latin typeface="+mn-lt"/>
              <a:cs typeface="Times New Roman"/>
            </a:endParaRPr>
          </a:p>
        </p:txBody>
      </p:sp>
      <p:sp>
        <p:nvSpPr>
          <p:cNvPr id="2" name="Rectangle 1">
            <a:extLst>
              <a:ext uri="{FF2B5EF4-FFF2-40B4-BE49-F238E27FC236}">
                <a16:creationId xmlns:a16="http://schemas.microsoft.com/office/drawing/2014/main" id="{F2ED7DA1-A554-4A23-89F1-4CB4C5DD0E03}"/>
              </a:ext>
            </a:extLst>
          </p:cNvPr>
          <p:cNvSpPr/>
          <p:nvPr/>
        </p:nvSpPr>
        <p:spPr>
          <a:xfrm>
            <a:off x="219918" y="1130781"/>
            <a:ext cx="8715737" cy="3883114"/>
          </a:xfrm>
          <a:prstGeom prst="rect">
            <a:avLst/>
          </a:prstGeom>
        </p:spPr>
        <p:txBody>
          <a:bodyPr wrap="square">
            <a:spAutoFit/>
          </a:bodyPr>
          <a:lstStyle/>
          <a:p>
            <a:pPr marL="469900" lvl="1">
              <a:lnSpc>
                <a:spcPct val="100000"/>
              </a:lnSpc>
              <a:spcBef>
                <a:spcPts val="350"/>
              </a:spcBef>
              <a:tabLst>
                <a:tab pos="1002665" algn="l"/>
                <a:tab pos="1003300" algn="l"/>
              </a:tabLst>
            </a:pPr>
            <a:r>
              <a:rPr lang="en-GB" sz="2000" spc="-5" dirty="0">
                <a:latin typeface="+mn-lt"/>
                <a:cs typeface="Comic Sans MS"/>
              </a:rPr>
              <a:t>Tells the actuator to do the</a:t>
            </a:r>
            <a:r>
              <a:rPr lang="en-GB" sz="2000" spc="-25" dirty="0">
                <a:latin typeface="+mn-lt"/>
                <a:cs typeface="Comic Sans MS"/>
              </a:rPr>
              <a:t> </a:t>
            </a:r>
            <a:r>
              <a:rPr lang="en-GB" sz="2000" spc="-5" dirty="0">
                <a:latin typeface="+mn-lt"/>
                <a:cs typeface="Comic Sans MS"/>
              </a:rPr>
              <a:t>work</a:t>
            </a:r>
          </a:p>
          <a:p>
            <a:pPr marL="469900" lvl="1">
              <a:lnSpc>
                <a:spcPct val="100000"/>
              </a:lnSpc>
              <a:spcBef>
                <a:spcPts val="350"/>
              </a:spcBef>
              <a:tabLst>
                <a:tab pos="1002665" algn="l"/>
                <a:tab pos="1003300" algn="l"/>
              </a:tabLst>
            </a:pPr>
            <a:endParaRPr lang="en-GB" sz="2000" spc="-5" dirty="0">
              <a:latin typeface="+mn-lt"/>
              <a:cs typeface="Comic Sans MS"/>
            </a:endParaRPr>
          </a:p>
          <a:p>
            <a:pPr marL="1419225" marR="274955" indent="-342900">
              <a:spcBef>
                <a:spcPts val="700"/>
              </a:spcBef>
              <a:buFont typeface="Arial" panose="020B0604020202020204" pitchFamily="34" charset="0"/>
              <a:buChar char="•"/>
              <a:tabLst>
                <a:tab pos="2012314" algn="l"/>
              </a:tabLst>
            </a:pPr>
            <a:r>
              <a:rPr lang="en-GB" sz="2000" dirty="0">
                <a:latin typeface="+mn-lt"/>
                <a:cs typeface="Comic Sans MS"/>
              </a:rPr>
              <a:t>A </a:t>
            </a:r>
            <a:r>
              <a:rPr lang="en-GB" sz="2000" spc="-5" dirty="0">
                <a:latin typeface="+mn-lt"/>
                <a:cs typeface="Comic Sans MS"/>
              </a:rPr>
              <a:t>controlled </a:t>
            </a:r>
            <a:r>
              <a:rPr lang="en-GB" sz="2000" spc="-10" dirty="0">
                <a:latin typeface="+mn-lt"/>
                <a:cs typeface="Comic Sans MS"/>
              </a:rPr>
              <a:t>system </a:t>
            </a:r>
            <a:r>
              <a:rPr lang="en-GB" sz="2000" spc="-5" dirty="0">
                <a:latin typeface="+mn-lt"/>
                <a:cs typeface="Comic Sans MS"/>
              </a:rPr>
              <a:t>either  may be </a:t>
            </a:r>
            <a:r>
              <a:rPr lang="en-GB" sz="2000" dirty="0">
                <a:latin typeface="+mn-lt"/>
                <a:cs typeface="Comic Sans MS"/>
              </a:rPr>
              <a:t>a</a:t>
            </a:r>
            <a:r>
              <a:rPr lang="en-GB" sz="2000" spc="-5" dirty="0">
                <a:latin typeface="+mn-lt"/>
                <a:cs typeface="Comic Sans MS"/>
              </a:rPr>
              <a:t> digital  </a:t>
            </a:r>
            <a:r>
              <a:rPr lang="en-GB" sz="2000" spc="-10" dirty="0">
                <a:latin typeface="+mn-lt"/>
                <a:cs typeface="Comic Sans MS"/>
              </a:rPr>
              <a:t>system </a:t>
            </a:r>
            <a:r>
              <a:rPr lang="en-GB" sz="2000" dirty="0">
                <a:latin typeface="+mn-lt"/>
                <a:cs typeface="Comic Sans MS"/>
              </a:rPr>
              <a:t>or </a:t>
            </a:r>
            <a:r>
              <a:rPr lang="en-GB" sz="2000" spc="-5" dirty="0">
                <a:latin typeface="+mn-lt"/>
                <a:cs typeface="Comic Sans MS"/>
              </a:rPr>
              <a:t>an analogue</a:t>
            </a:r>
            <a:r>
              <a:rPr lang="en-GB" sz="2000" spc="-25" dirty="0">
                <a:latin typeface="+mn-lt"/>
                <a:cs typeface="Comic Sans MS"/>
              </a:rPr>
              <a:t> </a:t>
            </a:r>
            <a:r>
              <a:rPr lang="en-GB" sz="2000" spc="-10" dirty="0">
                <a:latin typeface="+mn-lt"/>
                <a:cs typeface="Comic Sans MS"/>
              </a:rPr>
              <a:t>system</a:t>
            </a:r>
          </a:p>
          <a:p>
            <a:pPr marL="1419225" marR="274955" indent="-342900">
              <a:spcBef>
                <a:spcPts val="700"/>
              </a:spcBef>
              <a:buFont typeface="Arial" panose="020B0604020202020204" pitchFamily="34" charset="0"/>
              <a:buChar char="•"/>
              <a:tabLst>
                <a:tab pos="2012314" algn="l"/>
              </a:tabLst>
            </a:pPr>
            <a:endParaRPr lang="en-GB" sz="2000" dirty="0">
              <a:latin typeface="+mn-lt"/>
              <a:cs typeface="Comic Sans MS"/>
            </a:endParaRPr>
          </a:p>
          <a:p>
            <a:pPr marL="1419225" marR="46355" indent="-342900">
              <a:lnSpc>
                <a:spcPct val="89900"/>
              </a:lnSpc>
              <a:spcBef>
                <a:spcPts val="665"/>
              </a:spcBef>
              <a:buFont typeface="Arial" panose="020B0604020202020204" pitchFamily="34" charset="0"/>
              <a:buChar char="•"/>
              <a:tabLst>
                <a:tab pos="1076325" algn="l"/>
              </a:tabLst>
            </a:pPr>
            <a:r>
              <a:rPr lang="en-GB" sz="2000" spc="-5" dirty="0">
                <a:latin typeface="+mn-lt"/>
                <a:cs typeface="Comic Sans MS"/>
              </a:rPr>
              <a:t>Digital and analogue controllers  are </a:t>
            </a:r>
            <a:r>
              <a:rPr lang="en-GB" sz="2000" spc="-10" dirty="0">
                <a:latin typeface="+mn-lt"/>
                <a:cs typeface="Comic Sans MS"/>
              </a:rPr>
              <a:t>available </a:t>
            </a:r>
            <a:r>
              <a:rPr lang="en-GB" sz="2000" spc="-5" dirty="0">
                <a:latin typeface="+mn-lt"/>
                <a:cs typeface="Comic Sans MS"/>
              </a:rPr>
              <a:t>‘off the shelf’  </a:t>
            </a:r>
            <a:r>
              <a:rPr lang="en-GB" sz="2000" spc="-10" dirty="0">
                <a:latin typeface="+mn-lt"/>
                <a:cs typeface="Comic Sans MS"/>
              </a:rPr>
              <a:t>so </a:t>
            </a:r>
            <a:r>
              <a:rPr lang="en-GB" sz="2000" spc="-5" dirty="0">
                <a:latin typeface="+mn-lt"/>
                <a:cs typeface="Comic Sans MS"/>
              </a:rPr>
              <a:t>that </a:t>
            </a:r>
            <a:r>
              <a:rPr lang="en-GB" sz="2000" spc="-10" dirty="0">
                <a:latin typeface="+mn-lt"/>
                <a:cs typeface="Comic Sans MS"/>
              </a:rPr>
              <a:t>systems </a:t>
            </a:r>
            <a:r>
              <a:rPr lang="en-GB" sz="2000" spc="-5" dirty="0">
                <a:latin typeface="+mn-lt"/>
                <a:cs typeface="Comic Sans MS"/>
              </a:rPr>
              <a:t>can be  constructed inexpensively and  with little specialized  knowledge required.</a:t>
            </a:r>
          </a:p>
          <a:p>
            <a:pPr marL="1419225" marR="46355" indent="-342900">
              <a:lnSpc>
                <a:spcPct val="89900"/>
              </a:lnSpc>
              <a:spcBef>
                <a:spcPts val="665"/>
              </a:spcBef>
              <a:buFont typeface="Arial" panose="020B0604020202020204" pitchFamily="34" charset="0"/>
              <a:buChar char="•"/>
              <a:tabLst>
                <a:tab pos="1076325" algn="l"/>
              </a:tabLst>
            </a:pPr>
            <a:endParaRPr lang="en-GB" sz="2000" spc="-5" dirty="0">
              <a:latin typeface="+mn-lt"/>
              <a:cs typeface="Comic Sans MS"/>
            </a:endParaRPr>
          </a:p>
          <a:p>
            <a:pPr marL="1419225" marR="46355" indent="-342900">
              <a:lnSpc>
                <a:spcPct val="89900"/>
              </a:lnSpc>
              <a:spcBef>
                <a:spcPts val="665"/>
              </a:spcBef>
              <a:buFont typeface="Arial" panose="020B0604020202020204" pitchFamily="34" charset="0"/>
              <a:buChar char="•"/>
              <a:tabLst>
                <a:tab pos="1076325" algn="l"/>
              </a:tabLst>
            </a:pPr>
            <a:r>
              <a:rPr lang="en-GB" sz="2000" spc="-5" dirty="0">
                <a:latin typeface="+mn-lt"/>
                <a:cs typeface="Comic Sans MS"/>
              </a:rPr>
              <a:t>Modern automated control is almost exclusively PLC based</a:t>
            </a:r>
          </a:p>
          <a:p>
            <a:pPr marL="1419225" marR="46355" indent="-342900">
              <a:lnSpc>
                <a:spcPct val="89900"/>
              </a:lnSpc>
              <a:spcBef>
                <a:spcPts val="665"/>
              </a:spcBef>
              <a:buFont typeface="Arial" panose="020B0604020202020204" pitchFamily="34" charset="0"/>
              <a:buChar char="•"/>
              <a:tabLst>
                <a:tab pos="1076325" algn="l"/>
              </a:tabLst>
            </a:pPr>
            <a:endParaRPr lang="en-GB" sz="2000" dirty="0">
              <a:latin typeface="+mn-lt"/>
              <a:cs typeface="Comic Sans MS"/>
            </a:endParaRPr>
          </a:p>
        </p:txBody>
      </p:sp>
    </p:spTree>
    <p:extLst>
      <p:ext uri="{BB962C8B-B14F-4D97-AF65-F5344CB8AC3E}">
        <p14:creationId xmlns:p14="http://schemas.microsoft.com/office/powerpoint/2010/main" val="329206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Basic Elements of an Automated System</a:t>
            </a:r>
            <a:endParaRPr lang="en-GB" sz="2400" b="1" dirty="0">
              <a:cs typeface="Arial"/>
            </a:endParaRPr>
          </a:p>
        </p:txBody>
      </p:sp>
      <p:sp>
        <p:nvSpPr>
          <p:cNvPr id="8" name="object 4"/>
          <p:cNvSpPr txBox="1"/>
          <p:nvPr/>
        </p:nvSpPr>
        <p:spPr>
          <a:xfrm>
            <a:off x="490704" y="618330"/>
            <a:ext cx="8236713" cy="628377"/>
          </a:xfrm>
          <a:prstGeom prst="rect">
            <a:avLst/>
          </a:prstGeom>
        </p:spPr>
        <p:txBody>
          <a:bodyPr vert="horz" wrap="square" lIns="0" tIns="12700" rIns="0" bIns="0" rtlCol="0">
            <a:spAutoFit/>
          </a:bodyPr>
          <a:lstStyle/>
          <a:p>
            <a:pPr marL="12700" marR="344805">
              <a:lnSpc>
                <a:spcPct val="100000"/>
              </a:lnSpc>
              <a:spcBef>
                <a:spcPts val="710"/>
              </a:spcBef>
              <a:tabLst>
                <a:tab pos="353695" algn="l"/>
                <a:tab pos="354330" algn="l"/>
              </a:tabLst>
            </a:pPr>
            <a:r>
              <a:rPr lang="en-GB" sz="2000" spc="-5" dirty="0">
                <a:latin typeface="+mn-lt"/>
                <a:cs typeface="Comic Sans MS"/>
              </a:rPr>
              <a:t>The Sensors</a:t>
            </a:r>
            <a:endParaRPr lang="en-GB" sz="2000" dirty="0">
              <a:latin typeface="+mn-lt"/>
              <a:cs typeface="Comic Sans MS"/>
            </a:endParaRPr>
          </a:p>
          <a:p>
            <a:pPr>
              <a:lnSpc>
                <a:spcPct val="100000"/>
              </a:lnSpc>
              <a:spcBef>
                <a:spcPts val="35"/>
              </a:spcBef>
            </a:pPr>
            <a:endParaRPr sz="2000" dirty="0">
              <a:latin typeface="+mn-lt"/>
              <a:cs typeface="Times New Roman"/>
            </a:endParaRPr>
          </a:p>
        </p:txBody>
      </p:sp>
      <p:sp>
        <p:nvSpPr>
          <p:cNvPr id="2" name="Rectangle 1">
            <a:extLst>
              <a:ext uri="{FF2B5EF4-FFF2-40B4-BE49-F238E27FC236}">
                <a16:creationId xmlns:a16="http://schemas.microsoft.com/office/drawing/2014/main" id="{F2ED7DA1-A554-4A23-89F1-4CB4C5DD0E03}"/>
              </a:ext>
            </a:extLst>
          </p:cNvPr>
          <p:cNvSpPr/>
          <p:nvPr/>
        </p:nvSpPr>
        <p:spPr>
          <a:xfrm>
            <a:off x="219918" y="1130781"/>
            <a:ext cx="8715737" cy="4614084"/>
          </a:xfrm>
          <a:prstGeom prst="rect">
            <a:avLst/>
          </a:prstGeom>
        </p:spPr>
        <p:txBody>
          <a:bodyPr wrap="square">
            <a:spAutoFit/>
          </a:bodyPr>
          <a:lstStyle/>
          <a:p>
            <a:pPr marL="469900" lvl="1">
              <a:lnSpc>
                <a:spcPct val="100000"/>
              </a:lnSpc>
              <a:spcBef>
                <a:spcPts val="350"/>
              </a:spcBef>
              <a:tabLst>
                <a:tab pos="1002665" algn="l"/>
                <a:tab pos="1003300" algn="l"/>
              </a:tabLst>
            </a:pPr>
            <a:r>
              <a:rPr lang="en-GB" sz="2000" spc="-5" dirty="0">
                <a:latin typeface="+mn-lt"/>
                <a:cs typeface="Comic Sans MS"/>
              </a:rPr>
              <a:t>provides  </a:t>
            </a:r>
            <a:r>
              <a:rPr lang="en-GB" sz="2000" spc="-10" dirty="0">
                <a:latin typeface="+mn-lt"/>
                <a:cs typeface="Comic Sans MS"/>
              </a:rPr>
              <a:t>feedback </a:t>
            </a:r>
            <a:r>
              <a:rPr lang="en-GB" sz="2000" spc="-5" dirty="0">
                <a:latin typeface="+mn-lt"/>
                <a:cs typeface="Comic Sans MS"/>
              </a:rPr>
              <a:t>to the controller </a:t>
            </a:r>
            <a:r>
              <a:rPr lang="en-GB" sz="2000" spc="-10" dirty="0">
                <a:latin typeface="+mn-lt"/>
                <a:cs typeface="Comic Sans MS"/>
              </a:rPr>
              <a:t>so </a:t>
            </a:r>
            <a:r>
              <a:rPr lang="en-GB" sz="2000" spc="-5" dirty="0">
                <a:latin typeface="+mn-lt"/>
                <a:cs typeface="Comic Sans MS"/>
              </a:rPr>
              <a:t>that  it knows the actuator is doing</a:t>
            </a:r>
            <a:r>
              <a:rPr lang="en-GB" sz="2000" spc="-45" dirty="0">
                <a:latin typeface="+mn-lt"/>
                <a:cs typeface="Comic Sans MS"/>
              </a:rPr>
              <a:t> the </a:t>
            </a:r>
            <a:r>
              <a:rPr lang="en-GB" sz="2000" spc="-5" dirty="0">
                <a:latin typeface="+mn-lt"/>
                <a:cs typeface="Comic Sans MS"/>
              </a:rPr>
              <a:t>work</a:t>
            </a:r>
          </a:p>
          <a:p>
            <a:pPr>
              <a:lnSpc>
                <a:spcPct val="100000"/>
              </a:lnSpc>
              <a:spcBef>
                <a:spcPts val="55"/>
              </a:spcBef>
            </a:pPr>
            <a:endParaRPr lang="en-GB" sz="2000" dirty="0">
              <a:latin typeface="+mn-lt"/>
              <a:cs typeface="Times New Roman"/>
            </a:endParaRPr>
          </a:p>
          <a:p>
            <a:pPr marL="1327150" marR="231140" lvl="1" indent="-457200" algn="just">
              <a:lnSpc>
                <a:spcPct val="89700"/>
              </a:lnSpc>
              <a:buChar char="•"/>
              <a:tabLst>
                <a:tab pos="1327150" algn="l"/>
              </a:tabLst>
            </a:pPr>
            <a:r>
              <a:rPr lang="en-GB" sz="2000" spc="-10" dirty="0">
                <a:latin typeface="+mn-lt"/>
                <a:cs typeface="Comic Sans MS"/>
              </a:rPr>
              <a:t>Obviously, </a:t>
            </a:r>
            <a:r>
              <a:rPr lang="en-GB" sz="2000" spc="-5" dirty="0">
                <a:latin typeface="+mn-lt"/>
                <a:cs typeface="Comic Sans MS"/>
              </a:rPr>
              <a:t>controlled automation  requires devices to </a:t>
            </a:r>
            <a:r>
              <a:rPr lang="en-GB" sz="2000" spc="-10" dirty="0">
                <a:latin typeface="+mn-lt"/>
                <a:cs typeface="Comic Sans MS"/>
              </a:rPr>
              <a:t>sense system  </a:t>
            </a:r>
            <a:r>
              <a:rPr lang="en-GB" sz="2000" spc="-5" dirty="0">
                <a:latin typeface="+mn-lt"/>
                <a:cs typeface="Comic Sans MS"/>
              </a:rPr>
              <a:t>output.</a:t>
            </a:r>
            <a:endParaRPr lang="en-GB" sz="2000" dirty="0">
              <a:latin typeface="+mn-lt"/>
              <a:cs typeface="Comic Sans MS"/>
            </a:endParaRPr>
          </a:p>
          <a:p>
            <a:pPr marL="1327150" marR="5080" lvl="1" indent="-457200">
              <a:lnSpc>
                <a:spcPct val="89800"/>
              </a:lnSpc>
              <a:spcBef>
                <a:spcPts val="715"/>
              </a:spcBef>
              <a:buChar char="•"/>
              <a:tabLst>
                <a:tab pos="1326515" algn="l"/>
                <a:tab pos="1327150" algn="l"/>
              </a:tabLst>
            </a:pPr>
            <a:r>
              <a:rPr lang="en-GB" sz="2000" spc="-5" dirty="0">
                <a:latin typeface="+mn-lt"/>
                <a:cs typeface="Comic Sans MS"/>
              </a:rPr>
              <a:t>Sensors also can </a:t>
            </a:r>
            <a:r>
              <a:rPr lang="en-GB" sz="2000" spc="-10" dirty="0">
                <a:latin typeface="+mn-lt"/>
                <a:cs typeface="Comic Sans MS"/>
              </a:rPr>
              <a:t>be used so </a:t>
            </a:r>
            <a:r>
              <a:rPr lang="en-GB" sz="2000" spc="-5" dirty="0">
                <a:latin typeface="+mn-lt"/>
                <a:cs typeface="Comic Sans MS"/>
              </a:rPr>
              <a:t>that </a:t>
            </a:r>
            <a:r>
              <a:rPr lang="en-GB" sz="2000" dirty="0">
                <a:latin typeface="+mn-lt"/>
                <a:cs typeface="Comic Sans MS"/>
              </a:rPr>
              <a:t>a  </a:t>
            </a:r>
            <a:r>
              <a:rPr lang="en-GB" sz="2000" spc="-5" dirty="0">
                <a:latin typeface="+mn-lt"/>
                <a:cs typeface="Comic Sans MS"/>
              </a:rPr>
              <a:t>controller can detect and respond  to changing conditions in its  working environment</a:t>
            </a:r>
          </a:p>
          <a:p>
            <a:pPr marL="1327150" marR="5080" lvl="1" indent="-457200">
              <a:lnSpc>
                <a:spcPct val="89800"/>
              </a:lnSpc>
              <a:spcBef>
                <a:spcPts val="715"/>
              </a:spcBef>
              <a:buChar char="•"/>
              <a:tabLst>
                <a:tab pos="1326515" algn="l"/>
                <a:tab pos="1327150" algn="l"/>
              </a:tabLst>
            </a:pPr>
            <a:r>
              <a:rPr lang="en-GB" sz="2000" dirty="0">
                <a:latin typeface="+mn-lt"/>
                <a:cs typeface="Comic Sans MS"/>
              </a:rPr>
              <a:t>Switches and transducers are another name for sensors.</a:t>
            </a:r>
          </a:p>
          <a:p>
            <a:pPr marL="1784350" marR="5080" lvl="2" indent="-457200">
              <a:lnSpc>
                <a:spcPct val="89800"/>
              </a:lnSpc>
              <a:spcBef>
                <a:spcPts val="715"/>
              </a:spcBef>
              <a:buChar char="•"/>
              <a:tabLst>
                <a:tab pos="1326515" algn="l"/>
                <a:tab pos="1327150" algn="l"/>
              </a:tabLst>
            </a:pPr>
            <a:r>
              <a:rPr lang="en-GB" sz="2000" dirty="0">
                <a:latin typeface="+mn-lt"/>
                <a:cs typeface="Comic Sans MS"/>
              </a:rPr>
              <a:t>Switches can detect when a  measured condition exceeds a pre-set level. Example: closes when a  work-piece is close enough to work on.</a:t>
            </a:r>
          </a:p>
          <a:p>
            <a:pPr marL="1784350" marR="5080" lvl="2" indent="-457200">
              <a:lnSpc>
                <a:spcPct val="89800"/>
              </a:lnSpc>
              <a:spcBef>
                <a:spcPts val="715"/>
              </a:spcBef>
              <a:buChar char="•"/>
              <a:tabLst>
                <a:tab pos="1326515" algn="l"/>
                <a:tab pos="1327150" algn="l"/>
              </a:tabLst>
            </a:pPr>
            <a:r>
              <a:rPr lang="en-GB" sz="2000" dirty="0">
                <a:latin typeface="+mn-lt"/>
                <a:cs typeface="Comic Sans MS"/>
              </a:rPr>
              <a:t>Transducers can describe a  measured condition.  Example: output increased as level in tank raises.</a:t>
            </a:r>
          </a:p>
          <a:p>
            <a:pPr marL="1327150" marR="5080" lvl="1" indent="-457200">
              <a:lnSpc>
                <a:spcPct val="89800"/>
              </a:lnSpc>
              <a:spcBef>
                <a:spcPts val="715"/>
              </a:spcBef>
              <a:buChar char="•"/>
              <a:tabLst>
                <a:tab pos="1326515" algn="l"/>
                <a:tab pos="1327150" algn="l"/>
              </a:tabLst>
            </a:pPr>
            <a:endParaRPr lang="en-GB" sz="2000" dirty="0">
              <a:latin typeface="+mn-lt"/>
              <a:cs typeface="Comic Sans MS"/>
            </a:endParaRPr>
          </a:p>
        </p:txBody>
      </p:sp>
    </p:spTree>
    <p:extLst>
      <p:ext uri="{BB962C8B-B14F-4D97-AF65-F5344CB8AC3E}">
        <p14:creationId xmlns:p14="http://schemas.microsoft.com/office/powerpoint/2010/main" val="72246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074"/>
          <p:cNvSpPr>
            <a:spLocks noGrp="1" noChangeArrowheads="1"/>
          </p:cNvSpPr>
          <p:nvPr>
            <p:ph type="title"/>
          </p:nvPr>
        </p:nvSpPr>
        <p:spPr bwMode="auto">
          <a:xfrm>
            <a:off x="457200" y="78359"/>
            <a:ext cx="8175625" cy="1476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3500" b="1" dirty="0"/>
              <a:t>Automation</a:t>
            </a:r>
          </a:p>
        </p:txBody>
      </p:sp>
      <p:sp>
        <p:nvSpPr>
          <p:cNvPr id="16387" name="Content Placeholder 13"/>
          <p:cNvSpPr>
            <a:spLocks noGrp="1"/>
          </p:cNvSpPr>
          <p:nvPr>
            <p:ph idx="1"/>
          </p:nvPr>
        </p:nvSpPr>
        <p:spPr bwMode="auto">
          <a:xfrm>
            <a:off x="457200" y="1235075"/>
            <a:ext cx="8229600" cy="4891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Char char="•"/>
            </a:pPr>
            <a:r>
              <a:rPr lang="en-GB" altLang="en-US" sz="2400" dirty="0"/>
              <a:t>Robots just one tool in automation</a:t>
            </a:r>
          </a:p>
          <a:p>
            <a:pPr>
              <a:buFontTx/>
              <a:buChar char="•"/>
            </a:pPr>
            <a:r>
              <a:rPr lang="en-GB" altLang="en-US" sz="2400" dirty="0"/>
              <a:t>There are different types of automation and equipment used in it</a:t>
            </a:r>
          </a:p>
          <a:p>
            <a:pPr>
              <a:buFontTx/>
              <a:buChar char="•"/>
            </a:pPr>
            <a:r>
              <a:rPr lang="en-GB" altLang="en-US" sz="2400" dirty="0"/>
              <a:t>Selection of the appropriate type depends mainly on product variability and production volume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13"/>
          <p:cNvSpPr>
            <a:spLocks noGrp="1"/>
          </p:cNvSpPr>
          <p:nvPr>
            <p:ph idx="4294967295"/>
          </p:nvPr>
        </p:nvSpPr>
        <p:spPr bwMode="auto">
          <a:xfrm>
            <a:off x="457200" y="1235075"/>
            <a:ext cx="8229600" cy="48910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sz="2000" b="1" dirty="0"/>
              <a:t>Fixed (hard) automation </a:t>
            </a:r>
          </a:p>
          <a:p>
            <a:pPr lvl="1">
              <a:buFont typeface="Arial" charset="0"/>
              <a:buChar char="•"/>
            </a:pPr>
            <a:r>
              <a:rPr lang="en-GB" altLang="en-US" sz="1800" dirty="0"/>
              <a:t>Specialised machines</a:t>
            </a:r>
          </a:p>
          <a:p>
            <a:pPr lvl="1">
              <a:buFont typeface="Arial" charset="0"/>
              <a:buChar char="•"/>
            </a:pPr>
            <a:r>
              <a:rPr lang="en-GB" altLang="en-US" sz="1800" dirty="0"/>
              <a:t>Low variety </a:t>
            </a:r>
          </a:p>
          <a:p>
            <a:pPr lvl="1">
              <a:buFont typeface="Arial" charset="0"/>
              <a:buChar char="•"/>
            </a:pPr>
            <a:r>
              <a:rPr lang="en-GB" altLang="en-US" sz="1800" dirty="0"/>
              <a:t>High volume processes</a:t>
            </a:r>
          </a:p>
          <a:p>
            <a:pPr lvl="1">
              <a:buFont typeface="Arial" charset="0"/>
              <a:buChar char="•"/>
            </a:pPr>
            <a:r>
              <a:rPr lang="en-GB" altLang="en-US" sz="1800" dirty="0"/>
              <a:t>Maximum efficiency</a:t>
            </a:r>
          </a:p>
          <a:p>
            <a:pPr lvl="1">
              <a:buFont typeface="Arial" charset="0"/>
              <a:buChar char="•"/>
            </a:pPr>
            <a:r>
              <a:rPr lang="en-GB" altLang="en-US" sz="1800" dirty="0"/>
              <a:t>High equipment cost but high volume lowers manufacturing cost</a:t>
            </a:r>
          </a:p>
          <a:p>
            <a:pPr>
              <a:buFontTx/>
              <a:buChar char="•"/>
            </a:pPr>
            <a:endParaRPr lang="en-GB" altLang="en-US" sz="1800" dirty="0"/>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0743"/>
          <a:stretch/>
        </p:blipFill>
        <p:spPr>
          <a:xfrm>
            <a:off x="1676964" y="3403814"/>
            <a:ext cx="5808566" cy="3454186"/>
          </a:xfrm>
          <a:prstGeom prst="rect">
            <a:avLst/>
          </a:prstGeom>
        </p:spPr>
      </p:pic>
      <p:sp>
        <p:nvSpPr>
          <p:cNvPr id="3" name="Rectangle 3074">
            <a:extLst>
              <a:ext uri="{FF2B5EF4-FFF2-40B4-BE49-F238E27FC236}">
                <a16:creationId xmlns:a16="http://schemas.microsoft.com/office/drawing/2014/main" id="{9AC64784-1E01-A96E-3B3D-440D70539582}"/>
              </a:ext>
            </a:extLst>
          </p:cNvPr>
          <p:cNvSpPr>
            <a:spLocks noGrp="1" noChangeArrowheads="1"/>
          </p:cNvSpPr>
          <p:nvPr>
            <p:ph type="title"/>
          </p:nvPr>
        </p:nvSpPr>
        <p:spPr bwMode="auto">
          <a:xfrm>
            <a:off x="457200" y="78360"/>
            <a:ext cx="8175625" cy="65347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3500" b="1" dirty="0"/>
              <a:t>Automation</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bwMode="auto">
          <a:xfrm>
            <a:off x="457200" y="1316038"/>
            <a:ext cx="8229600" cy="4810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Char char="•"/>
            </a:pPr>
            <a:r>
              <a:rPr lang="en-GB" altLang="en-US" sz="2400" b="1" dirty="0"/>
              <a:t>Programmable automation </a:t>
            </a:r>
          </a:p>
          <a:p>
            <a:pPr lvl="1">
              <a:buFont typeface="Arial" charset="0"/>
              <a:buChar char="•"/>
            </a:pPr>
            <a:r>
              <a:rPr lang="en-GB" altLang="en-US" sz="2000" dirty="0"/>
              <a:t>Low production volume</a:t>
            </a:r>
          </a:p>
          <a:p>
            <a:pPr lvl="1">
              <a:buFont typeface="Arial" charset="0"/>
              <a:buChar char="•"/>
            </a:pPr>
            <a:r>
              <a:rPr lang="en-GB" altLang="en-US" sz="2000" dirty="0"/>
              <a:t>High product variety</a:t>
            </a:r>
          </a:p>
          <a:p>
            <a:pPr lvl="1">
              <a:buFont typeface="Arial" charset="0"/>
              <a:buChar char="•"/>
            </a:pPr>
            <a:r>
              <a:rPr lang="en-GB" altLang="en-US" sz="2000" dirty="0"/>
              <a:t>Adaptable to variations but long change over times</a:t>
            </a:r>
          </a:p>
          <a:p>
            <a:pPr lvl="1">
              <a:buFont typeface="Arial" charset="0"/>
              <a:buChar char="•"/>
            </a:pPr>
            <a:r>
              <a:rPr lang="en-GB" altLang="en-US" sz="2000" dirty="0"/>
              <a:t>Control of a 'program’</a:t>
            </a:r>
          </a:p>
          <a:p>
            <a:pPr lvl="2"/>
            <a:r>
              <a:rPr lang="en-GB" altLang="en-US" sz="1800" dirty="0"/>
              <a:t>E.g. CNC machine making low volume specialist parts</a:t>
            </a:r>
          </a:p>
          <a:p>
            <a:pPr lvl="1">
              <a:buFont typeface="Arial" charset="0"/>
              <a:buChar char="•"/>
            </a:pPr>
            <a:r>
              <a:rPr lang="en-GB" altLang="en-US" sz="2000" dirty="0"/>
              <a:t>Low volume but premium charged because of this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899" y="3911544"/>
            <a:ext cx="4475629" cy="2946456"/>
          </a:xfrm>
          <a:prstGeom prst="rect">
            <a:avLst/>
          </a:prstGeom>
        </p:spPr>
      </p:pic>
      <p:sp>
        <p:nvSpPr>
          <p:cNvPr id="4" name="Rectangle 3074">
            <a:extLst>
              <a:ext uri="{FF2B5EF4-FFF2-40B4-BE49-F238E27FC236}">
                <a16:creationId xmlns:a16="http://schemas.microsoft.com/office/drawing/2014/main" id="{0798BED6-ED6A-4A34-A320-960B2657C195}"/>
              </a:ext>
            </a:extLst>
          </p:cNvPr>
          <p:cNvSpPr txBox="1">
            <a:spLocks noChangeArrowheads="1"/>
          </p:cNvSpPr>
          <p:nvPr/>
        </p:nvSpPr>
        <p:spPr bwMode="auto">
          <a:xfrm>
            <a:off x="457200" y="78360"/>
            <a:ext cx="8175625" cy="6534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defTabSz="457200" rtl="0" eaLnBrk="0" fontAlgn="base" hangingPunct="0">
              <a:spcBef>
                <a:spcPct val="0"/>
              </a:spcBef>
              <a:spcAft>
                <a:spcPct val="0"/>
              </a:spcAft>
              <a:defRPr sz="4400" kern="1200">
                <a:solidFill>
                  <a:srgbClr val="C60C30"/>
                </a:solidFill>
                <a:latin typeface="Arial Bold"/>
                <a:ea typeface="ＭＳ Ｐゴシック" charset="-128"/>
                <a:cs typeface="Arial Bold"/>
              </a:defRPr>
            </a:lvl1pPr>
            <a:lvl2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5pPr>
            <a:lvl6pPr marL="457200" algn="l" defTabSz="457200" rtl="0" eaLnBrk="1" fontAlgn="base" hangingPunct="1">
              <a:spcBef>
                <a:spcPct val="0"/>
              </a:spcBef>
              <a:spcAft>
                <a:spcPct val="0"/>
              </a:spcAft>
              <a:defRPr sz="4000">
                <a:solidFill>
                  <a:srgbClr val="C60C30"/>
                </a:solidFill>
                <a:latin typeface="Arial Bold" charset="0"/>
                <a:ea typeface="ＭＳ Ｐゴシック" charset="-128"/>
              </a:defRPr>
            </a:lvl6pPr>
            <a:lvl7pPr marL="914400" algn="l" defTabSz="457200" rtl="0" eaLnBrk="1" fontAlgn="base" hangingPunct="1">
              <a:spcBef>
                <a:spcPct val="0"/>
              </a:spcBef>
              <a:spcAft>
                <a:spcPct val="0"/>
              </a:spcAft>
              <a:defRPr sz="4000">
                <a:solidFill>
                  <a:srgbClr val="C60C30"/>
                </a:solidFill>
                <a:latin typeface="Arial Bold" charset="0"/>
                <a:ea typeface="ＭＳ Ｐゴシック" charset="-128"/>
              </a:defRPr>
            </a:lvl7pPr>
            <a:lvl8pPr marL="1371600" algn="l" defTabSz="457200" rtl="0" eaLnBrk="1" fontAlgn="base" hangingPunct="1">
              <a:spcBef>
                <a:spcPct val="0"/>
              </a:spcBef>
              <a:spcAft>
                <a:spcPct val="0"/>
              </a:spcAft>
              <a:defRPr sz="4000">
                <a:solidFill>
                  <a:srgbClr val="C60C30"/>
                </a:solidFill>
                <a:latin typeface="Arial Bold" charset="0"/>
                <a:ea typeface="ＭＳ Ｐゴシック" charset="-128"/>
              </a:defRPr>
            </a:lvl8pPr>
            <a:lvl9pPr marL="1828800" algn="l" defTabSz="457200"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GB" altLang="en-US" sz="3500" b="1"/>
              <a:t>Automation</a:t>
            </a:r>
            <a:endParaRPr lang="en-GB" altLang="en-US" sz="3500" b="1"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4294967295"/>
          </p:nvPr>
        </p:nvSpPr>
        <p:spPr bwMode="auto">
          <a:xfrm>
            <a:off x="457200" y="1316038"/>
            <a:ext cx="8229600" cy="4810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sz="2800" b="1" dirty="0"/>
              <a:t>Flexible automation</a:t>
            </a:r>
          </a:p>
          <a:p>
            <a:pPr lvl="1">
              <a:buFont typeface="Arial" charset="0"/>
              <a:buChar char="•"/>
            </a:pPr>
            <a:r>
              <a:rPr lang="en-GB" altLang="en-US" sz="2400" dirty="0"/>
              <a:t>Between fixed &amp; programmable automation</a:t>
            </a:r>
          </a:p>
          <a:p>
            <a:pPr lvl="1">
              <a:buFont typeface="Arial" charset="0"/>
              <a:buChar char="•"/>
            </a:pPr>
            <a:r>
              <a:rPr lang="en-GB" altLang="en-US" sz="2400" dirty="0"/>
              <a:t>Mid Volumes</a:t>
            </a:r>
          </a:p>
          <a:p>
            <a:pPr lvl="1">
              <a:buFont typeface="Arial" charset="0"/>
              <a:buChar char="•"/>
            </a:pPr>
            <a:r>
              <a:rPr lang="en-GB" altLang="en-US" sz="2400" dirty="0"/>
              <a:t>Some product variation and quick change over times</a:t>
            </a:r>
          </a:p>
          <a:p>
            <a:pPr lvl="1">
              <a:buFont typeface="Arial" charset="0"/>
              <a:buChar char="•"/>
            </a:pPr>
            <a:r>
              <a:rPr lang="en-GB" altLang="en-US" sz="2400" dirty="0"/>
              <a:t>Also called flexible manufacturing systems (FMS) </a:t>
            </a:r>
          </a:p>
          <a:p>
            <a:pPr lvl="1">
              <a:buFont typeface="Arial" charset="0"/>
              <a:buChar char="•"/>
            </a:pPr>
            <a:r>
              <a:rPr lang="en-GB" altLang="en-US" sz="2400" dirty="0"/>
              <a:t>Can be 'programmed'</a:t>
            </a:r>
          </a:p>
          <a:p>
            <a:pPr lvl="1">
              <a:buFont typeface="Arial" charset="0"/>
              <a:buChar char="•"/>
            </a:pPr>
            <a:r>
              <a:rPr lang="en-GB" altLang="en-US" sz="2400" dirty="0"/>
              <a:t>Robots considered flexible automation</a:t>
            </a:r>
          </a:p>
          <a:p>
            <a:pPr lvl="1">
              <a:buFont typeface="Arial" charset="0"/>
              <a:buChar char="•"/>
            </a:pPr>
            <a:endParaRPr lang="en-GB" altLang="en-US" sz="1800" dirty="0"/>
          </a:p>
        </p:txBody>
      </p:sp>
      <p:sp>
        <p:nvSpPr>
          <p:cNvPr id="2" name="Rectangle 3074">
            <a:extLst>
              <a:ext uri="{FF2B5EF4-FFF2-40B4-BE49-F238E27FC236}">
                <a16:creationId xmlns:a16="http://schemas.microsoft.com/office/drawing/2014/main" id="{6D32BFAD-2106-CA54-01C2-0128B196B3F4}"/>
              </a:ext>
            </a:extLst>
          </p:cNvPr>
          <p:cNvSpPr>
            <a:spLocks noGrp="1" noChangeArrowheads="1"/>
          </p:cNvSpPr>
          <p:nvPr>
            <p:ph type="title"/>
          </p:nvPr>
        </p:nvSpPr>
        <p:spPr bwMode="auto">
          <a:xfrm>
            <a:off x="457200" y="78360"/>
            <a:ext cx="8175625" cy="65347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3500" b="1" dirty="0"/>
              <a:t>Automation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457200" y="142367"/>
            <a:ext cx="8175625" cy="1476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3500" dirty="0"/>
              <a:t>Automated Machine</a:t>
            </a:r>
          </a:p>
        </p:txBody>
      </p:sp>
      <p:sp>
        <p:nvSpPr>
          <p:cNvPr id="21507" name="Rectangle 3"/>
          <p:cNvSpPr>
            <a:spLocks noGrp="1" noChangeArrowheads="1"/>
          </p:cNvSpPr>
          <p:nvPr>
            <p:ph idx="1"/>
          </p:nvPr>
        </p:nvSpPr>
        <p:spPr bwMode="auto">
          <a:xfrm>
            <a:off x="457200" y="1289050"/>
            <a:ext cx="8229600" cy="48371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Char char="•"/>
            </a:pPr>
            <a:r>
              <a:rPr lang="en-GB" altLang="en-US" dirty="0"/>
              <a:t>Examples</a:t>
            </a:r>
          </a:p>
          <a:p>
            <a:pPr lvl="1">
              <a:buFont typeface="Arial" charset="0"/>
              <a:buChar char="•"/>
            </a:pPr>
            <a:r>
              <a:rPr lang="en-GB" altLang="en-US" dirty="0"/>
              <a:t>Fixed Automation </a:t>
            </a:r>
          </a:p>
          <a:p>
            <a:pPr lvl="2"/>
            <a:r>
              <a:rPr lang="en-GB" altLang="en-US" sz="2200" dirty="0"/>
              <a:t>Coke putting lids on bottles</a:t>
            </a:r>
          </a:p>
          <a:p>
            <a:pPr lvl="2"/>
            <a:r>
              <a:rPr lang="en-GB" altLang="en-US" sz="2200" dirty="0"/>
              <a:t>The production of washer or screws</a:t>
            </a:r>
          </a:p>
          <a:p>
            <a:pPr lvl="1">
              <a:buFont typeface="Arial" charset="0"/>
              <a:buChar char="•"/>
            </a:pPr>
            <a:r>
              <a:rPr lang="en-GB" altLang="en-US" dirty="0"/>
              <a:t>Programmable Automation</a:t>
            </a:r>
          </a:p>
          <a:p>
            <a:pPr lvl="2"/>
            <a:r>
              <a:rPr lang="en-GB" altLang="en-US" sz="2200" dirty="0"/>
              <a:t>An F1 team producing an engine block</a:t>
            </a:r>
          </a:p>
          <a:p>
            <a:pPr lvl="2"/>
            <a:r>
              <a:rPr lang="en-GB" altLang="en-US" sz="2200" dirty="0"/>
              <a:t>Airbus machining wing spars </a:t>
            </a:r>
          </a:p>
          <a:p>
            <a:pPr lvl="1">
              <a:buFont typeface="Arial" charset="0"/>
              <a:buChar char="•"/>
            </a:pPr>
            <a:r>
              <a:rPr lang="en-GB" altLang="en-US" dirty="0"/>
              <a:t>Flexible Automation</a:t>
            </a:r>
          </a:p>
          <a:p>
            <a:pPr lvl="2"/>
            <a:r>
              <a:rPr lang="en-GB" altLang="en-US" sz="2200" dirty="0"/>
              <a:t>Ford making 10 versions of the Focus</a:t>
            </a:r>
          </a:p>
          <a:p>
            <a:pPr lvl="2"/>
            <a:r>
              <a:rPr lang="en-GB" altLang="en-US" sz="2200" dirty="0" err="1"/>
              <a:t>Ginsters</a:t>
            </a:r>
            <a:r>
              <a:rPr lang="en-GB" altLang="en-US" sz="2200" dirty="0"/>
              <a:t> making sandwiches </a:t>
            </a:r>
          </a:p>
          <a:p>
            <a:pPr lvl="2"/>
            <a:endParaRPr lang="en-GB" altLang="en-US" sz="2000" dirty="0"/>
          </a:p>
          <a:p>
            <a:pPr lvl="3"/>
            <a:endParaRPr lang="en-GB" altLang="en-US" sz="1800" dirty="0"/>
          </a:p>
          <a:p>
            <a:pPr lvl="2"/>
            <a:endParaRPr lang="en-GB" altLang="en-US" sz="20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F2B9-E26B-8A6A-7B99-F8DFB3C5D103}"/>
              </a:ext>
            </a:extLst>
          </p:cNvPr>
          <p:cNvSpPr>
            <a:spLocks noGrp="1"/>
          </p:cNvSpPr>
          <p:nvPr>
            <p:ph type="title"/>
          </p:nvPr>
        </p:nvSpPr>
        <p:spPr/>
        <p:txBody>
          <a:bodyPr/>
          <a:lstStyle/>
          <a:p>
            <a:endParaRPr lang="en-GB"/>
          </a:p>
        </p:txBody>
      </p:sp>
      <p:pic>
        <p:nvPicPr>
          <p:cNvPr id="2048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940" y="325953"/>
            <a:ext cx="7184652" cy="6448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Content Placeholder 4" descr="An orange robotic arm on a white background&#10;&#10;Description automatically generated">
            <a:extLst>
              <a:ext uri="{FF2B5EF4-FFF2-40B4-BE49-F238E27FC236}">
                <a16:creationId xmlns:a16="http://schemas.microsoft.com/office/drawing/2014/main" id="{E55839FA-9E31-C40F-2BA1-1C9AD27E6E31}"/>
              </a:ext>
            </a:extLst>
          </p:cNvPr>
          <p:cNvPicPr>
            <a:picLocks noGrp="1" noChangeAspect="1"/>
          </p:cNvPicPr>
          <p:nvPr>
            <p:ph idx="1"/>
          </p:nvPr>
        </p:nvPicPr>
        <p:blipFill>
          <a:blip r:embed="rId3"/>
          <a:stretch>
            <a:fillRect/>
          </a:stretch>
        </p:blipFill>
        <p:spPr bwMode="auto">
          <a:xfrm>
            <a:off x="5772785" y="3305139"/>
            <a:ext cx="864000" cy="12960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074">
            <a:extLst>
              <a:ext uri="{FF2B5EF4-FFF2-40B4-BE49-F238E27FC236}">
                <a16:creationId xmlns:a16="http://schemas.microsoft.com/office/drawing/2014/main" id="{A7459334-C928-CFB9-4CAA-E1BA7976959B}"/>
              </a:ext>
            </a:extLst>
          </p:cNvPr>
          <p:cNvSpPr txBox="1">
            <a:spLocks noChangeArrowheads="1"/>
          </p:cNvSpPr>
          <p:nvPr/>
        </p:nvSpPr>
        <p:spPr bwMode="auto">
          <a:xfrm>
            <a:off x="457200" y="78360"/>
            <a:ext cx="8175625" cy="6534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defTabSz="457200" rtl="0" eaLnBrk="0" fontAlgn="base" hangingPunct="0">
              <a:spcBef>
                <a:spcPct val="0"/>
              </a:spcBef>
              <a:spcAft>
                <a:spcPct val="0"/>
              </a:spcAft>
              <a:defRPr sz="4400" kern="1200">
                <a:solidFill>
                  <a:srgbClr val="C60C30"/>
                </a:solidFill>
                <a:latin typeface="Arial Bold"/>
                <a:ea typeface="ＭＳ Ｐゴシック" charset="-128"/>
                <a:cs typeface="Arial Bold"/>
              </a:defRPr>
            </a:lvl1pPr>
            <a:lvl2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5pPr>
            <a:lvl6pPr marL="457200" algn="l" defTabSz="457200" rtl="0" eaLnBrk="1" fontAlgn="base" hangingPunct="1">
              <a:spcBef>
                <a:spcPct val="0"/>
              </a:spcBef>
              <a:spcAft>
                <a:spcPct val="0"/>
              </a:spcAft>
              <a:defRPr sz="4000">
                <a:solidFill>
                  <a:srgbClr val="C60C30"/>
                </a:solidFill>
                <a:latin typeface="Arial Bold" charset="0"/>
                <a:ea typeface="ＭＳ Ｐゴシック" charset="-128"/>
              </a:defRPr>
            </a:lvl6pPr>
            <a:lvl7pPr marL="914400" algn="l" defTabSz="457200" rtl="0" eaLnBrk="1" fontAlgn="base" hangingPunct="1">
              <a:spcBef>
                <a:spcPct val="0"/>
              </a:spcBef>
              <a:spcAft>
                <a:spcPct val="0"/>
              </a:spcAft>
              <a:defRPr sz="4000">
                <a:solidFill>
                  <a:srgbClr val="C60C30"/>
                </a:solidFill>
                <a:latin typeface="Arial Bold" charset="0"/>
                <a:ea typeface="ＭＳ Ｐゴシック" charset="-128"/>
              </a:defRPr>
            </a:lvl7pPr>
            <a:lvl8pPr marL="1371600" algn="l" defTabSz="457200" rtl="0" eaLnBrk="1" fontAlgn="base" hangingPunct="1">
              <a:spcBef>
                <a:spcPct val="0"/>
              </a:spcBef>
              <a:spcAft>
                <a:spcPct val="0"/>
              </a:spcAft>
              <a:defRPr sz="4000">
                <a:solidFill>
                  <a:srgbClr val="C60C30"/>
                </a:solidFill>
                <a:latin typeface="Arial Bold" charset="0"/>
                <a:ea typeface="ＭＳ Ｐゴシック" charset="-128"/>
              </a:defRPr>
            </a:lvl8pPr>
            <a:lvl9pPr marL="1828800" algn="l" defTabSz="457200"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GB" altLang="en-US" sz="3500" b="1"/>
              <a:t>Automation</a:t>
            </a:r>
            <a:endParaRPr lang="en-GB" altLang="en-US" sz="3500" b="1"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Manufacturing System Classification</a:t>
            </a:r>
            <a:endParaRPr lang="en-GB" sz="2400" b="1" dirty="0">
              <a:cs typeface="Arial"/>
            </a:endParaRPr>
          </a:p>
        </p:txBody>
      </p:sp>
      <p:sp>
        <p:nvSpPr>
          <p:cNvPr id="8" name="object 4"/>
          <p:cNvSpPr txBox="1"/>
          <p:nvPr/>
        </p:nvSpPr>
        <p:spPr>
          <a:xfrm>
            <a:off x="155038" y="676203"/>
            <a:ext cx="8236713" cy="628377"/>
          </a:xfrm>
          <a:prstGeom prst="rect">
            <a:avLst/>
          </a:prstGeom>
        </p:spPr>
        <p:txBody>
          <a:bodyPr vert="horz" wrap="square" lIns="0" tIns="12700" rIns="0" bIns="0" rtlCol="0">
            <a:spAutoFit/>
          </a:bodyPr>
          <a:lstStyle/>
          <a:p>
            <a:pPr marL="469900" lvl="1">
              <a:lnSpc>
                <a:spcPct val="100000"/>
              </a:lnSpc>
              <a:spcBef>
                <a:spcPts val="350"/>
              </a:spcBef>
              <a:tabLst>
                <a:tab pos="1002665" algn="l"/>
                <a:tab pos="1003300" algn="l"/>
              </a:tabLst>
            </a:pPr>
            <a:r>
              <a:rPr lang="en-GB" sz="2000" spc="-5" dirty="0">
                <a:cs typeface="Comic Sans MS"/>
              </a:rPr>
              <a:t>Relationship between manufacturing systems</a:t>
            </a:r>
          </a:p>
          <a:p>
            <a:pPr>
              <a:lnSpc>
                <a:spcPct val="100000"/>
              </a:lnSpc>
              <a:spcBef>
                <a:spcPts val="35"/>
              </a:spcBef>
            </a:pPr>
            <a:endParaRPr sz="2000" dirty="0">
              <a:latin typeface="+mn-lt"/>
              <a:cs typeface="Times New Roman"/>
            </a:endParaRPr>
          </a:p>
        </p:txBody>
      </p:sp>
      <p:sp>
        <p:nvSpPr>
          <p:cNvPr id="5" name="object 3">
            <a:extLst>
              <a:ext uri="{FF2B5EF4-FFF2-40B4-BE49-F238E27FC236}">
                <a16:creationId xmlns:a16="http://schemas.microsoft.com/office/drawing/2014/main" id="{535BE96C-D420-436A-A605-3BD2348AD647}"/>
              </a:ext>
            </a:extLst>
          </p:cNvPr>
          <p:cNvSpPr/>
          <p:nvPr/>
        </p:nvSpPr>
        <p:spPr>
          <a:xfrm>
            <a:off x="304800" y="1651000"/>
            <a:ext cx="8001000" cy="5207000"/>
          </a:xfrm>
          <a:prstGeom prst="rect">
            <a:avLst/>
          </a:prstGeom>
          <a:blipFill>
            <a:blip r:embed="rId3"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416462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US" altLang="en-US" sz="2400" dirty="0"/>
              <a:t>Large Control System Hierarchy</a:t>
            </a:r>
            <a:endParaRPr lang="en-GB" sz="2400" b="1" dirty="0">
              <a:cs typeface="Arial"/>
            </a:endParaRPr>
          </a:p>
        </p:txBody>
      </p:sp>
      <p:sp>
        <p:nvSpPr>
          <p:cNvPr id="8" name="object 4"/>
          <p:cNvSpPr txBox="1"/>
          <p:nvPr/>
        </p:nvSpPr>
        <p:spPr>
          <a:xfrm>
            <a:off x="-49594" y="647638"/>
            <a:ext cx="8442707" cy="628377"/>
          </a:xfrm>
          <a:prstGeom prst="rect">
            <a:avLst/>
          </a:prstGeom>
        </p:spPr>
        <p:txBody>
          <a:bodyPr vert="horz" wrap="square" lIns="0" tIns="12700" rIns="0" bIns="0" rtlCol="0">
            <a:spAutoFit/>
          </a:bodyPr>
          <a:lstStyle/>
          <a:p>
            <a:pPr marL="469900" lvl="1">
              <a:lnSpc>
                <a:spcPct val="100000"/>
              </a:lnSpc>
              <a:spcBef>
                <a:spcPts val="350"/>
              </a:spcBef>
              <a:tabLst>
                <a:tab pos="1002665" algn="l"/>
                <a:tab pos="1003300" algn="l"/>
              </a:tabLst>
            </a:pPr>
            <a:r>
              <a:rPr lang="en-GB" sz="2000" spc="-5" dirty="0">
                <a:cs typeface="Comic Sans MS"/>
              </a:rPr>
              <a:t>Manufacturing plants can have an extensive </a:t>
            </a:r>
            <a:r>
              <a:rPr lang="en-GB" sz="2000" spc="-5" dirty="0" err="1">
                <a:cs typeface="Comic Sans MS"/>
              </a:rPr>
              <a:t>hierachical</a:t>
            </a:r>
            <a:r>
              <a:rPr lang="en-GB" sz="2000" spc="-5" dirty="0">
                <a:cs typeface="Comic Sans MS"/>
              </a:rPr>
              <a:t> control system</a:t>
            </a:r>
          </a:p>
          <a:p>
            <a:pPr>
              <a:lnSpc>
                <a:spcPct val="100000"/>
              </a:lnSpc>
              <a:spcBef>
                <a:spcPts val="35"/>
              </a:spcBef>
            </a:pPr>
            <a:endParaRPr sz="2000" dirty="0">
              <a:latin typeface="+mn-lt"/>
              <a:cs typeface="Times New Roman"/>
            </a:endParaRPr>
          </a:p>
        </p:txBody>
      </p:sp>
      <p:grpSp>
        <p:nvGrpSpPr>
          <p:cNvPr id="2" name="Group 1">
            <a:extLst>
              <a:ext uri="{FF2B5EF4-FFF2-40B4-BE49-F238E27FC236}">
                <a16:creationId xmlns:a16="http://schemas.microsoft.com/office/drawing/2014/main" id="{0C30C715-B60C-4DB7-B405-DD78C7E349E0}"/>
              </a:ext>
            </a:extLst>
          </p:cNvPr>
          <p:cNvGrpSpPr/>
          <p:nvPr/>
        </p:nvGrpSpPr>
        <p:grpSpPr>
          <a:xfrm>
            <a:off x="69850" y="1178676"/>
            <a:ext cx="8839200" cy="4876007"/>
            <a:chOff x="69850" y="1178676"/>
            <a:chExt cx="8839200" cy="4876007"/>
          </a:xfrm>
        </p:grpSpPr>
        <p:cxnSp>
          <p:nvCxnSpPr>
            <p:cNvPr id="216" name="AutoShape 289">
              <a:extLst>
                <a:ext uri="{FF2B5EF4-FFF2-40B4-BE49-F238E27FC236}">
                  <a16:creationId xmlns:a16="http://schemas.microsoft.com/office/drawing/2014/main" id="{5FBC0521-8F37-4C9D-9B7D-1C15ECD3E976}"/>
                </a:ext>
              </a:extLst>
            </p:cNvPr>
            <p:cNvCxnSpPr>
              <a:cxnSpLocks noChangeShapeType="1"/>
              <a:endCxn id="404" idx="0"/>
            </p:cNvCxnSpPr>
            <p:nvPr/>
          </p:nvCxnSpPr>
          <p:spPr bwMode="auto">
            <a:xfrm flipH="1">
              <a:off x="6246813" y="1752558"/>
              <a:ext cx="68262" cy="665163"/>
            </a:xfrm>
            <a:prstGeom prst="straightConnector1">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7" name="Freeform 3">
              <a:extLst>
                <a:ext uri="{FF2B5EF4-FFF2-40B4-BE49-F238E27FC236}">
                  <a16:creationId xmlns:a16="http://schemas.microsoft.com/office/drawing/2014/main" id="{DD0DCA00-FF94-43B7-A102-E738E58EF7B7}"/>
                </a:ext>
              </a:extLst>
            </p:cNvPr>
            <p:cNvSpPr>
              <a:spLocks/>
            </p:cNvSpPr>
            <p:nvPr/>
          </p:nvSpPr>
          <p:spPr bwMode="auto">
            <a:xfrm>
              <a:off x="6770688" y="2582821"/>
              <a:ext cx="2014537" cy="3471862"/>
            </a:xfrm>
            <a:custGeom>
              <a:avLst/>
              <a:gdLst>
                <a:gd name="T0" fmla="*/ 2147483646 w 1269"/>
                <a:gd name="T1" fmla="*/ 2147483646 h 2187"/>
                <a:gd name="T2" fmla="*/ 2147483646 w 1269"/>
                <a:gd name="T3" fmla="*/ 2147483646 h 2187"/>
                <a:gd name="T4" fmla="*/ 0 w 1269"/>
                <a:gd name="T5" fmla="*/ 0 h 2187"/>
                <a:gd name="T6" fmla="*/ 2147483646 w 1269"/>
                <a:gd name="T7" fmla="*/ 0 h 2187"/>
                <a:gd name="T8" fmla="*/ 2147483646 w 1269"/>
                <a:gd name="T9" fmla="*/ 2147483646 h 2187"/>
                <a:gd name="T10" fmla="*/ 2147483646 w 1269"/>
                <a:gd name="T11" fmla="*/ 2147483646 h 2187"/>
                <a:gd name="T12" fmla="*/ 2147483646 w 1269"/>
                <a:gd name="T13" fmla="*/ 2147483646 h 2187"/>
                <a:gd name="T14" fmla="*/ 2147483646 w 1269"/>
                <a:gd name="T15" fmla="*/ 2147483646 h 21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69" h="2187">
                  <a:moveTo>
                    <a:pt x="543" y="2187"/>
                  </a:moveTo>
                  <a:lnTo>
                    <a:pt x="543" y="591"/>
                  </a:lnTo>
                  <a:lnTo>
                    <a:pt x="0" y="0"/>
                  </a:lnTo>
                  <a:lnTo>
                    <a:pt x="407" y="0"/>
                  </a:lnTo>
                  <a:lnTo>
                    <a:pt x="1086" y="232"/>
                  </a:lnTo>
                  <a:lnTo>
                    <a:pt x="1269" y="543"/>
                  </a:lnTo>
                  <a:lnTo>
                    <a:pt x="1269" y="2187"/>
                  </a:lnTo>
                  <a:lnTo>
                    <a:pt x="543" y="2187"/>
                  </a:lnTo>
                  <a:close/>
                </a:path>
              </a:pathLst>
            </a:custGeom>
            <a:solidFill>
              <a:srgbClr val="A2FFA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218" name="Freeform 4">
              <a:extLst>
                <a:ext uri="{FF2B5EF4-FFF2-40B4-BE49-F238E27FC236}">
                  <a16:creationId xmlns:a16="http://schemas.microsoft.com/office/drawing/2014/main" id="{5D23DE23-5FBC-4226-9EC3-268F9AABE9EE}"/>
                </a:ext>
              </a:extLst>
            </p:cNvPr>
            <p:cNvSpPr>
              <a:spLocks/>
            </p:cNvSpPr>
            <p:nvPr/>
          </p:nvSpPr>
          <p:spPr bwMode="auto">
            <a:xfrm>
              <a:off x="5260975" y="2582821"/>
              <a:ext cx="2219325" cy="3471862"/>
            </a:xfrm>
            <a:custGeom>
              <a:avLst/>
              <a:gdLst>
                <a:gd name="T0" fmla="*/ 0 w 1398"/>
                <a:gd name="T1" fmla="*/ 2147483646 h 2187"/>
                <a:gd name="T2" fmla="*/ 2147483646 w 1398"/>
                <a:gd name="T3" fmla="*/ 2147483646 h 2187"/>
                <a:gd name="T4" fmla="*/ 2147483646 w 1398"/>
                <a:gd name="T5" fmla="*/ 2147483646 h 2187"/>
                <a:gd name="T6" fmla="*/ 2147483646 w 1398"/>
                <a:gd name="T7" fmla="*/ 0 h 2187"/>
                <a:gd name="T8" fmla="*/ 2147483646 w 1398"/>
                <a:gd name="T9" fmla="*/ 0 h 2187"/>
                <a:gd name="T10" fmla="*/ 0 w 1398"/>
                <a:gd name="T11" fmla="*/ 2147483646 h 2187"/>
                <a:gd name="T12" fmla="*/ 0 w 1398"/>
                <a:gd name="T13" fmla="*/ 2147483646 h 21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8" h="2187">
                  <a:moveTo>
                    <a:pt x="0" y="2187"/>
                  </a:moveTo>
                  <a:lnTo>
                    <a:pt x="1398" y="2187"/>
                  </a:lnTo>
                  <a:lnTo>
                    <a:pt x="1398" y="591"/>
                  </a:lnTo>
                  <a:lnTo>
                    <a:pt x="903" y="0"/>
                  </a:lnTo>
                  <a:lnTo>
                    <a:pt x="583" y="0"/>
                  </a:lnTo>
                  <a:lnTo>
                    <a:pt x="0" y="591"/>
                  </a:lnTo>
                  <a:lnTo>
                    <a:pt x="0" y="2187"/>
                  </a:lnTo>
                  <a:close/>
                </a:path>
              </a:pathLst>
            </a:custGeom>
            <a:solidFill>
              <a:srgbClr val="FDA4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219" name="Freeform 5">
              <a:extLst>
                <a:ext uri="{FF2B5EF4-FFF2-40B4-BE49-F238E27FC236}">
                  <a16:creationId xmlns:a16="http://schemas.microsoft.com/office/drawing/2014/main" id="{37F6374D-E802-410C-8CB7-09989F85F12E}"/>
                </a:ext>
              </a:extLst>
            </p:cNvPr>
            <p:cNvSpPr>
              <a:spLocks/>
            </p:cNvSpPr>
            <p:nvPr/>
          </p:nvSpPr>
          <p:spPr bwMode="auto">
            <a:xfrm>
              <a:off x="6770688" y="2582821"/>
              <a:ext cx="2014537" cy="3471862"/>
            </a:xfrm>
            <a:custGeom>
              <a:avLst/>
              <a:gdLst>
                <a:gd name="T0" fmla="*/ 2147483646 w 1269"/>
                <a:gd name="T1" fmla="*/ 2147483646 h 2187"/>
                <a:gd name="T2" fmla="*/ 2147483646 w 1269"/>
                <a:gd name="T3" fmla="*/ 2147483646 h 2187"/>
                <a:gd name="T4" fmla="*/ 2147483646 w 1269"/>
                <a:gd name="T5" fmla="*/ 2147483646 h 2187"/>
                <a:gd name="T6" fmla="*/ 0 w 1269"/>
                <a:gd name="T7" fmla="*/ 0 h 2187"/>
                <a:gd name="T8" fmla="*/ 0 w 1269"/>
                <a:gd name="T9" fmla="*/ 0 h 2187"/>
                <a:gd name="T10" fmla="*/ 2147483646 w 1269"/>
                <a:gd name="T11" fmla="*/ 0 h 2187"/>
                <a:gd name="T12" fmla="*/ 2147483646 w 1269"/>
                <a:gd name="T13" fmla="*/ 0 h 2187"/>
                <a:gd name="T14" fmla="*/ 2147483646 w 1269"/>
                <a:gd name="T15" fmla="*/ 2147483646 h 2187"/>
                <a:gd name="T16" fmla="*/ 2147483646 w 1269"/>
                <a:gd name="T17" fmla="*/ 2147483646 h 2187"/>
                <a:gd name="T18" fmla="*/ 2147483646 w 1269"/>
                <a:gd name="T19" fmla="*/ 2147483646 h 2187"/>
                <a:gd name="T20" fmla="*/ 2147483646 w 1269"/>
                <a:gd name="T21" fmla="*/ 2147483646 h 2187"/>
                <a:gd name="T22" fmla="*/ 2147483646 w 1269"/>
                <a:gd name="T23" fmla="*/ 2147483646 h 2187"/>
                <a:gd name="T24" fmla="*/ 2147483646 w 1269"/>
                <a:gd name="T25" fmla="*/ 2147483646 h 2187"/>
                <a:gd name="T26" fmla="*/ 2147483646 w 1269"/>
                <a:gd name="T27" fmla="*/ 2147483646 h 2187"/>
                <a:gd name="T28" fmla="*/ 2147483646 w 1269"/>
                <a:gd name="T29" fmla="*/ 2147483646 h 2187"/>
                <a:gd name="T30" fmla="*/ 2147483646 w 1269"/>
                <a:gd name="T31" fmla="*/ 2147483646 h 2187"/>
                <a:gd name="T32" fmla="*/ 0 w 1269"/>
                <a:gd name="T33" fmla="*/ 0 h 2187"/>
                <a:gd name="T34" fmla="*/ 2147483646 w 1269"/>
                <a:gd name="T35" fmla="*/ 0 h 2187"/>
                <a:gd name="T36" fmla="*/ 2147483646 w 1269"/>
                <a:gd name="T37" fmla="*/ 2147483646 h 2187"/>
                <a:gd name="T38" fmla="*/ 2147483646 w 1269"/>
                <a:gd name="T39" fmla="*/ 2147483646 h 2187"/>
                <a:gd name="T40" fmla="*/ 2147483646 w 1269"/>
                <a:gd name="T41" fmla="*/ 2147483646 h 2187"/>
                <a:gd name="T42" fmla="*/ 2147483646 w 1269"/>
                <a:gd name="T43" fmla="*/ 2147483646 h 21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69" h="2187">
                  <a:moveTo>
                    <a:pt x="543" y="2187"/>
                  </a:moveTo>
                  <a:lnTo>
                    <a:pt x="543" y="591"/>
                  </a:lnTo>
                  <a:lnTo>
                    <a:pt x="0" y="0"/>
                  </a:lnTo>
                  <a:lnTo>
                    <a:pt x="407" y="0"/>
                  </a:lnTo>
                  <a:lnTo>
                    <a:pt x="1086" y="232"/>
                  </a:lnTo>
                  <a:lnTo>
                    <a:pt x="1269" y="543"/>
                  </a:lnTo>
                  <a:lnTo>
                    <a:pt x="1269" y="2187"/>
                  </a:lnTo>
                  <a:lnTo>
                    <a:pt x="543" y="2187"/>
                  </a:lnTo>
                  <a:lnTo>
                    <a:pt x="543" y="591"/>
                  </a:lnTo>
                  <a:lnTo>
                    <a:pt x="0" y="0"/>
                  </a:lnTo>
                  <a:lnTo>
                    <a:pt x="407" y="0"/>
                  </a:lnTo>
                  <a:lnTo>
                    <a:pt x="1086" y="232"/>
                  </a:lnTo>
                  <a:lnTo>
                    <a:pt x="1269" y="543"/>
                  </a:lnTo>
                  <a:lnTo>
                    <a:pt x="1269" y="2187"/>
                  </a:lnTo>
                  <a:lnTo>
                    <a:pt x="543" y="2187"/>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20" name="Freeform 6">
              <a:extLst>
                <a:ext uri="{FF2B5EF4-FFF2-40B4-BE49-F238E27FC236}">
                  <a16:creationId xmlns:a16="http://schemas.microsoft.com/office/drawing/2014/main" id="{50D11066-0E51-434F-BE2D-48891D04D184}"/>
                </a:ext>
              </a:extLst>
            </p:cNvPr>
            <p:cNvSpPr>
              <a:spLocks/>
            </p:cNvSpPr>
            <p:nvPr/>
          </p:nvSpPr>
          <p:spPr bwMode="auto">
            <a:xfrm>
              <a:off x="5260975" y="2582821"/>
              <a:ext cx="2219325" cy="3471862"/>
            </a:xfrm>
            <a:custGeom>
              <a:avLst/>
              <a:gdLst>
                <a:gd name="T0" fmla="*/ 0 w 1398"/>
                <a:gd name="T1" fmla="*/ 2147483646 h 2187"/>
                <a:gd name="T2" fmla="*/ 2147483646 w 1398"/>
                <a:gd name="T3" fmla="*/ 2147483646 h 2187"/>
                <a:gd name="T4" fmla="*/ 2147483646 w 1398"/>
                <a:gd name="T5" fmla="*/ 2147483646 h 2187"/>
                <a:gd name="T6" fmla="*/ 2147483646 w 1398"/>
                <a:gd name="T7" fmla="*/ 2147483646 h 2187"/>
                <a:gd name="T8" fmla="*/ 2147483646 w 1398"/>
                <a:gd name="T9" fmla="*/ 2147483646 h 2187"/>
                <a:gd name="T10" fmla="*/ 2147483646 w 1398"/>
                <a:gd name="T11" fmla="*/ 0 h 2187"/>
                <a:gd name="T12" fmla="*/ 2147483646 w 1398"/>
                <a:gd name="T13" fmla="*/ 0 h 2187"/>
                <a:gd name="T14" fmla="*/ 2147483646 w 1398"/>
                <a:gd name="T15" fmla="*/ 0 h 2187"/>
                <a:gd name="T16" fmla="*/ 2147483646 w 1398"/>
                <a:gd name="T17" fmla="*/ 0 h 2187"/>
                <a:gd name="T18" fmla="*/ 0 w 1398"/>
                <a:gd name="T19" fmla="*/ 2147483646 h 2187"/>
                <a:gd name="T20" fmla="*/ 0 w 1398"/>
                <a:gd name="T21" fmla="*/ 2147483646 h 2187"/>
                <a:gd name="T22" fmla="*/ 0 w 1398"/>
                <a:gd name="T23" fmla="*/ 2147483646 h 2187"/>
                <a:gd name="T24" fmla="*/ 0 w 1398"/>
                <a:gd name="T25" fmla="*/ 2147483646 h 2187"/>
                <a:gd name="T26" fmla="*/ 2147483646 w 1398"/>
                <a:gd name="T27" fmla="*/ 2147483646 h 2187"/>
                <a:gd name="T28" fmla="*/ 2147483646 w 1398"/>
                <a:gd name="T29" fmla="*/ 2147483646 h 2187"/>
                <a:gd name="T30" fmla="*/ 2147483646 w 1398"/>
                <a:gd name="T31" fmla="*/ 0 h 2187"/>
                <a:gd name="T32" fmla="*/ 2147483646 w 1398"/>
                <a:gd name="T33" fmla="*/ 0 h 2187"/>
                <a:gd name="T34" fmla="*/ 0 w 1398"/>
                <a:gd name="T35" fmla="*/ 2147483646 h 2187"/>
                <a:gd name="T36" fmla="*/ 0 w 1398"/>
                <a:gd name="T37" fmla="*/ 2147483646 h 21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98" h="2187">
                  <a:moveTo>
                    <a:pt x="0" y="2187"/>
                  </a:moveTo>
                  <a:lnTo>
                    <a:pt x="1398" y="2187"/>
                  </a:lnTo>
                  <a:lnTo>
                    <a:pt x="1398" y="591"/>
                  </a:lnTo>
                  <a:lnTo>
                    <a:pt x="903" y="0"/>
                  </a:lnTo>
                  <a:lnTo>
                    <a:pt x="583" y="0"/>
                  </a:lnTo>
                  <a:lnTo>
                    <a:pt x="0" y="591"/>
                  </a:lnTo>
                  <a:lnTo>
                    <a:pt x="0" y="2187"/>
                  </a:lnTo>
                  <a:lnTo>
                    <a:pt x="1398" y="2187"/>
                  </a:lnTo>
                  <a:lnTo>
                    <a:pt x="1398" y="591"/>
                  </a:lnTo>
                  <a:lnTo>
                    <a:pt x="903" y="0"/>
                  </a:lnTo>
                  <a:lnTo>
                    <a:pt x="583" y="0"/>
                  </a:lnTo>
                  <a:lnTo>
                    <a:pt x="0" y="591"/>
                  </a:lnTo>
                  <a:lnTo>
                    <a:pt x="0" y="2187"/>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21" name="Freeform 7">
              <a:extLst>
                <a:ext uri="{FF2B5EF4-FFF2-40B4-BE49-F238E27FC236}">
                  <a16:creationId xmlns:a16="http://schemas.microsoft.com/office/drawing/2014/main" id="{5F3C4563-2AF4-4329-AA4B-51091CEC9D72}"/>
                </a:ext>
              </a:extLst>
            </p:cNvPr>
            <p:cNvSpPr>
              <a:spLocks/>
            </p:cNvSpPr>
            <p:nvPr/>
          </p:nvSpPr>
          <p:spPr bwMode="auto">
            <a:xfrm>
              <a:off x="3968750" y="2582821"/>
              <a:ext cx="2154238" cy="3471862"/>
            </a:xfrm>
            <a:custGeom>
              <a:avLst/>
              <a:gdLst>
                <a:gd name="T0" fmla="*/ 2147483646 w 1357"/>
                <a:gd name="T1" fmla="*/ 2147483646 h 2187"/>
                <a:gd name="T2" fmla="*/ 2147483646 w 1357"/>
                <a:gd name="T3" fmla="*/ 2147483646 h 2187"/>
                <a:gd name="T4" fmla="*/ 2147483646 w 1357"/>
                <a:gd name="T5" fmla="*/ 0 h 2187"/>
                <a:gd name="T6" fmla="*/ 2147483646 w 1357"/>
                <a:gd name="T7" fmla="*/ 0 h 2187"/>
                <a:gd name="T8" fmla="*/ 2147483646 w 1357"/>
                <a:gd name="T9" fmla="*/ 2147483646 h 2187"/>
                <a:gd name="T10" fmla="*/ 0 w 1357"/>
                <a:gd name="T11" fmla="*/ 2147483646 h 2187"/>
                <a:gd name="T12" fmla="*/ 0 w 1357"/>
                <a:gd name="T13" fmla="*/ 2147483646 h 2187"/>
                <a:gd name="T14" fmla="*/ 2147483646 w 1357"/>
                <a:gd name="T15" fmla="*/ 2147483646 h 21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57" h="2187">
                  <a:moveTo>
                    <a:pt x="718" y="2187"/>
                  </a:moveTo>
                  <a:lnTo>
                    <a:pt x="718" y="591"/>
                  </a:lnTo>
                  <a:lnTo>
                    <a:pt x="1357" y="0"/>
                  </a:lnTo>
                  <a:lnTo>
                    <a:pt x="950" y="0"/>
                  </a:lnTo>
                  <a:lnTo>
                    <a:pt x="223" y="136"/>
                  </a:lnTo>
                  <a:lnTo>
                    <a:pt x="0" y="591"/>
                  </a:lnTo>
                  <a:lnTo>
                    <a:pt x="0" y="2187"/>
                  </a:lnTo>
                  <a:lnTo>
                    <a:pt x="718" y="2187"/>
                  </a:lnTo>
                  <a:close/>
                </a:path>
              </a:pathLst>
            </a:custGeom>
            <a:solidFill>
              <a:srgbClr val="618FF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222" name="Freeform 8">
              <a:extLst>
                <a:ext uri="{FF2B5EF4-FFF2-40B4-BE49-F238E27FC236}">
                  <a16:creationId xmlns:a16="http://schemas.microsoft.com/office/drawing/2014/main" id="{A0AE910E-8168-42B4-9393-D7DA8D2EEF0F}"/>
                </a:ext>
              </a:extLst>
            </p:cNvPr>
            <p:cNvSpPr>
              <a:spLocks/>
            </p:cNvSpPr>
            <p:nvPr/>
          </p:nvSpPr>
          <p:spPr bwMode="auto">
            <a:xfrm>
              <a:off x="3968750" y="2582821"/>
              <a:ext cx="2154238" cy="3471862"/>
            </a:xfrm>
            <a:custGeom>
              <a:avLst/>
              <a:gdLst>
                <a:gd name="T0" fmla="*/ 2147483646 w 1357"/>
                <a:gd name="T1" fmla="*/ 2147483646 h 2187"/>
                <a:gd name="T2" fmla="*/ 2147483646 w 1357"/>
                <a:gd name="T3" fmla="*/ 2147483646 h 2187"/>
                <a:gd name="T4" fmla="*/ 2147483646 w 1357"/>
                <a:gd name="T5" fmla="*/ 2147483646 h 2187"/>
                <a:gd name="T6" fmla="*/ 2147483646 w 1357"/>
                <a:gd name="T7" fmla="*/ 0 h 2187"/>
                <a:gd name="T8" fmla="*/ 2147483646 w 1357"/>
                <a:gd name="T9" fmla="*/ 0 h 2187"/>
                <a:gd name="T10" fmla="*/ 2147483646 w 1357"/>
                <a:gd name="T11" fmla="*/ 0 h 2187"/>
                <a:gd name="T12" fmla="*/ 2147483646 w 1357"/>
                <a:gd name="T13" fmla="*/ 0 h 2187"/>
                <a:gd name="T14" fmla="*/ 2147483646 w 1357"/>
                <a:gd name="T15" fmla="*/ 2147483646 h 2187"/>
                <a:gd name="T16" fmla="*/ 2147483646 w 1357"/>
                <a:gd name="T17" fmla="*/ 2147483646 h 2187"/>
                <a:gd name="T18" fmla="*/ 0 w 1357"/>
                <a:gd name="T19" fmla="*/ 2147483646 h 2187"/>
                <a:gd name="T20" fmla="*/ 0 w 1357"/>
                <a:gd name="T21" fmla="*/ 2147483646 h 2187"/>
                <a:gd name="T22" fmla="*/ 0 w 1357"/>
                <a:gd name="T23" fmla="*/ 2147483646 h 2187"/>
                <a:gd name="T24" fmla="*/ 0 w 1357"/>
                <a:gd name="T25" fmla="*/ 2147483646 h 2187"/>
                <a:gd name="T26" fmla="*/ 2147483646 w 1357"/>
                <a:gd name="T27" fmla="*/ 2147483646 h 2187"/>
                <a:gd name="T28" fmla="*/ 2147483646 w 1357"/>
                <a:gd name="T29" fmla="*/ 2147483646 h 2187"/>
                <a:gd name="T30" fmla="*/ 2147483646 w 1357"/>
                <a:gd name="T31" fmla="*/ 2147483646 h 2187"/>
                <a:gd name="T32" fmla="*/ 2147483646 w 1357"/>
                <a:gd name="T33" fmla="*/ 0 h 2187"/>
                <a:gd name="T34" fmla="*/ 2147483646 w 1357"/>
                <a:gd name="T35" fmla="*/ 0 h 2187"/>
                <a:gd name="T36" fmla="*/ 2147483646 w 1357"/>
                <a:gd name="T37" fmla="*/ 2147483646 h 2187"/>
                <a:gd name="T38" fmla="*/ 0 w 1357"/>
                <a:gd name="T39" fmla="*/ 2147483646 h 2187"/>
                <a:gd name="T40" fmla="*/ 0 w 1357"/>
                <a:gd name="T41" fmla="*/ 2147483646 h 2187"/>
                <a:gd name="T42" fmla="*/ 2147483646 w 1357"/>
                <a:gd name="T43" fmla="*/ 2147483646 h 21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357" h="2187">
                  <a:moveTo>
                    <a:pt x="718" y="2187"/>
                  </a:moveTo>
                  <a:lnTo>
                    <a:pt x="718" y="591"/>
                  </a:lnTo>
                  <a:lnTo>
                    <a:pt x="1357" y="0"/>
                  </a:lnTo>
                  <a:lnTo>
                    <a:pt x="950" y="0"/>
                  </a:lnTo>
                  <a:lnTo>
                    <a:pt x="223" y="136"/>
                  </a:lnTo>
                  <a:lnTo>
                    <a:pt x="0" y="591"/>
                  </a:lnTo>
                  <a:lnTo>
                    <a:pt x="0" y="2187"/>
                  </a:lnTo>
                  <a:lnTo>
                    <a:pt x="718" y="2187"/>
                  </a:lnTo>
                  <a:lnTo>
                    <a:pt x="718" y="591"/>
                  </a:lnTo>
                  <a:lnTo>
                    <a:pt x="1357" y="0"/>
                  </a:lnTo>
                  <a:lnTo>
                    <a:pt x="950" y="0"/>
                  </a:lnTo>
                  <a:lnTo>
                    <a:pt x="223" y="136"/>
                  </a:lnTo>
                  <a:lnTo>
                    <a:pt x="0" y="591"/>
                  </a:lnTo>
                  <a:lnTo>
                    <a:pt x="0" y="2187"/>
                  </a:lnTo>
                  <a:lnTo>
                    <a:pt x="718" y="2187"/>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23" name="Rectangle 9">
              <a:extLst>
                <a:ext uri="{FF2B5EF4-FFF2-40B4-BE49-F238E27FC236}">
                  <a16:creationId xmlns:a16="http://schemas.microsoft.com/office/drawing/2014/main" id="{793DF766-2402-4C70-9A79-3AA8F25DFAF1}"/>
                </a:ext>
              </a:extLst>
            </p:cNvPr>
            <p:cNvSpPr>
              <a:spLocks noChangeArrowheads="1"/>
            </p:cNvSpPr>
            <p:nvPr/>
          </p:nvSpPr>
          <p:spPr bwMode="auto">
            <a:xfrm>
              <a:off x="69850" y="1843046"/>
              <a:ext cx="8839200"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24" name="Rectangle 10">
              <a:extLst>
                <a:ext uri="{FF2B5EF4-FFF2-40B4-BE49-F238E27FC236}">
                  <a16:creationId xmlns:a16="http://schemas.microsoft.com/office/drawing/2014/main" id="{E63B2C54-93DE-44B2-BAAD-FDF74A6F04BB}"/>
                </a:ext>
              </a:extLst>
            </p:cNvPr>
            <p:cNvSpPr>
              <a:spLocks noChangeArrowheads="1"/>
            </p:cNvSpPr>
            <p:nvPr/>
          </p:nvSpPr>
          <p:spPr bwMode="auto">
            <a:xfrm>
              <a:off x="69850" y="2798721"/>
              <a:ext cx="8839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25" name="Rectangle 14">
              <a:extLst>
                <a:ext uri="{FF2B5EF4-FFF2-40B4-BE49-F238E27FC236}">
                  <a16:creationId xmlns:a16="http://schemas.microsoft.com/office/drawing/2014/main" id="{0F64DAED-0794-472F-B847-BF24D4509C55}"/>
                </a:ext>
              </a:extLst>
            </p:cNvPr>
            <p:cNvSpPr>
              <a:spLocks noChangeArrowheads="1"/>
            </p:cNvSpPr>
            <p:nvPr/>
          </p:nvSpPr>
          <p:spPr bwMode="auto">
            <a:xfrm>
              <a:off x="4602163" y="3660733"/>
              <a:ext cx="442912" cy="4429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26" name="Freeform 45">
              <a:extLst>
                <a:ext uri="{FF2B5EF4-FFF2-40B4-BE49-F238E27FC236}">
                  <a16:creationId xmlns:a16="http://schemas.microsoft.com/office/drawing/2014/main" id="{8CC2B0C9-3C89-4B5A-AA57-7EC29B0535DC}"/>
                </a:ext>
              </a:extLst>
            </p:cNvPr>
            <p:cNvSpPr>
              <a:spLocks/>
            </p:cNvSpPr>
            <p:nvPr/>
          </p:nvSpPr>
          <p:spPr bwMode="auto">
            <a:xfrm>
              <a:off x="5540375" y="3228933"/>
              <a:ext cx="722313" cy="431800"/>
            </a:xfrm>
            <a:custGeom>
              <a:avLst/>
              <a:gdLst>
                <a:gd name="T0" fmla="*/ 0 w 455"/>
                <a:gd name="T1" fmla="*/ 2147483646 h 272"/>
                <a:gd name="T2" fmla="*/ 0 w 455"/>
                <a:gd name="T3" fmla="*/ 2147483646 h 272"/>
                <a:gd name="T4" fmla="*/ 0 w 455"/>
                <a:gd name="T5" fmla="*/ 2147483646 h 272"/>
                <a:gd name="T6" fmla="*/ 2147483646 w 455"/>
                <a:gd name="T7" fmla="*/ 2147483646 h 272"/>
                <a:gd name="T8" fmla="*/ 2147483646 w 455"/>
                <a:gd name="T9" fmla="*/ 2147483646 h 272"/>
                <a:gd name="T10" fmla="*/ 2147483646 w 455"/>
                <a:gd name="T11" fmla="*/ 0 h 272"/>
                <a:gd name="T12" fmla="*/ 2147483646 w 455"/>
                <a:gd name="T13" fmla="*/ 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5" h="272">
                  <a:moveTo>
                    <a:pt x="0" y="272"/>
                  </a:moveTo>
                  <a:lnTo>
                    <a:pt x="0" y="184"/>
                  </a:lnTo>
                  <a:lnTo>
                    <a:pt x="455" y="48"/>
                  </a:lnTo>
                  <a:lnTo>
                    <a:pt x="455"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27" name="Freeform 46">
              <a:extLst>
                <a:ext uri="{FF2B5EF4-FFF2-40B4-BE49-F238E27FC236}">
                  <a16:creationId xmlns:a16="http://schemas.microsoft.com/office/drawing/2014/main" id="{139B86C0-8FB2-47EF-B495-25DC4F4FEA51}"/>
                </a:ext>
              </a:extLst>
            </p:cNvPr>
            <p:cNvSpPr>
              <a:spLocks/>
            </p:cNvSpPr>
            <p:nvPr/>
          </p:nvSpPr>
          <p:spPr bwMode="auto">
            <a:xfrm>
              <a:off x="5540375" y="3228933"/>
              <a:ext cx="722313" cy="431800"/>
            </a:xfrm>
            <a:custGeom>
              <a:avLst/>
              <a:gdLst>
                <a:gd name="T0" fmla="*/ 0 w 455"/>
                <a:gd name="T1" fmla="*/ 2147483646 h 272"/>
                <a:gd name="T2" fmla="*/ 0 w 455"/>
                <a:gd name="T3" fmla="*/ 2147483646 h 272"/>
                <a:gd name="T4" fmla="*/ 2147483646 w 455"/>
                <a:gd name="T5" fmla="*/ 2147483646 h 272"/>
                <a:gd name="T6" fmla="*/ 2147483646 w 455"/>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5" h="272">
                  <a:moveTo>
                    <a:pt x="0" y="272"/>
                  </a:moveTo>
                  <a:lnTo>
                    <a:pt x="0" y="184"/>
                  </a:lnTo>
                  <a:lnTo>
                    <a:pt x="455" y="48"/>
                  </a:lnTo>
                  <a:lnTo>
                    <a:pt x="455"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28" name="Freeform 47">
              <a:extLst>
                <a:ext uri="{FF2B5EF4-FFF2-40B4-BE49-F238E27FC236}">
                  <a16:creationId xmlns:a16="http://schemas.microsoft.com/office/drawing/2014/main" id="{9A590F63-0FE0-4706-8041-340890DABD9A}"/>
                </a:ext>
              </a:extLst>
            </p:cNvPr>
            <p:cNvSpPr>
              <a:spLocks/>
            </p:cNvSpPr>
            <p:nvPr/>
          </p:nvSpPr>
          <p:spPr bwMode="auto">
            <a:xfrm>
              <a:off x="6122988" y="3228933"/>
              <a:ext cx="279400" cy="431800"/>
            </a:xfrm>
            <a:custGeom>
              <a:avLst/>
              <a:gdLst>
                <a:gd name="T0" fmla="*/ 0 w 176"/>
                <a:gd name="T1" fmla="*/ 2147483646 h 272"/>
                <a:gd name="T2" fmla="*/ 0 w 176"/>
                <a:gd name="T3" fmla="*/ 2147483646 h 272"/>
                <a:gd name="T4" fmla="*/ 0 w 176"/>
                <a:gd name="T5" fmla="*/ 2147483646 h 272"/>
                <a:gd name="T6" fmla="*/ 2147483646 w 176"/>
                <a:gd name="T7" fmla="*/ 2147483646 h 272"/>
                <a:gd name="T8" fmla="*/ 2147483646 w 176"/>
                <a:gd name="T9" fmla="*/ 2147483646 h 272"/>
                <a:gd name="T10" fmla="*/ 2147483646 w 176"/>
                <a:gd name="T11" fmla="*/ 0 h 272"/>
                <a:gd name="T12" fmla="*/ 2147483646 w 176"/>
                <a:gd name="T13" fmla="*/ 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6" h="272">
                  <a:moveTo>
                    <a:pt x="0" y="272"/>
                  </a:moveTo>
                  <a:lnTo>
                    <a:pt x="0" y="184"/>
                  </a:lnTo>
                  <a:lnTo>
                    <a:pt x="176" y="96"/>
                  </a:lnTo>
                  <a:lnTo>
                    <a:pt x="176"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29" name="Freeform 48">
              <a:extLst>
                <a:ext uri="{FF2B5EF4-FFF2-40B4-BE49-F238E27FC236}">
                  <a16:creationId xmlns:a16="http://schemas.microsoft.com/office/drawing/2014/main" id="{0302A63B-FEE0-4429-B5C1-AF7BE3CE6C29}"/>
                </a:ext>
              </a:extLst>
            </p:cNvPr>
            <p:cNvSpPr>
              <a:spLocks/>
            </p:cNvSpPr>
            <p:nvPr/>
          </p:nvSpPr>
          <p:spPr bwMode="auto">
            <a:xfrm>
              <a:off x="6122988" y="3228933"/>
              <a:ext cx="279400" cy="431800"/>
            </a:xfrm>
            <a:custGeom>
              <a:avLst/>
              <a:gdLst>
                <a:gd name="T0" fmla="*/ 0 w 176"/>
                <a:gd name="T1" fmla="*/ 2147483646 h 272"/>
                <a:gd name="T2" fmla="*/ 0 w 176"/>
                <a:gd name="T3" fmla="*/ 2147483646 h 272"/>
                <a:gd name="T4" fmla="*/ 2147483646 w 176"/>
                <a:gd name="T5" fmla="*/ 2147483646 h 272"/>
                <a:gd name="T6" fmla="*/ 2147483646 w 176"/>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6" h="272">
                  <a:moveTo>
                    <a:pt x="0" y="272"/>
                  </a:moveTo>
                  <a:lnTo>
                    <a:pt x="0" y="184"/>
                  </a:lnTo>
                  <a:lnTo>
                    <a:pt x="176" y="96"/>
                  </a:lnTo>
                  <a:lnTo>
                    <a:pt x="176"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30" name="Freeform 49">
              <a:extLst>
                <a:ext uri="{FF2B5EF4-FFF2-40B4-BE49-F238E27FC236}">
                  <a16:creationId xmlns:a16="http://schemas.microsoft.com/office/drawing/2014/main" id="{E0BA562A-43AF-442D-A22A-C7AC7566BEE6}"/>
                </a:ext>
              </a:extLst>
            </p:cNvPr>
            <p:cNvSpPr>
              <a:spLocks/>
            </p:cNvSpPr>
            <p:nvPr/>
          </p:nvSpPr>
          <p:spPr bwMode="auto">
            <a:xfrm>
              <a:off x="6554788" y="3228933"/>
              <a:ext cx="139700" cy="431800"/>
            </a:xfrm>
            <a:custGeom>
              <a:avLst/>
              <a:gdLst>
                <a:gd name="T0" fmla="*/ 2147483646 w 88"/>
                <a:gd name="T1" fmla="*/ 2147483646 h 272"/>
                <a:gd name="T2" fmla="*/ 2147483646 w 88"/>
                <a:gd name="T3" fmla="*/ 2147483646 h 272"/>
                <a:gd name="T4" fmla="*/ 2147483646 w 88"/>
                <a:gd name="T5" fmla="*/ 2147483646 h 272"/>
                <a:gd name="T6" fmla="*/ 0 w 88"/>
                <a:gd name="T7" fmla="*/ 2147483646 h 272"/>
                <a:gd name="T8" fmla="*/ 0 w 88"/>
                <a:gd name="T9" fmla="*/ 2147483646 h 272"/>
                <a:gd name="T10" fmla="*/ 0 w 88"/>
                <a:gd name="T11" fmla="*/ 0 h 272"/>
                <a:gd name="T12" fmla="*/ 0 w 88"/>
                <a:gd name="T13" fmla="*/ 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8" h="272">
                  <a:moveTo>
                    <a:pt x="88" y="272"/>
                  </a:moveTo>
                  <a:lnTo>
                    <a:pt x="88" y="184"/>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31" name="Freeform 50">
              <a:extLst>
                <a:ext uri="{FF2B5EF4-FFF2-40B4-BE49-F238E27FC236}">
                  <a16:creationId xmlns:a16="http://schemas.microsoft.com/office/drawing/2014/main" id="{DD89BF1D-65FF-4E11-BD0B-A21897F4F4BC}"/>
                </a:ext>
              </a:extLst>
            </p:cNvPr>
            <p:cNvSpPr>
              <a:spLocks/>
            </p:cNvSpPr>
            <p:nvPr/>
          </p:nvSpPr>
          <p:spPr bwMode="auto">
            <a:xfrm>
              <a:off x="6554788" y="3228933"/>
              <a:ext cx="139700" cy="431800"/>
            </a:xfrm>
            <a:custGeom>
              <a:avLst/>
              <a:gdLst>
                <a:gd name="T0" fmla="*/ 2147483646 w 88"/>
                <a:gd name="T1" fmla="*/ 2147483646 h 272"/>
                <a:gd name="T2" fmla="*/ 2147483646 w 88"/>
                <a:gd name="T3" fmla="*/ 2147483646 h 272"/>
                <a:gd name="T4" fmla="*/ 0 w 88"/>
                <a:gd name="T5" fmla="*/ 2147483646 h 272"/>
                <a:gd name="T6" fmla="*/ 0 w 88"/>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72">
                  <a:moveTo>
                    <a:pt x="88" y="272"/>
                  </a:moveTo>
                  <a:lnTo>
                    <a:pt x="88" y="184"/>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32" name="Rectangle 51">
              <a:extLst>
                <a:ext uri="{FF2B5EF4-FFF2-40B4-BE49-F238E27FC236}">
                  <a16:creationId xmlns:a16="http://schemas.microsoft.com/office/drawing/2014/main" id="{C045C8AF-24D5-4DAC-BE58-D630F544F3D2}"/>
                </a:ext>
              </a:extLst>
            </p:cNvPr>
            <p:cNvSpPr>
              <a:spLocks noChangeArrowheads="1"/>
            </p:cNvSpPr>
            <p:nvPr/>
          </p:nvSpPr>
          <p:spPr bwMode="auto">
            <a:xfrm>
              <a:off x="6985000" y="3660733"/>
              <a:ext cx="444500" cy="4429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33" name="Freeform 52">
              <a:extLst>
                <a:ext uri="{FF2B5EF4-FFF2-40B4-BE49-F238E27FC236}">
                  <a16:creationId xmlns:a16="http://schemas.microsoft.com/office/drawing/2014/main" id="{E6EDD79E-8EBA-4948-8C04-9332E687017C}"/>
                </a:ext>
              </a:extLst>
            </p:cNvPr>
            <p:cNvSpPr>
              <a:spLocks/>
            </p:cNvSpPr>
            <p:nvPr/>
          </p:nvSpPr>
          <p:spPr bwMode="auto">
            <a:xfrm>
              <a:off x="6694488" y="3228933"/>
              <a:ext cx="506412" cy="431800"/>
            </a:xfrm>
            <a:custGeom>
              <a:avLst/>
              <a:gdLst>
                <a:gd name="T0" fmla="*/ 2147483646 w 319"/>
                <a:gd name="T1" fmla="*/ 2147483646 h 272"/>
                <a:gd name="T2" fmla="*/ 2147483646 w 319"/>
                <a:gd name="T3" fmla="*/ 2147483646 h 272"/>
                <a:gd name="T4" fmla="*/ 2147483646 w 319"/>
                <a:gd name="T5" fmla="*/ 2147483646 h 272"/>
                <a:gd name="T6" fmla="*/ 0 w 319"/>
                <a:gd name="T7" fmla="*/ 2147483646 h 272"/>
                <a:gd name="T8" fmla="*/ 0 w 319"/>
                <a:gd name="T9" fmla="*/ 2147483646 h 272"/>
                <a:gd name="T10" fmla="*/ 0 w 319"/>
                <a:gd name="T11" fmla="*/ 0 h 272"/>
                <a:gd name="T12" fmla="*/ 0 w 319"/>
                <a:gd name="T13" fmla="*/ 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9" h="272">
                  <a:moveTo>
                    <a:pt x="319" y="272"/>
                  </a:moveTo>
                  <a:lnTo>
                    <a:pt x="319" y="184"/>
                  </a:lnTo>
                  <a:lnTo>
                    <a:pt x="0" y="48"/>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34" name="Freeform 53">
              <a:extLst>
                <a:ext uri="{FF2B5EF4-FFF2-40B4-BE49-F238E27FC236}">
                  <a16:creationId xmlns:a16="http://schemas.microsoft.com/office/drawing/2014/main" id="{EFAFDF92-22BB-4608-BD5A-BE41B6332B88}"/>
                </a:ext>
              </a:extLst>
            </p:cNvPr>
            <p:cNvSpPr>
              <a:spLocks/>
            </p:cNvSpPr>
            <p:nvPr/>
          </p:nvSpPr>
          <p:spPr bwMode="auto">
            <a:xfrm>
              <a:off x="6694488" y="3228933"/>
              <a:ext cx="506412" cy="431800"/>
            </a:xfrm>
            <a:custGeom>
              <a:avLst/>
              <a:gdLst>
                <a:gd name="T0" fmla="*/ 2147483646 w 319"/>
                <a:gd name="T1" fmla="*/ 2147483646 h 272"/>
                <a:gd name="T2" fmla="*/ 2147483646 w 319"/>
                <a:gd name="T3" fmla="*/ 2147483646 h 272"/>
                <a:gd name="T4" fmla="*/ 0 w 319"/>
                <a:gd name="T5" fmla="*/ 2147483646 h 272"/>
                <a:gd name="T6" fmla="*/ 0 w 319"/>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9" h="272">
                  <a:moveTo>
                    <a:pt x="319" y="272"/>
                  </a:moveTo>
                  <a:lnTo>
                    <a:pt x="319" y="184"/>
                  </a:lnTo>
                  <a:lnTo>
                    <a:pt x="0" y="48"/>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35" name="Line 54">
              <a:extLst>
                <a:ext uri="{FF2B5EF4-FFF2-40B4-BE49-F238E27FC236}">
                  <a16:creationId xmlns:a16="http://schemas.microsoft.com/office/drawing/2014/main" id="{863C93D1-0723-44A5-AB92-E6A97690CD45}"/>
                </a:ext>
              </a:extLst>
            </p:cNvPr>
            <p:cNvSpPr>
              <a:spLocks noChangeShapeType="1"/>
            </p:cNvSpPr>
            <p:nvPr/>
          </p:nvSpPr>
          <p:spPr bwMode="auto">
            <a:xfrm>
              <a:off x="6440488" y="2519321"/>
              <a:ext cx="1587" cy="4953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36" name="Rectangle 55">
              <a:extLst>
                <a:ext uri="{FF2B5EF4-FFF2-40B4-BE49-F238E27FC236}">
                  <a16:creationId xmlns:a16="http://schemas.microsoft.com/office/drawing/2014/main" id="{EA749D67-5EAE-4C4A-8F13-72679F6EA04F}"/>
                </a:ext>
              </a:extLst>
            </p:cNvPr>
            <p:cNvSpPr>
              <a:spLocks noChangeArrowheads="1"/>
            </p:cNvSpPr>
            <p:nvPr/>
          </p:nvSpPr>
          <p:spPr bwMode="auto">
            <a:xfrm>
              <a:off x="4032250" y="3660733"/>
              <a:ext cx="442913" cy="4429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37" name="Rectangle 56">
              <a:extLst>
                <a:ext uri="{FF2B5EF4-FFF2-40B4-BE49-F238E27FC236}">
                  <a16:creationId xmlns:a16="http://schemas.microsoft.com/office/drawing/2014/main" id="{69037E13-52A6-4603-BC02-139D00AFB9BA}"/>
                </a:ext>
              </a:extLst>
            </p:cNvPr>
            <p:cNvSpPr>
              <a:spLocks noChangeArrowheads="1"/>
            </p:cNvSpPr>
            <p:nvPr/>
          </p:nvSpPr>
          <p:spPr bwMode="auto">
            <a:xfrm>
              <a:off x="6122988" y="3014621"/>
              <a:ext cx="660400" cy="2270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38" name="Rectangle 57">
              <a:extLst>
                <a:ext uri="{FF2B5EF4-FFF2-40B4-BE49-F238E27FC236}">
                  <a16:creationId xmlns:a16="http://schemas.microsoft.com/office/drawing/2014/main" id="{D6EF12D8-D00D-4EB5-8645-811EF791EB1B}"/>
                </a:ext>
              </a:extLst>
            </p:cNvPr>
            <p:cNvSpPr>
              <a:spLocks noChangeArrowheads="1"/>
            </p:cNvSpPr>
            <p:nvPr/>
          </p:nvSpPr>
          <p:spPr bwMode="auto">
            <a:xfrm>
              <a:off x="5324475" y="3660733"/>
              <a:ext cx="444500" cy="4429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39" name="Rectangle 58">
              <a:extLst>
                <a:ext uri="{FF2B5EF4-FFF2-40B4-BE49-F238E27FC236}">
                  <a16:creationId xmlns:a16="http://schemas.microsoft.com/office/drawing/2014/main" id="{FFF5426E-0CF5-42E8-AA48-1B911C2DF0A5}"/>
                </a:ext>
              </a:extLst>
            </p:cNvPr>
            <p:cNvSpPr>
              <a:spLocks noChangeArrowheads="1"/>
            </p:cNvSpPr>
            <p:nvPr/>
          </p:nvSpPr>
          <p:spPr bwMode="auto">
            <a:xfrm>
              <a:off x="5908675" y="3660733"/>
              <a:ext cx="442913" cy="4429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40" name="Rectangle 59">
              <a:extLst>
                <a:ext uri="{FF2B5EF4-FFF2-40B4-BE49-F238E27FC236}">
                  <a16:creationId xmlns:a16="http://schemas.microsoft.com/office/drawing/2014/main" id="{9120B48D-81C1-4BB8-8450-CE109CF67CA0}"/>
                </a:ext>
              </a:extLst>
            </p:cNvPr>
            <p:cNvSpPr>
              <a:spLocks noChangeArrowheads="1"/>
            </p:cNvSpPr>
            <p:nvPr/>
          </p:nvSpPr>
          <p:spPr bwMode="auto">
            <a:xfrm>
              <a:off x="6478588" y="3660733"/>
              <a:ext cx="442912" cy="4429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41" name="Rectangle 60">
              <a:extLst>
                <a:ext uri="{FF2B5EF4-FFF2-40B4-BE49-F238E27FC236}">
                  <a16:creationId xmlns:a16="http://schemas.microsoft.com/office/drawing/2014/main" id="{D5D15F5F-B571-49E7-BC8D-E62806A0E4F4}"/>
                </a:ext>
              </a:extLst>
            </p:cNvPr>
            <p:cNvSpPr>
              <a:spLocks noChangeArrowheads="1"/>
            </p:cNvSpPr>
            <p:nvPr/>
          </p:nvSpPr>
          <p:spPr bwMode="auto">
            <a:xfrm>
              <a:off x="5324475" y="4306846"/>
              <a:ext cx="2105025" cy="3032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42" name="Line 61">
              <a:extLst>
                <a:ext uri="{FF2B5EF4-FFF2-40B4-BE49-F238E27FC236}">
                  <a16:creationId xmlns:a16="http://schemas.microsoft.com/office/drawing/2014/main" id="{DC88DE6C-B9A9-4A2A-9412-69E56C25FFCA}"/>
                </a:ext>
              </a:extLst>
            </p:cNvPr>
            <p:cNvSpPr>
              <a:spLocks noChangeShapeType="1"/>
            </p:cNvSpPr>
            <p:nvPr/>
          </p:nvSpPr>
          <p:spPr bwMode="auto">
            <a:xfrm>
              <a:off x="5540375" y="4090946"/>
              <a:ext cx="1588"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43" name="Line 62">
              <a:extLst>
                <a:ext uri="{FF2B5EF4-FFF2-40B4-BE49-F238E27FC236}">
                  <a16:creationId xmlns:a16="http://schemas.microsoft.com/office/drawing/2014/main" id="{BA188930-754E-4A77-85D5-BFEDD5077613}"/>
                </a:ext>
              </a:extLst>
            </p:cNvPr>
            <p:cNvSpPr>
              <a:spLocks noChangeShapeType="1"/>
            </p:cNvSpPr>
            <p:nvPr/>
          </p:nvSpPr>
          <p:spPr bwMode="auto">
            <a:xfrm>
              <a:off x="6122988" y="4090946"/>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44" name="Line 63">
              <a:extLst>
                <a:ext uri="{FF2B5EF4-FFF2-40B4-BE49-F238E27FC236}">
                  <a16:creationId xmlns:a16="http://schemas.microsoft.com/office/drawing/2014/main" id="{5EA3167A-05D7-4901-B104-AB9CB2E9A75A}"/>
                </a:ext>
              </a:extLst>
            </p:cNvPr>
            <p:cNvSpPr>
              <a:spLocks noChangeShapeType="1"/>
            </p:cNvSpPr>
            <p:nvPr/>
          </p:nvSpPr>
          <p:spPr bwMode="auto">
            <a:xfrm>
              <a:off x="6694488" y="4090946"/>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45" name="Line 64">
              <a:extLst>
                <a:ext uri="{FF2B5EF4-FFF2-40B4-BE49-F238E27FC236}">
                  <a16:creationId xmlns:a16="http://schemas.microsoft.com/office/drawing/2014/main" id="{071BB8E6-9C4F-4AA6-8138-2361764FAA25}"/>
                </a:ext>
              </a:extLst>
            </p:cNvPr>
            <p:cNvSpPr>
              <a:spLocks noChangeShapeType="1"/>
            </p:cNvSpPr>
            <p:nvPr/>
          </p:nvSpPr>
          <p:spPr bwMode="auto">
            <a:xfrm>
              <a:off x="7200900" y="4090946"/>
              <a:ext cx="1588"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46" name="Rectangle 65">
              <a:extLst>
                <a:ext uri="{FF2B5EF4-FFF2-40B4-BE49-F238E27FC236}">
                  <a16:creationId xmlns:a16="http://schemas.microsoft.com/office/drawing/2014/main" id="{46D58C67-A7B7-4D92-AB5A-7E67B04B5E98}"/>
                </a:ext>
              </a:extLst>
            </p:cNvPr>
            <p:cNvSpPr>
              <a:spLocks noChangeArrowheads="1"/>
            </p:cNvSpPr>
            <p:nvPr/>
          </p:nvSpPr>
          <p:spPr bwMode="auto">
            <a:xfrm>
              <a:off x="4322763" y="3014621"/>
              <a:ext cx="584200" cy="2270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47" name="Freeform 66">
              <a:extLst>
                <a:ext uri="{FF2B5EF4-FFF2-40B4-BE49-F238E27FC236}">
                  <a16:creationId xmlns:a16="http://schemas.microsoft.com/office/drawing/2014/main" id="{D92134EF-87EC-4B6E-90D3-77DD5661BF70}"/>
                </a:ext>
              </a:extLst>
            </p:cNvPr>
            <p:cNvSpPr>
              <a:spLocks/>
            </p:cNvSpPr>
            <p:nvPr/>
          </p:nvSpPr>
          <p:spPr bwMode="auto">
            <a:xfrm>
              <a:off x="4246563" y="3228933"/>
              <a:ext cx="215900" cy="431800"/>
            </a:xfrm>
            <a:custGeom>
              <a:avLst/>
              <a:gdLst>
                <a:gd name="T0" fmla="*/ 0 w 136"/>
                <a:gd name="T1" fmla="*/ 2147483646 h 272"/>
                <a:gd name="T2" fmla="*/ 0 w 136"/>
                <a:gd name="T3" fmla="*/ 2147483646 h 272"/>
                <a:gd name="T4" fmla="*/ 0 w 136"/>
                <a:gd name="T5" fmla="*/ 2147483646 h 272"/>
                <a:gd name="T6" fmla="*/ 2147483646 w 136"/>
                <a:gd name="T7" fmla="*/ 2147483646 h 272"/>
                <a:gd name="T8" fmla="*/ 2147483646 w 136"/>
                <a:gd name="T9" fmla="*/ 2147483646 h 272"/>
                <a:gd name="T10" fmla="*/ 2147483646 w 136"/>
                <a:gd name="T11" fmla="*/ 0 h 272"/>
                <a:gd name="T12" fmla="*/ 2147483646 w 136"/>
                <a:gd name="T13" fmla="*/ 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6" h="272">
                  <a:moveTo>
                    <a:pt x="0" y="272"/>
                  </a:moveTo>
                  <a:lnTo>
                    <a:pt x="0" y="184"/>
                  </a:lnTo>
                  <a:lnTo>
                    <a:pt x="136" y="96"/>
                  </a:lnTo>
                  <a:lnTo>
                    <a:pt x="136"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48" name="Freeform 67">
              <a:extLst>
                <a:ext uri="{FF2B5EF4-FFF2-40B4-BE49-F238E27FC236}">
                  <a16:creationId xmlns:a16="http://schemas.microsoft.com/office/drawing/2014/main" id="{639235F3-1C14-4FCB-B94A-5EA7205603A0}"/>
                </a:ext>
              </a:extLst>
            </p:cNvPr>
            <p:cNvSpPr>
              <a:spLocks/>
            </p:cNvSpPr>
            <p:nvPr/>
          </p:nvSpPr>
          <p:spPr bwMode="auto">
            <a:xfrm>
              <a:off x="4246563" y="3228933"/>
              <a:ext cx="215900" cy="431800"/>
            </a:xfrm>
            <a:custGeom>
              <a:avLst/>
              <a:gdLst>
                <a:gd name="T0" fmla="*/ 0 w 136"/>
                <a:gd name="T1" fmla="*/ 2147483646 h 272"/>
                <a:gd name="T2" fmla="*/ 0 w 136"/>
                <a:gd name="T3" fmla="*/ 2147483646 h 272"/>
                <a:gd name="T4" fmla="*/ 2147483646 w 136"/>
                <a:gd name="T5" fmla="*/ 2147483646 h 272"/>
                <a:gd name="T6" fmla="*/ 2147483646 w 136"/>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6" h="272">
                  <a:moveTo>
                    <a:pt x="0" y="272"/>
                  </a:moveTo>
                  <a:lnTo>
                    <a:pt x="0" y="184"/>
                  </a:lnTo>
                  <a:lnTo>
                    <a:pt x="136" y="96"/>
                  </a:lnTo>
                  <a:lnTo>
                    <a:pt x="136"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49" name="Freeform 68">
              <a:extLst>
                <a:ext uri="{FF2B5EF4-FFF2-40B4-BE49-F238E27FC236}">
                  <a16:creationId xmlns:a16="http://schemas.microsoft.com/office/drawing/2014/main" id="{F040EE08-6ADA-41D8-BF35-D85F813B2C3C}"/>
                </a:ext>
              </a:extLst>
            </p:cNvPr>
            <p:cNvSpPr>
              <a:spLocks/>
            </p:cNvSpPr>
            <p:nvPr/>
          </p:nvSpPr>
          <p:spPr bwMode="auto">
            <a:xfrm>
              <a:off x="4754563" y="3228933"/>
              <a:ext cx="76200" cy="431800"/>
            </a:xfrm>
            <a:custGeom>
              <a:avLst/>
              <a:gdLst>
                <a:gd name="T0" fmla="*/ 2147483646 w 48"/>
                <a:gd name="T1" fmla="*/ 2147483646 h 272"/>
                <a:gd name="T2" fmla="*/ 2147483646 w 48"/>
                <a:gd name="T3" fmla="*/ 2147483646 h 272"/>
                <a:gd name="T4" fmla="*/ 2147483646 w 48"/>
                <a:gd name="T5" fmla="*/ 2147483646 h 272"/>
                <a:gd name="T6" fmla="*/ 0 w 48"/>
                <a:gd name="T7" fmla="*/ 2147483646 h 272"/>
                <a:gd name="T8" fmla="*/ 0 w 48"/>
                <a:gd name="T9" fmla="*/ 2147483646 h 272"/>
                <a:gd name="T10" fmla="*/ 0 w 48"/>
                <a:gd name="T11" fmla="*/ 0 h 272"/>
                <a:gd name="T12" fmla="*/ 0 w 48"/>
                <a:gd name="T13" fmla="*/ 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72">
                  <a:moveTo>
                    <a:pt x="48" y="272"/>
                  </a:moveTo>
                  <a:lnTo>
                    <a:pt x="48" y="184"/>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50" name="Freeform 69">
              <a:extLst>
                <a:ext uri="{FF2B5EF4-FFF2-40B4-BE49-F238E27FC236}">
                  <a16:creationId xmlns:a16="http://schemas.microsoft.com/office/drawing/2014/main" id="{5D2D7D6C-BCB3-4383-8D0C-3BA28E3CCD84}"/>
                </a:ext>
              </a:extLst>
            </p:cNvPr>
            <p:cNvSpPr>
              <a:spLocks/>
            </p:cNvSpPr>
            <p:nvPr/>
          </p:nvSpPr>
          <p:spPr bwMode="auto">
            <a:xfrm>
              <a:off x="4754563" y="3228933"/>
              <a:ext cx="76200" cy="431800"/>
            </a:xfrm>
            <a:custGeom>
              <a:avLst/>
              <a:gdLst>
                <a:gd name="T0" fmla="*/ 2147483646 w 48"/>
                <a:gd name="T1" fmla="*/ 2147483646 h 272"/>
                <a:gd name="T2" fmla="*/ 2147483646 w 48"/>
                <a:gd name="T3" fmla="*/ 2147483646 h 272"/>
                <a:gd name="T4" fmla="*/ 0 w 48"/>
                <a:gd name="T5" fmla="*/ 2147483646 h 272"/>
                <a:gd name="T6" fmla="*/ 0 w 48"/>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272">
                  <a:moveTo>
                    <a:pt x="48" y="272"/>
                  </a:moveTo>
                  <a:lnTo>
                    <a:pt x="48" y="184"/>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51" name="Freeform 70">
              <a:extLst>
                <a:ext uri="{FF2B5EF4-FFF2-40B4-BE49-F238E27FC236}">
                  <a16:creationId xmlns:a16="http://schemas.microsoft.com/office/drawing/2014/main" id="{D1F3A048-2F80-472A-8A51-E3CCB40D0B93}"/>
                </a:ext>
              </a:extLst>
            </p:cNvPr>
            <p:cNvSpPr>
              <a:spLocks/>
            </p:cNvSpPr>
            <p:nvPr/>
          </p:nvSpPr>
          <p:spPr bwMode="auto">
            <a:xfrm>
              <a:off x="4614863" y="2519321"/>
              <a:ext cx="1141412" cy="495300"/>
            </a:xfrm>
            <a:custGeom>
              <a:avLst/>
              <a:gdLst>
                <a:gd name="T0" fmla="*/ 0 w 719"/>
                <a:gd name="T1" fmla="*/ 2147483646 h 312"/>
                <a:gd name="T2" fmla="*/ 0 w 719"/>
                <a:gd name="T3" fmla="*/ 2147483646 h 312"/>
                <a:gd name="T4" fmla="*/ 0 w 719"/>
                <a:gd name="T5" fmla="*/ 2147483646 h 312"/>
                <a:gd name="T6" fmla="*/ 2147483646 w 719"/>
                <a:gd name="T7" fmla="*/ 2147483646 h 312"/>
                <a:gd name="T8" fmla="*/ 2147483646 w 719"/>
                <a:gd name="T9" fmla="*/ 2147483646 h 312"/>
                <a:gd name="T10" fmla="*/ 2147483646 w 719"/>
                <a:gd name="T11" fmla="*/ 0 h 312"/>
                <a:gd name="T12" fmla="*/ 2147483646 w 719"/>
                <a:gd name="T13" fmla="*/ 0 h 3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9" h="312">
                  <a:moveTo>
                    <a:pt x="0" y="312"/>
                  </a:moveTo>
                  <a:lnTo>
                    <a:pt x="0" y="224"/>
                  </a:lnTo>
                  <a:lnTo>
                    <a:pt x="719" y="88"/>
                  </a:lnTo>
                  <a:lnTo>
                    <a:pt x="719"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52" name="Freeform 71">
              <a:extLst>
                <a:ext uri="{FF2B5EF4-FFF2-40B4-BE49-F238E27FC236}">
                  <a16:creationId xmlns:a16="http://schemas.microsoft.com/office/drawing/2014/main" id="{2676817C-EA08-4751-A24E-071CD1B78309}"/>
                </a:ext>
              </a:extLst>
            </p:cNvPr>
            <p:cNvSpPr>
              <a:spLocks/>
            </p:cNvSpPr>
            <p:nvPr/>
          </p:nvSpPr>
          <p:spPr bwMode="auto">
            <a:xfrm>
              <a:off x="4614863" y="2519321"/>
              <a:ext cx="1141412" cy="495300"/>
            </a:xfrm>
            <a:custGeom>
              <a:avLst/>
              <a:gdLst>
                <a:gd name="T0" fmla="*/ 0 w 719"/>
                <a:gd name="T1" fmla="*/ 2147483646 h 312"/>
                <a:gd name="T2" fmla="*/ 0 w 719"/>
                <a:gd name="T3" fmla="*/ 2147483646 h 312"/>
                <a:gd name="T4" fmla="*/ 2147483646 w 719"/>
                <a:gd name="T5" fmla="*/ 2147483646 h 312"/>
                <a:gd name="T6" fmla="*/ 2147483646 w 719"/>
                <a:gd name="T7" fmla="*/ 0 h 3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19" h="312">
                  <a:moveTo>
                    <a:pt x="0" y="312"/>
                  </a:moveTo>
                  <a:lnTo>
                    <a:pt x="0" y="224"/>
                  </a:lnTo>
                  <a:lnTo>
                    <a:pt x="719" y="88"/>
                  </a:lnTo>
                  <a:lnTo>
                    <a:pt x="719"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53" name="Rectangle 72">
              <a:extLst>
                <a:ext uri="{FF2B5EF4-FFF2-40B4-BE49-F238E27FC236}">
                  <a16:creationId xmlns:a16="http://schemas.microsoft.com/office/drawing/2014/main" id="{5A281768-6E42-4731-B6FA-693AEA6D4D24}"/>
                </a:ext>
              </a:extLst>
            </p:cNvPr>
            <p:cNvSpPr>
              <a:spLocks noChangeArrowheads="1"/>
            </p:cNvSpPr>
            <p:nvPr/>
          </p:nvSpPr>
          <p:spPr bwMode="auto">
            <a:xfrm>
              <a:off x="4032250" y="4306846"/>
              <a:ext cx="1025525" cy="3032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54" name="Line 73">
              <a:extLst>
                <a:ext uri="{FF2B5EF4-FFF2-40B4-BE49-F238E27FC236}">
                  <a16:creationId xmlns:a16="http://schemas.microsoft.com/office/drawing/2014/main" id="{40E452B7-CB87-4E6E-9F4F-A880F38D3769}"/>
                </a:ext>
              </a:extLst>
            </p:cNvPr>
            <p:cNvSpPr>
              <a:spLocks noChangeShapeType="1"/>
            </p:cNvSpPr>
            <p:nvPr/>
          </p:nvSpPr>
          <p:spPr bwMode="auto">
            <a:xfrm>
              <a:off x="4246563" y="4090946"/>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55" name="Line 74">
              <a:extLst>
                <a:ext uri="{FF2B5EF4-FFF2-40B4-BE49-F238E27FC236}">
                  <a16:creationId xmlns:a16="http://schemas.microsoft.com/office/drawing/2014/main" id="{4D731F5D-570C-4D39-9404-05A892BAAEB5}"/>
                </a:ext>
              </a:extLst>
            </p:cNvPr>
            <p:cNvSpPr>
              <a:spLocks noChangeShapeType="1"/>
            </p:cNvSpPr>
            <p:nvPr/>
          </p:nvSpPr>
          <p:spPr bwMode="auto">
            <a:xfrm>
              <a:off x="4830763" y="4090946"/>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56" name="Rectangle 75">
              <a:extLst>
                <a:ext uri="{FF2B5EF4-FFF2-40B4-BE49-F238E27FC236}">
                  <a16:creationId xmlns:a16="http://schemas.microsoft.com/office/drawing/2014/main" id="{EF5C86B6-9E77-471A-A792-36CF4EAAF19A}"/>
                </a:ext>
              </a:extLst>
            </p:cNvPr>
            <p:cNvSpPr>
              <a:spLocks noChangeArrowheads="1"/>
            </p:cNvSpPr>
            <p:nvPr/>
          </p:nvSpPr>
          <p:spPr bwMode="auto">
            <a:xfrm>
              <a:off x="8278813" y="3660733"/>
              <a:ext cx="442912" cy="4429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57" name="Rectangle 76">
              <a:extLst>
                <a:ext uri="{FF2B5EF4-FFF2-40B4-BE49-F238E27FC236}">
                  <a16:creationId xmlns:a16="http://schemas.microsoft.com/office/drawing/2014/main" id="{B7039AD8-0A1E-4900-9A7B-CD26B66AA360}"/>
                </a:ext>
              </a:extLst>
            </p:cNvPr>
            <p:cNvSpPr>
              <a:spLocks noChangeArrowheads="1"/>
            </p:cNvSpPr>
            <p:nvPr/>
          </p:nvSpPr>
          <p:spPr bwMode="auto">
            <a:xfrm>
              <a:off x="7696200" y="3660733"/>
              <a:ext cx="442913" cy="4429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58" name="Freeform 77">
              <a:extLst>
                <a:ext uri="{FF2B5EF4-FFF2-40B4-BE49-F238E27FC236}">
                  <a16:creationId xmlns:a16="http://schemas.microsoft.com/office/drawing/2014/main" id="{E49943A7-46B1-4638-BF2C-06128CEC27A4}"/>
                </a:ext>
              </a:extLst>
            </p:cNvPr>
            <p:cNvSpPr>
              <a:spLocks/>
            </p:cNvSpPr>
            <p:nvPr/>
          </p:nvSpPr>
          <p:spPr bwMode="auto">
            <a:xfrm>
              <a:off x="7923213" y="3228933"/>
              <a:ext cx="1587" cy="431800"/>
            </a:xfrm>
            <a:custGeom>
              <a:avLst/>
              <a:gdLst>
                <a:gd name="T0" fmla="*/ 0 w 1587"/>
                <a:gd name="T1" fmla="*/ 2147483646 h 272"/>
                <a:gd name="T2" fmla="*/ 0 w 1587"/>
                <a:gd name="T3" fmla="*/ 2147483646 h 272"/>
                <a:gd name="T4" fmla="*/ 0 w 1587"/>
                <a:gd name="T5" fmla="*/ 2147483646 h 272"/>
                <a:gd name="T6" fmla="*/ 0 w 1587"/>
                <a:gd name="T7" fmla="*/ 2147483646 h 272"/>
                <a:gd name="T8" fmla="*/ 0 w 1587"/>
                <a:gd name="T9" fmla="*/ 2147483646 h 272"/>
                <a:gd name="T10" fmla="*/ 0 w 1587"/>
                <a:gd name="T11" fmla="*/ 0 h 272"/>
                <a:gd name="T12" fmla="*/ 0 w 1587"/>
                <a:gd name="T13" fmla="*/ 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7" h="272">
                  <a:moveTo>
                    <a:pt x="0" y="272"/>
                  </a:moveTo>
                  <a:lnTo>
                    <a:pt x="0" y="184"/>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59" name="Freeform 78">
              <a:extLst>
                <a:ext uri="{FF2B5EF4-FFF2-40B4-BE49-F238E27FC236}">
                  <a16:creationId xmlns:a16="http://schemas.microsoft.com/office/drawing/2014/main" id="{EF020F19-085D-45D4-8F28-9A0E4C8820C4}"/>
                </a:ext>
              </a:extLst>
            </p:cNvPr>
            <p:cNvSpPr>
              <a:spLocks/>
            </p:cNvSpPr>
            <p:nvPr/>
          </p:nvSpPr>
          <p:spPr bwMode="auto">
            <a:xfrm>
              <a:off x="7923213" y="3228933"/>
              <a:ext cx="1587" cy="431800"/>
            </a:xfrm>
            <a:custGeom>
              <a:avLst/>
              <a:gdLst>
                <a:gd name="T0" fmla="*/ 0 w 1587"/>
                <a:gd name="T1" fmla="*/ 2147483646 h 272"/>
                <a:gd name="T2" fmla="*/ 0 w 1587"/>
                <a:gd name="T3" fmla="*/ 2147483646 h 272"/>
                <a:gd name="T4" fmla="*/ 0 w 1587"/>
                <a:gd name="T5" fmla="*/ 2147483646 h 272"/>
                <a:gd name="T6" fmla="*/ 0 w 1587"/>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7" h="272">
                  <a:moveTo>
                    <a:pt x="0" y="272"/>
                  </a:moveTo>
                  <a:lnTo>
                    <a:pt x="0" y="184"/>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60" name="Freeform 79">
              <a:extLst>
                <a:ext uri="{FF2B5EF4-FFF2-40B4-BE49-F238E27FC236}">
                  <a16:creationId xmlns:a16="http://schemas.microsoft.com/office/drawing/2014/main" id="{A9A97CC7-FD78-4A72-8725-059B5F704D71}"/>
                </a:ext>
              </a:extLst>
            </p:cNvPr>
            <p:cNvSpPr>
              <a:spLocks/>
            </p:cNvSpPr>
            <p:nvPr/>
          </p:nvSpPr>
          <p:spPr bwMode="auto">
            <a:xfrm>
              <a:off x="8062913" y="3228933"/>
              <a:ext cx="431800" cy="431800"/>
            </a:xfrm>
            <a:custGeom>
              <a:avLst/>
              <a:gdLst>
                <a:gd name="T0" fmla="*/ 2147483646 w 272"/>
                <a:gd name="T1" fmla="*/ 2147483646 h 272"/>
                <a:gd name="T2" fmla="*/ 2147483646 w 272"/>
                <a:gd name="T3" fmla="*/ 2147483646 h 272"/>
                <a:gd name="T4" fmla="*/ 2147483646 w 272"/>
                <a:gd name="T5" fmla="*/ 2147483646 h 272"/>
                <a:gd name="T6" fmla="*/ 0 w 272"/>
                <a:gd name="T7" fmla="*/ 2147483646 h 272"/>
                <a:gd name="T8" fmla="*/ 0 w 272"/>
                <a:gd name="T9" fmla="*/ 2147483646 h 272"/>
                <a:gd name="T10" fmla="*/ 0 w 272"/>
                <a:gd name="T11" fmla="*/ 0 h 272"/>
                <a:gd name="T12" fmla="*/ 0 w 272"/>
                <a:gd name="T13" fmla="*/ 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2" h="272">
                  <a:moveTo>
                    <a:pt x="272" y="272"/>
                  </a:moveTo>
                  <a:lnTo>
                    <a:pt x="272" y="184"/>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61" name="Freeform 80">
              <a:extLst>
                <a:ext uri="{FF2B5EF4-FFF2-40B4-BE49-F238E27FC236}">
                  <a16:creationId xmlns:a16="http://schemas.microsoft.com/office/drawing/2014/main" id="{297FC3B2-8574-4F39-B901-5938A377C824}"/>
                </a:ext>
              </a:extLst>
            </p:cNvPr>
            <p:cNvSpPr>
              <a:spLocks/>
            </p:cNvSpPr>
            <p:nvPr/>
          </p:nvSpPr>
          <p:spPr bwMode="auto">
            <a:xfrm>
              <a:off x="8062913" y="3228933"/>
              <a:ext cx="431800" cy="431800"/>
            </a:xfrm>
            <a:custGeom>
              <a:avLst/>
              <a:gdLst>
                <a:gd name="T0" fmla="*/ 2147483646 w 272"/>
                <a:gd name="T1" fmla="*/ 2147483646 h 272"/>
                <a:gd name="T2" fmla="*/ 2147483646 w 272"/>
                <a:gd name="T3" fmla="*/ 2147483646 h 272"/>
                <a:gd name="T4" fmla="*/ 0 w 272"/>
                <a:gd name="T5" fmla="*/ 2147483646 h 272"/>
                <a:gd name="T6" fmla="*/ 0 w 272"/>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2" h="272">
                  <a:moveTo>
                    <a:pt x="272" y="272"/>
                  </a:moveTo>
                  <a:lnTo>
                    <a:pt x="272" y="184"/>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62" name="Rectangle 81">
              <a:extLst>
                <a:ext uri="{FF2B5EF4-FFF2-40B4-BE49-F238E27FC236}">
                  <a16:creationId xmlns:a16="http://schemas.microsoft.com/office/drawing/2014/main" id="{2CB1544D-ECD6-4527-81DF-F9CD738FFB04}"/>
                </a:ext>
              </a:extLst>
            </p:cNvPr>
            <p:cNvSpPr>
              <a:spLocks noChangeArrowheads="1"/>
            </p:cNvSpPr>
            <p:nvPr/>
          </p:nvSpPr>
          <p:spPr bwMode="auto">
            <a:xfrm>
              <a:off x="7708900" y="4306846"/>
              <a:ext cx="1012825" cy="3032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63" name="Line 82">
              <a:extLst>
                <a:ext uri="{FF2B5EF4-FFF2-40B4-BE49-F238E27FC236}">
                  <a16:creationId xmlns:a16="http://schemas.microsoft.com/office/drawing/2014/main" id="{260A4E90-8B6A-4687-91EA-F37953858121}"/>
                </a:ext>
              </a:extLst>
            </p:cNvPr>
            <p:cNvSpPr>
              <a:spLocks noChangeShapeType="1"/>
            </p:cNvSpPr>
            <p:nvPr/>
          </p:nvSpPr>
          <p:spPr bwMode="auto">
            <a:xfrm>
              <a:off x="7923213" y="4090946"/>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64" name="Freeform 83">
              <a:extLst>
                <a:ext uri="{FF2B5EF4-FFF2-40B4-BE49-F238E27FC236}">
                  <a16:creationId xmlns:a16="http://schemas.microsoft.com/office/drawing/2014/main" id="{B326D429-2A22-4561-A7FC-C93A71EE4C81}"/>
                </a:ext>
              </a:extLst>
            </p:cNvPr>
            <p:cNvSpPr>
              <a:spLocks/>
            </p:cNvSpPr>
            <p:nvPr/>
          </p:nvSpPr>
          <p:spPr bwMode="auto">
            <a:xfrm>
              <a:off x="7124700" y="2506621"/>
              <a:ext cx="862013" cy="508000"/>
            </a:xfrm>
            <a:custGeom>
              <a:avLst/>
              <a:gdLst>
                <a:gd name="T0" fmla="*/ 2147483646 w 543"/>
                <a:gd name="T1" fmla="*/ 2147483646 h 320"/>
                <a:gd name="T2" fmla="*/ 2147483646 w 543"/>
                <a:gd name="T3" fmla="*/ 2147483646 h 320"/>
                <a:gd name="T4" fmla="*/ 2147483646 w 543"/>
                <a:gd name="T5" fmla="*/ 2147483646 h 320"/>
                <a:gd name="T6" fmla="*/ 0 w 543"/>
                <a:gd name="T7" fmla="*/ 2147483646 h 320"/>
                <a:gd name="T8" fmla="*/ 0 w 543"/>
                <a:gd name="T9" fmla="*/ 2147483646 h 320"/>
                <a:gd name="T10" fmla="*/ 0 w 543"/>
                <a:gd name="T11" fmla="*/ 0 h 320"/>
                <a:gd name="T12" fmla="*/ 0 w 543"/>
                <a:gd name="T13" fmla="*/ 0 h 3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3" h="320">
                  <a:moveTo>
                    <a:pt x="543" y="320"/>
                  </a:moveTo>
                  <a:lnTo>
                    <a:pt x="543" y="272"/>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65" name="Freeform 84">
              <a:extLst>
                <a:ext uri="{FF2B5EF4-FFF2-40B4-BE49-F238E27FC236}">
                  <a16:creationId xmlns:a16="http://schemas.microsoft.com/office/drawing/2014/main" id="{FEE67EC1-9B79-4ADC-A07E-2F4A215C7318}"/>
                </a:ext>
              </a:extLst>
            </p:cNvPr>
            <p:cNvSpPr>
              <a:spLocks/>
            </p:cNvSpPr>
            <p:nvPr/>
          </p:nvSpPr>
          <p:spPr bwMode="auto">
            <a:xfrm>
              <a:off x="7124700" y="2506621"/>
              <a:ext cx="862013" cy="508000"/>
            </a:xfrm>
            <a:custGeom>
              <a:avLst/>
              <a:gdLst>
                <a:gd name="T0" fmla="*/ 2147483646 w 543"/>
                <a:gd name="T1" fmla="*/ 2147483646 h 320"/>
                <a:gd name="T2" fmla="*/ 2147483646 w 543"/>
                <a:gd name="T3" fmla="*/ 2147483646 h 320"/>
                <a:gd name="T4" fmla="*/ 0 w 543"/>
                <a:gd name="T5" fmla="*/ 2147483646 h 320"/>
                <a:gd name="T6" fmla="*/ 0 w 543"/>
                <a:gd name="T7" fmla="*/ 0 h 3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3" h="320">
                  <a:moveTo>
                    <a:pt x="543" y="320"/>
                  </a:moveTo>
                  <a:lnTo>
                    <a:pt x="543" y="272"/>
                  </a:lnTo>
                  <a:lnTo>
                    <a:pt x="0" y="96"/>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66" name="Rectangle 85">
              <a:extLst>
                <a:ext uri="{FF2B5EF4-FFF2-40B4-BE49-F238E27FC236}">
                  <a16:creationId xmlns:a16="http://schemas.microsoft.com/office/drawing/2014/main" id="{FB2B70FA-44C0-43A9-9DFD-84AE6C4248FF}"/>
                </a:ext>
              </a:extLst>
            </p:cNvPr>
            <p:cNvSpPr>
              <a:spLocks noChangeArrowheads="1"/>
            </p:cNvSpPr>
            <p:nvPr/>
          </p:nvSpPr>
          <p:spPr bwMode="auto">
            <a:xfrm>
              <a:off x="7772400" y="3014621"/>
              <a:ext cx="442913" cy="2270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67" name="Rectangle 87">
              <a:extLst>
                <a:ext uri="{FF2B5EF4-FFF2-40B4-BE49-F238E27FC236}">
                  <a16:creationId xmlns:a16="http://schemas.microsoft.com/office/drawing/2014/main" id="{CD692C36-AE36-4E83-903F-909E01B723CB}"/>
                </a:ext>
              </a:extLst>
            </p:cNvPr>
            <p:cNvSpPr>
              <a:spLocks noChangeArrowheads="1"/>
            </p:cNvSpPr>
            <p:nvPr/>
          </p:nvSpPr>
          <p:spPr bwMode="auto">
            <a:xfrm>
              <a:off x="69850" y="4243346"/>
              <a:ext cx="883920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68" name="Rectangle 88">
              <a:extLst>
                <a:ext uri="{FF2B5EF4-FFF2-40B4-BE49-F238E27FC236}">
                  <a16:creationId xmlns:a16="http://schemas.microsoft.com/office/drawing/2014/main" id="{9FDD9948-0B36-497B-BD3E-6326BD3225D7}"/>
                </a:ext>
              </a:extLst>
            </p:cNvPr>
            <p:cNvSpPr>
              <a:spLocks noChangeArrowheads="1"/>
            </p:cNvSpPr>
            <p:nvPr/>
          </p:nvSpPr>
          <p:spPr bwMode="auto">
            <a:xfrm>
              <a:off x="766361" y="3029809"/>
              <a:ext cx="1384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800" b="0">
                  <a:solidFill>
                    <a:srgbClr val="000000"/>
                  </a:solidFill>
                  <a:ea typeface="+mn-ea"/>
                  <a:cs typeface="Arial" panose="020B0604020202020204" pitchFamily="34" charset="0"/>
                </a:rPr>
                <a:t>Group control</a:t>
              </a:r>
              <a:endParaRPr lang="en-US" altLang="en-US" sz="2400" b="0">
                <a:solidFill>
                  <a:srgbClr val="000000"/>
                </a:solidFill>
                <a:ea typeface="+mn-ea"/>
                <a:cs typeface="Arial" panose="020B0604020202020204" pitchFamily="34" charset="0"/>
              </a:endParaRPr>
            </a:p>
          </p:txBody>
        </p:sp>
        <p:sp>
          <p:nvSpPr>
            <p:cNvPr id="269" name="Rectangle 89">
              <a:extLst>
                <a:ext uri="{FF2B5EF4-FFF2-40B4-BE49-F238E27FC236}">
                  <a16:creationId xmlns:a16="http://schemas.microsoft.com/office/drawing/2014/main" id="{F981DDDB-4C6E-4637-8418-6447A3B5EA91}"/>
                </a:ext>
              </a:extLst>
            </p:cNvPr>
            <p:cNvSpPr>
              <a:spLocks noChangeArrowheads="1"/>
            </p:cNvSpPr>
            <p:nvPr/>
          </p:nvSpPr>
          <p:spPr bwMode="auto">
            <a:xfrm>
              <a:off x="69850" y="3444833"/>
              <a:ext cx="88392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70" name="Rectangle 90">
              <a:extLst>
                <a:ext uri="{FF2B5EF4-FFF2-40B4-BE49-F238E27FC236}">
                  <a16:creationId xmlns:a16="http://schemas.microsoft.com/office/drawing/2014/main" id="{B58285FE-B8B6-4740-BA1F-F362E2E57AF8}"/>
                </a:ext>
              </a:extLst>
            </p:cNvPr>
            <p:cNvSpPr>
              <a:spLocks noChangeArrowheads="1"/>
            </p:cNvSpPr>
            <p:nvPr/>
          </p:nvSpPr>
          <p:spPr bwMode="auto">
            <a:xfrm>
              <a:off x="766361" y="3714022"/>
              <a:ext cx="11557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800" b="0" dirty="0">
                  <a:solidFill>
                    <a:srgbClr val="000000"/>
                  </a:solidFill>
                  <a:ea typeface="+mn-ea"/>
                  <a:cs typeface="Arial" panose="020B0604020202020204" pitchFamily="34" charset="0"/>
                </a:rPr>
                <a:t>Unit control</a:t>
              </a:r>
              <a:endParaRPr lang="en-US" altLang="en-US" sz="2400" b="0" dirty="0">
                <a:solidFill>
                  <a:srgbClr val="000000"/>
                </a:solidFill>
                <a:ea typeface="+mn-ea"/>
                <a:cs typeface="Arial" panose="020B0604020202020204" pitchFamily="34" charset="0"/>
              </a:endParaRPr>
            </a:p>
          </p:txBody>
        </p:sp>
        <p:sp>
          <p:nvSpPr>
            <p:cNvPr id="271" name="Rectangle 91">
              <a:extLst>
                <a:ext uri="{FF2B5EF4-FFF2-40B4-BE49-F238E27FC236}">
                  <a16:creationId xmlns:a16="http://schemas.microsoft.com/office/drawing/2014/main" id="{F2E58829-CC96-4C65-BE8F-B37D4CE3E889}"/>
                </a:ext>
              </a:extLst>
            </p:cNvPr>
            <p:cNvSpPr>
              <a:spLocks noChangeArrowheads="1"/>
            </p:cNvSpPr>
            <p:nvPr/>
          </p:nvSpPr>
          <p:spPr bwMode="auto">
            <a:xfrm>
              <a:off x="766361" y="4423634"/>
              <a:ext cx="495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800" b="0">
                  <a:solidFill>
                    <a:srgbClr val="000000"/>
                  </a:solidFill>
                  <a:ea typeface="+mn-ea"/>
                  <a:cs typeface="Arial" panose="020B0604020202020204" pitchFamily="34" charset="0"/>
                </a:rPr>
                <a:t>Field</a:t>
              </a:r>
              <a:endParaRPr lang="en-US" altLang="en-US" sz="2400" b="0">
                <a:solidFill>
                  <a:srgbClr val="000000"/>
                </a:solidFill>
                <a:ea typeface="+mn-ea"/>
                <a:cs typeface="Arial" panose="020B0604020202020204" pitchFamily="34" charset="0"/>
              </a:endParaRPr>
            </a:p>
          </p:txBody>
        </p:sp>
        <p:sp>
          <p:nvSpPr>
            <p:cNvPr id="272" name="Rectangle 93">
              <a:extLst>
                <a:ext uri="{FF2B5EF4-FFF2-40B4-BE49-F238E27FC236}">
                  <a16:creationId xmlns:a16="http://schemas.microsoft.com/office/drawing/2014/main" id="{3DCB6D87-9680-496B-9AF7-AC2A0033D370}"/>
                </a:ext>
              </a:extLst>
            </p:cNvPr>
            <p:cNvSpPr>
              <a:spLocks noChangeArrowheads="1"/>
            </p:cNvSpPr>
            <p:nvPr/>
          </p:nvSpPr>
          <p:spPr bwMode="auto">
            <a:xfrm>
              <a:off x="766361" y="4968147"/>
              <a:ext cx="838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800" b="0">
                  <a:solidFill>
                    <a:srgbClr val="000000"/>
                  </a:solidFill>
                  <a:ea typeface="+mn-ea"/>
                  <a:cs typeface="Arial" panose="020B0604020202020204" pitchFamily="34" charset="0"/>
                </a:rPr>
                <a:t>Sensors</a:t>
              </a:r>
              <a:endParaRPr lang="en-US" altLang="en-US" sz="2400" b="0">
                <a:solidFill>
                  <a:srgbClr val="000000"/>
                </a:solidFill>
                <a:ea typeface="+mn-ea"/>
                <a:cs typeface="Arial" panose="020B0604020202020204" pitchFamily="34" charset="0"/>
              </a:endParaRPr>
            </a:p>
          </p:txBody>
        </p:sp>
        <p:sp>
          <p:nvSpPr>
            <p:cNvPr id="273" name="Rectangle 94">
              <a:extLst>
                <a:ext uri="{FF2B5EF4-FFF2-40B4-BE49-F238E27FC236}">
                  <a16:creationId xmlns:a16="http://schemas.microsoft.com/office/drawing/2014/main" id="{A7095EE5-C855-4BF7-B14F-7192B050875F}"/>
                </a:ext>
              </a:extLst>
            </p:cNvPr>
            <p:cNvSpPr>
              <a:spLocks noChangeArrowheads="1"/>
            </p:cNvSpPr>
            <p:nvPr/>
          </p:nvSpPr>
          <p:spPr bwMode="auto">
            <a:xfrm>
              <a:off x="766361" y="5196747"/>
              <a:ext cx="11669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800" b="0" dirty="0">
                  <a:solidFill>
                    <a:srgbClr val="000000"/>
                  </a:solidFill>
                  <a:ea typeface="+mn-ea"/>
                  <a:cs typeface="Arial" panose="020B0604020202020204" pitchFamily="34" charset="0"/>
                </a:rPr>
                <a:t>&amp; actuators</a:t>
              </a:r>
              <a:endParaRPr lang="en-US" altLang="en-US" sz="2400" b="0" dirty="0">
                <a:solidFill>
                  <a:srgbClr val="000000"/>
                </a:solidFill>
                <a:ea typeface="+mn-ea"/>
                <a:cs typeface="Arial" panose="020B0604020202020204" pitchFamily="34" charset="0"/>
              </a:endParaRPr>
            </a:p>
          </p:txBody>
        </p:sp>
        <p:sp>
          <p:nvSpPr>
            <p:cNvPr id="274" name="Rectangle 95">
              <a:extLst>
                <a:ext uri="{FF2B5EF4-FFF2-40B4-BE49-F238E27FC236}">
                  <a16:creationId xmlns:a16="http://schemas.microsoft.com/office/drawing/2014/main" id="{F5D47DA4-C5D2-4693-81E8-7414FBE46ADE}"/>
                </a:ext>
              </a:extLst>
            </p:cNvPr>
            <p:cNvSpPr>
              <a:spLocks noChangeArrowheads="1"/>
            </p:cNvSpPr>
            <p:nvPr/>
          </p:nvSpPr>
          <p:spPr bwMode="auto">
            <a:xfrm>
              <a:off x="4068763" y="5129171"/>
              <a:ext cx="381000" cy="88900"/>
            </a:xfrm>
            <a:prstGeom prst="rect">
              <a:avLst/>
            </a:prstGeom>
            <a:solidFill>
              <a:srgbClr val="000000"/>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75" name="Oval 96">
              <a:extLst>
                <a:ext uri="{FF2B5EF4-FFF2-40B4-BE49-F238E27FC236}">
                  <a16:creationId xmlns:a16="http://schemas.microsoft.com/office/drawing/2014/main" id="{F6200F01-7581-4753-A520-57B10E8D8D78}"/>
                </a:ext>
              </a:extLst>
            </p:cNvPr>
            <p:cNvSpPr>
              <a:spLocks noChangeArrowheads="1"/>
            </p:cNvSpPr>
            <p:nvPr/>
          </p:nvSpPr>
          <p:spPr bwMode="auto">
            <a:xfrm>
              <a:off x="4106863" y="5029158"/>
              <a:ext cx="304800" cy="303213"/>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76" name="Freeform 97">
              <a:extLst>
                <a:ext uri="{FF2B5EF4-FFF2-40B4-BE49-F238E27FC236}">
                  <a16:creationId xmlns:a16="http://schemas.microsoft.com/office/drawing/2014/main" id="{2EE9A190-1A05-4961-9BEF-E723284D5E6A}"/>
                </a:ext>
              </a:extLst>
            </p:cNvPr>
            <p:cNvSpPr>
              <a:spLocks/>
            </p:cNvSpPr>
            <p:nvPr/>
          </p:nvSpPr>
          <p:spPr bwMode="auto">
            <a:xfrm>
              <a:off x="4538663" y="5029158"/>
              <a:ext cx="177800" cy="290513"/>
            </a:xfrm>
            <a:custGeom>
              <a:avLst/>
              <a:gdLst>
                <a:gd name="T0" fmla="*/ 0 w 112"/>
                <a:gd name="T1" fmla="*/ 0 h 183"/>
                <a:gd name="T2" fmla="*/ 2147483646 w 112"/>
                <a:gd name="T3" fmla="*/ 0 h 183"/>
                <a:gd name="T4" fmla="*/ 0 w 112"/>
                <a:gd name="T5" fmla="*/ 2147483646 h 183"/>
                <a:gd name="T6" fmla="*/ 2147483646 w 112"/>
                <a:gd name="T7" fmla="*/ 2147483646 h 183"/>
                <a:gd name="T8" fmla="*/ 0 w 112"/>
                <a:gd name="T9" fmla="*/ 0 h 1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2" h="183">
                  <a:moveTo>
                    <a:pt x="0" y="0"/>
                  </a:moveTo>
                  <a:lnTo>
                    <a:pt x="112" y="0"/>
                  </a:lnTo>
                  <a:lnTo>
                    <a:pt x="0" y="183"/>
                  </a:lnTo>
                  <a:lnTo>
                    <a:pt x="112" y="18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277" name="Freeform 98">
              <a:extLst>
                <a:ext uri="{FF2B5EF4-FFF2-40B4-BE49-F238E27FC236}">
                  <a16:creationId xmlns:a16="http://schemas.microsoft.com/office/drawing/2014/main" id="{7D3BD29A-2466-43A9-9A85-CC2759E70A4F}"/>
                </a:ext>
              </a:extLst>
            </p:cNvPr>
            <p:cNvSpPr>
              <a:spLocks/>
            </p:cNvSpPr>
            <p:nvPr/>
          </p:nvSpPr>
          <p:spPr bwMode="auto">
            <a:xfrm>
              <a:off x="4538663" y="5029158"/>
              <a:ext cx="177800" cy="290513"/>
            </a:xfrm>
            <a:custGeom>
              <a:avLst/>
              <a:gdLst>
                <a:gd name="T0" fmla="*/ 0 w 112"/>
                <a:gd name="T1" fmla="*/ 0 h 183"/>
                <a:gd name="T2" fmla="*/ 2147483646 w 112"/>
                <a:gd name="T3" fmla="*/ 0 h 183"/>
                <a:gd name="T4" fmla="*/ 2147483646 w 112"/>
                <a:gd name="T5" fmla="*/ 0 h 183"/>
                <a:gd name="T6" fmla="*/ 0 w 112"/>
                <a:gd name="T7" fmla="*/ 2147483646 h 183"/>
                <a:gd name="T8" fmla="*/ 0 w 112"/>
                <a:gd name="T9" fmla="*/ 2147483646 h 183"/>
                <a:gd name="T10" fmla="*/ 2147483646 w 112"/>
                <a:gd name="T11" fmla="*/ 2147483646 h 183"/>
                <a:gd name="T12" fmla="*/ 2147483646 w 112"/>
                <a:gd name="T13" fmla="*/ 2147483646 h 183"/>
                <a:gd name="T14" fmla="*/ 0 w 112"/>
                <a:gd name="T15" fmla="*/ 0 h 183"/>
                <a:gd name="T16" fmla="*/ 0 w 112"/>
                <a:gd name="T17" fmla="*/ 0 h 183"/>
                <a:gd name="T18" fmla="*/ 2147483646 w 112"/>
                <a:gd name="T19" fmla="*/ 0 h 183"/>
                <a:gd name="T20" fmla="*/ 0 w 112"/>
                <a:gd name="T21" fmla="*/ 2147483646 h 183"/>
                <a:gd name="T22" fmla="*/ 2147483646 w 112"/>
                <a:gd name="T23" fmla="*/ 2147483646 h 183"/>
                <a:gd name="T24" fmla="*/ 0 w 112"/>
                <a:gd name="T25" fmla="*/ 0 h 1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2" h="183">
                  <a:moveTo>
                    <a:pt x="0" y="0"/>
                  </a:moveTo>
                  <a:lnTo>
                    <a:pt x="112" y="0"/>
                  </a:lnTo>
                  <a:lnTo>
                    <a:pt x="0" y="183"/>
                  </a:lnTo>
                  <a:lnTo>
                    <a:pt x="112" y="183"/>
                  </a:lnTo>
                  <a:lnTo>
                    <a:pt x="0" y="0"/>
                  </a:lnTo>
                  <a:lnTo>
                    <a:pt x="112" y="0"/>
                  </a:lnTo>
                  <a:lnTo>
                    <a:pt x="0" y="183"/>
                  </a:lnTo>
                  <a:lnTo>
                    <a:pt x="112" y="183"/>
                  </a:lnTo>
                  <a:lnTo>
                    <a:pt x="0" y="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78" name="Line 99">
              <a:extLst>
                <a:ext uri="{FF2B5EF4-FFF2-40B4-BE49-F238E27FC236}">
                  <a16:creationId xmlns:a16="http://schemas.microsoft.com/office/drawing/2014/main" id="{3C2A0A6B-647D-456C-941B-4317F1FE6499}"/>
                </a:ext>
              </a:extLst>
            </p:cNvPr>
            <p:cNvSpPr>
              <a:spLocks noChangeShapeType="1"/>
            </p:cNvSpPr>
            <p:nvPr/>
          </p:nvSpPr>
          <p:spPr bwMode="auto">
            <a:xfrm>
              <a:off x="4614863" y="4889458"/>
              <a:ext cx="1587" cy="2143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79" name="Line 100">
              <a:extLst>
                <a:ext uri="{FF2B5EF4-FFF2-40B4-BE49-F238E27FC236}">
                  <a16:creationId xmlns:a16="http://schemas.microsoft.com/office/drawing/2014/main" id="{B6BF1606-9782-4A0D-A561-F7BD2B899571}"/>
                </a:ext>
              </a:extLst>
            </p:cNvPr>
            <p:cNvSpPr>
              <a:spLocks noChangeShapeType="1"/>
            </p:cNvSpPr>
            <p:nvPr/>
          </p:nvSpPr>
          <p:spPr bwMode="auto">
            <a:xfrm>
              <a:off x="4614863" y="5205371"/>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80" name="Line 101">
              <a:extLst>
                <a:ext uri="{FF2B5EF4-FFF2-40B4-BE49-F238E27FC236}">
                  <a16:creationId xmlns:a16="http://schemas.microsoft.com/office/drawing/2014/main" id="{EF85EC06-78F4-415D-8690-D208E30D0962}"/>
                </a:ext>
              </a:extLst>
            </p:cNvPr>
            <p:cNvSpPr>
              <a:spLocks noChangeShapeType="1"/>
            </p:cNvSpPr>
            <p:nvPr/>
          </p:nvSpPr>
          <p:spPr bwMode="auto">
            <a:xfrm>
              <a:off x="4652963" y="4889458"/>
              <a:ext cx="1587" cy="2143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81" name="Line 102">
              <a:extLst>
                <a:ext uri="{FF2B5EF4-FFF2-40B4-BE49-F238E27FC236}">
                  <a16:creationId xmlns:a16="http://schemas.microsoft.com/office/drawing/2014/main" id="{AE5E157F-7D3A-40CE-BC5E-34A23F56D73D}"/>
                </a:ext>
              </a:extLst>
            </p:cNvPr>
            <p:cNvSpPr>
              <a:spLocks noChangeShapeType="1"/>
            </p:cNvSpPr>
            <p:nvPr/>
          </p:nvSpPr>
          <p:spPr bwMode="auto">
            <a:xfrm>
              <a:off x="4652963" y="5205371"/>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82" name="Freeform 103">
              <a:extLst>
                <a:ext uri="{FF2B5EF4-FFF2-40B4-BE49-F238E27FC236}">
                  <a16:creationId xmlns:a16="http://schemas.microsoft.com/office/drawing/2014/main" id="{E5AC736A-0E14-4DD6-B54B-7BFCCC44255F}"/>
                </a:ext>
              </a:extLst>
            </p:cNvPr>
            <p:cNvSpPr>
              <a:spLocks/>
            </p:cNvSpPr>
            <p:nvPr/>
          </p:nvSpPr>
          <p:spPr bwMode="auto">
            <a:xfrm>
              <a:off x="4830763" y="4889458"/>
              <a:ext cx="63500" cy="455613"/>
            </a:xfrm>
            <a:custGeom>
              <a:avLst/>
              <a:gdLst>
                <a:gd name="T0" fmla="*/ 0 w 40"/>
                <a:gd name="T1" fmla="*/ 0 h 287"/>
                <a:gd name="T2" fmla="*/ 0 w 40"/>
                <a:gd name="T3" fmla="*/ 2147483646 h 287"/>
                <a:gd name="T4" fmla="*/ 0 w 40"/>
                <a:gd name="T5" fmla="*/ 2147483646 h 287"/>
                <a:gd name="T6" fmla="*/ 2147483646 w 40"/>
                <a:gd name="T7" fmla="*/ 2147483646 h 287"/>
                <a:gd name="T8" fmla="*/ 2147483646 w 40"/>
                <a:gd name="T9" fmla="*/ 2147483646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287">
                  <a:moveTo>
                    <a:pt x="0" y="0"/>
                  </a:moveTo>
                  <a:lnTo>
                    <a:pt x="0" y="223"/>
                  </a:lnTo>
                  <a:lnTo>
                    <a:pt x="40" y="287"/>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83" name="Freeform 104">
              <a:extLst>
                <a:ext uri="{FF2B5EF4-FFF2-40B4-BE49-F238E27FC236}">
                  <a16:creationId xmlns:a16="http://schemas.microsoft.com/office/drawing/2014/main" id="{F28C89A8-6117-44C2-A77D-F8A0C5690D05}"/>
                </a:ext>
              </a:extLst>
            </p:cNvPr>
            <p:cNvSpPr>
              <a:spLocks/>
            </p:cNvSpPr>
            <p:nvPr/>
          </p:nvSpPr>
          <p:spPr bwMode="auto">
            <a:xfrm>
              <a:off x="4818063" y="4876758"/>
              <a:ext cx="63500" cy="455613"/>
            </a:xfrm>
            <a:custGeom>
              <a:avLst/>
              <a:gdLst>
                <a:gd name="T0" fmla="*/ 0 w 40"/>
                <a:gd name="T1" fmla="*/ 0 h 287"/>
                <a:gd name="T2" fmla="*/ 0 w 40"/>
                <a:gd name="T3" fmla="*/ 2147483646 h 287"/>
                <a:gd name="T4" fmla="*/ 2147483646 w 40"/>
                <a:gd name="T5" fmla="*/ 2147483646 h 287"/>
                <a:gd name="T6" fmla="*/ 0 60000 65536"/>
                <a:gd name="T7" fmla="*/ 0 60000 65536"/>
                <a:gd name="T8" fmla="*/ 0 60000 65536"/>
              </a:gdLst>
              <a:ahLst/>
              <a:cxnLst>
                <a:cxn ang="T6">
                  <a:pos x="T0" y="T1"/>
                </a:cxn>
                <a:cxn ang="T7">
                  <a:pos x="T2" y="T3"/>
                </a:cxn>
                <a:cxn ang="T8">
                  <a:pos x="T4" y="T5"/>
                </a:cxn>
              </a:cxnLst>
              <a:rect l="0" t="0" r="r" b="b"/>
              <a:pathLst>
                <a:path w="40" h="287">
                  <a:moveTo>
                    <a:pt x="0" y="0"/>
                  </a:moveTo>
                  <a:lnTo>
                    <a:pt x="0" y="223"/>
                  </a:lnTo>
                  <a:lnTo>
                    <a:pt x="40" y="287"/>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84" name="Freeform 105">
              <a:extLst>
                <a:ext uri="{FF2B5EF4-FFF2-40B4-BE49-F238E27FC236}">
                  <a16:creationId xmlns:a16="http://schemas.microsoft.com/office/drawing/2014/main" id="{09870DD9-2352-49F6-888F-DC3BE6656DC4}"/>
                </a:ext>
              </a:extLst>
            </p:cNvPr>
            <p:cNvSpPr>
              <a:spLocks/>
            </p:cNvSpPr>
            <p:nvPr/>
          </p:nvSpPr>
          <p:spPr bwMode="auto">
            <a:xfrm>
              <a:off x="4906963" y="4889458"/>
              <a:ext cx="63500" cy="455613"/>
            </a:xfrm>
            <a:custGeom>
              <a:avLst/>
              <a:gdLst>
                <a:gd name="T0" fmla="*/ 2147483646 w 40"/>
                <a:gd name="T1" fmla="*/ 0 h 287"/>
                <a:gd name="T2" fmla="*/ 2147483646 w 40"/>
                <a:gd name="T3" fmla="*/ 2147483646 h 287"/>
                <a:gd name="T4" fmla="*/ 2147483646 w 40"/>
                <a:gd name="T5" fmla="*/ 2147483646 h 287"/>
                <a:gd name="T6" fmla="*/ 0 w 40"/>
                <a:gd name="T7" fmla="*/ 2147483646 h 287"/>
                <a:gd name="T8" fmla="*/ 0 w 40"/>
                <a:gd name="T9" fmla="*/ 2147483646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287">
                  <a:moveTo>
                    <a:pt x="40" y="0"/>
                  </a:moveTo>
                  <a:lnTo>
                    <a:pt x="40" y="223"/>
                  </a:lnTo>
                  <a:lnTo>
                    <a:pt x="0" y="287"/>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85" name="Freeform 106">
              <a:extLst>
                <a:ext uri="{FF2B5EF4-FFF2-40B4-BE49-F238E27FC236}">
                  <a16:creationId xmlns:a16="http://schemas.microsoft.com/office/drawing/2014/main" id="{E4355FB4-F896-44EE-8603-1D5AA9D2404D}"/>
                </a:ext>
              </a:extLst>
            </p:cNvPr>
            <p:cNvSpPr>
              <a:spLocks/>
            </p:cNvSpPr>
            <p:nvPr/>
          </p:nvSpPr>
          <p:spPr bwMode="auto">
            <a:xfrm>
              <a:off x="4906963" y="4889458"/>
              <a:ext cx="63500" cy="455613"/>
            </a:xfrm>
            <a:custGeom>
              <a:avLst/>
              <a:gdLst>
                <a:gd name="T0" fmla="*/ 2147483646 w 40"/>
                <a:gd name="T1" fmla="*/ 0 h 287"/>
                <a:gd name="T2" fmla="*/ 2147483646 w 40"/>
                <a:gd name="T3" fmla="*/ 2147483646 h 287"/>
                <a:gd name="T4" fmla="*/ 0 w 40"/>
                <a:gd name="T5" fmla="*/ 2147483646 h 287"/>
                <a:gd name="T6" fmla="*/ 0 60000 65536"/>
                <a:gd name="T7" fmla="*/ 0 60000 65536"/>
                <a:gd name="T8" fmla="*/ 0 60000 65536"/>
              </a:gdLst>
              <a:ahLst/>
              <a:cxnLst>
                <a:cxn ang="T6">
                  <a:pos x="T0" y="T1"/>
                </a:cxn>
                <a:cxn ang="T7">
                  <a:pos x="T2" y="T3"/>
                </a:cxn>
                <a:cxn ang="T8">
                  <a:pos x="T4" y="T5"/>
                </a:cxn>
              </a:cxnLst>
              <a:rect l="0" t="0" r="r" b="b"/>
              <a:pathLst>
                <a:path w="40" h="287">
                  <a:moveTo>
                    <a:pt x="40" y="0"/>
                  </a:moveTo>
                  <a:lnTo>
                    <a:pt x="40" y="223"/>
                  </a:lnTo>
                  <a:lnTo>
                    <a:pt x="0" y="287"/>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86" name="Oval 107">
              <a:extLst>
                <a:ext uri="{FF2B5EF4-FFF2-40B4-BE49-F238E27FC236}">
                  <a16:creationId xmlns:a16="http://schemas.microsoft.com/office/drawing/2014/main" id="{CA0817B0-C84A-4158-9986-91511DAACAA4}"/>
                </a:ext>
              </a:extLst>
            </p:cNvPr>
            <p:cNvSpPr>
              <a:spLocks noChangeArrowheads="1"/>
            </p:cNvSpPr>
            <p:nvPr/>
          </p:nvSpPr>
          <p:spPr bwMode="auto">
            <a:xfrm>
              <a:off x="5324475" y="5029158"/>
              <a:ext cx="304800" cy="303213"/>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87" name="Rectangle 108">
              <a:extLst>
                <a:ext uri="{FF2B5EF4-FFF2-40B4-BE49-F238E27FC236}">
                  <a16:creationId xmlns:a16="http://schemas.microsoft.com/office/drawing/2014/main" id="{9574CB88-BD94-4ED7-845C-5C7CEA093FC2}"/>
                </a:ext>
              </a:extLst>
            </p:cNvPr>
            <p:cNvSpPr>
              <a:spLocks noChangeArrowheads="1"/>
            </p:cNvSpPr>
            <p:nvPr/>
          </p:nvSpPr>
          <p:spPr bwMode="auto">
            <a:xfrm>
              <a:off x="5407025" y="4987883"/>
              <a:ext cx="152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800" b="0">
                  <a:solidFill>
                    <a:srgbClr val="000000"/>
                  </a:solidFill>
                  <a:ea typeface="+mn-ea"/>
                  <a:cs typeface="Arial" panose="020B0604020202020204" pitchFamily="34" charset="0"/>
                </a:rPr>
                <a:t>A</a:t>
              </a:r>
              <a:endParaRPr lang="en-US" altLang="en-US" sz="2400" b="0">
                <a:solidFill>
                  <a:srgbClr val="000000"/>
                </a:solidFill>
                <a:ea typeface="+mn-ea"/>
                <a:cs typeface="Arial" panose="020B0604020202020204" pitchFamily="34" charset="0"/>
              </a:endParaRPr>
            </a:p>
          </p:txBody>
        </p:sp>
        <p:sp>
          <p:nvSpPr>
            <p:cNvPr id="288" name="Oval 109">
              <a:extLst>
                <a:ext uri="{FF2B5EF4-FFF2-40B4-BE49-F238E27FC236}">
                  <a16:creationId xmlns:a16="http://schemas.microsoft.com/office/drawing/2014/main" id="{CE4A6012-04A7-40EE-B925-6E4C273DA082}"/>
                </a:ext>
              </a:extLst>
            </p:cNvPr>
            <p:cNvSpPr>
              <a:spLocks noChangeArrowheads="1"/>
            </p:cNvSpPr>
            <p:nvPr/>
          </p:nvSpPr>
          <p:spPr bwMode="auto">
            <a:xfrm>
              <a:off x="5730875" y="5029158"/>
              <a:ext cx="290513" cy="290513"/>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89" name="Rectangle 110">
              <a:extLst>
                <a:ext uri="{FF2B5EF4-FFF2-40B4-BE49-F238E27FC236}">
                  <a16:creationId xmlns:a16="http://schemas.microsoft.com/office/drawing/2014/main" id="{89777D16-E840-4B59-A48B-5A2337F5AE11}"/>
                </a:ext>
              </a:extLst>
            </p:cNvPr>
            <p:cNvSpPr>
              <a:spLocks noChangeArrowheads="1"/>
            </p:cNvSpPr>
            <p:nvPr/>
          </p:nvSpPr>
          <p:spPr bwMode="auto">
            <a:xfrm>
              <a:off x="5788025" y="4987883"/>
              <a:ext cx="152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800" b="0">
                  <a:solidFill>
                    <a:srgbClr val="000000"/>
                  </a:solidFill>
                  <a:ea typeface="+mn-ea"/>
                  <a:cs typeface="Arial" panose="020B0604020202020204" pitchFamily="34" charset="0"/>
                </a:rPr>
                <a:t>V</a:t>
              </a:r>
              <a:endParaRPr lang="en-US" altLang="en-US" sz="2400" b="0">
                <a:solidFill>
                  <a:srgbClr val="000000"/>
                </a:solidFill>
                <a:ea typeface="+mn-ea"/>
                <a:cs typeface="Arial" panose="020B0604020202020204" pitchFamily="34" charset="0"/>
              </a:endParaRPr>
            </a:p>
          </p:txBody>
        </p:sp>
        <p:sp>
          <p:nvSpPr>
            <p:cNvPr id="290" name="Line 111">
              <a:extLst>
                <a:ext uri="{FF2B5EF4-FFF2-40B4-BE49-F238E27FC236}">
                  <a16:creationId xmlns:a16="http://schemas.microsoft.com/office/drawing/2014/main" id="{D984936A-9432-4593-B367-A56CFF620A73}"/>
                </a:ext>
              </a:extLst>
            </p:cNvPr>
            <p:cNvSpPr>
              <a:spLocks noChangeShapeType="1"/>
            </p:cNvSpPr>
            <p:nvPr/>
          </p:nvSpPr>
          <p:spPr bwMode="auto">
            <a:xfrm>
              <a:off x="6262688" y="4991058"/>
              <a:ext cx="76200" cy="2143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91" name="Line 112">
              <a:extLst>
                <a:ext uri="{FF2B5EF4-FFF2-40B4-BE49-F238E27FC236}">
                  <a16:creationId xmlns:a16="http://schemas.microsoft.com/office/drawing/2014/main" id="{666190A8-88BC-486B-9778-40BBA49458FB}"/>
                </a:ext>
              </a:extLst>
            </p:cNvPr>
            <p:cNvSpPr>
              <a:spLocks noChangeShapeType="1"/>
            </p:cNvSpPr>
            <p:nvPr/>
          </p:nvSpPr>
          <p:spPr bwMode="auto">
            <a:xfrm flipV="1">
              <a:off x="6262688" y="4851358"/>
              <a:ext cx="1587" cy="1397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92" name="Rectangle 113">
              <a:extLst>
                <a:ext uri="{FF2B5EF4-FFF2-40B4-BE49-F238E27FC236}">
                  <a16:creationId xmlns:a16="http://schemas.microsoft.com/office/drawing/2014/main" id="{A49DD15E-DF17-48B3-9499-6AD1D107DC74}"/>
                </a:ext>
              </a:extLst>
            </p:cNvPr>
            <p:cNvSpPr>
              <a:spLocks noChangeArrowheads="1"/>
            </p:cNvSpPr>
            <p:nvPr/>
          </p:nvSpPr>
          <p:spPr bwMode="auto">
            <a:xfrm>
              <a:off x="766361" y="2047147"/>
              <a:ext cx="1203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800" b="0" dirty="0">
                  <a:solidFill>
                    <a:srgbClr val="000000"/>
                  </a:solidFill>
                  <a:ea typeface="+mn-ea"/>
                  <a:cs typeface="Arial" panose="020B0604020202020204" pitchFamily="34" charset="0"/>
                </a:rPr>
                <a:t>Supervisory</a:t>
              </a:r>
              <a:endParaRPr lang="en-US" altLang="en-US" sz="2400" b="0" dirty="0">
                <a:solidFill>
                  <a:srgbClr val="000000"/>
                </a:solidFill>
                <a:ea typeface="+mn-ea"/>
                <a:cs typeface="Arial" panose="020B0604020202020204" pitchFamily="34" charset="0"/>
              </a:endParaRPr>
            </a:p>
          </p:txBody>
        </p:sp>
        <p:sp>
          <p:nvSpPr>
            <p:cNvPr id="293" name="Rectangle 115">
              <a:extLst>
                <a:ext uri="{FF2B5EF4-FFF2-40B4-BE49-F238E27FC236}">
                  <a16:creationId xmlns:a16="http://schemas.microsoft.com/office/drawing/2014/main" id="{29C06504-EC1E-4497-9064-2552E31F7273}"/>
                </a:ext>
              </a:extLst>
            </p:cNvPr>
            <p:cNvSpPr>
              <a:spLocks noChangeArrowheads="1"/>
            </p:cNvSpPr>
            <p:nvPr/>
          </p:nvSpPr>
          <p:spPr bwMode="auto">
            <a:xfrm>
              <a:off x="6592888" y="5029158"/>
              <a:ext cx="152400" cy="3667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294" name="Freeform 116">
              <a:extLst>
                <a:ext uri="{FF2B5EF4-FFF2-40B4-BE49-F238E27FC236}">
                  <a16:creationId xmlns:a16="http://schemas.microsoft.com/office/drawing/2014/main" id="{69B89CBA-62E6-47A3-B135-759AF029785A}"/>
                </a:ext>
              </a:extLst>
            </p:cNvPr>
            <p:cNvSpPr>
              <a:spLocks/>
            </p:cNvSpPr>
            <p:nvPr/>
          </p:nvSpPr>
          <p:spPr bwMode="auto">
            <a:xfrm>
              <a:off x="6516688" y="4889458"/>
              <a:ext cx="292100" cy="354013"/>
            </a:xfrm>
            <a:custGeom>
              <a:avLst/>
              <a:gdLst>
                <a:gd name="T0" fmla="*/ 0 w 184"/>
                <a:gd name="T1" fmla="*/ 0 h 223"/>
                <a:gd name="T2" fmla="*/ 0 w 184"/>
                <a:gd name="T3" fmla="*/ 2147483646 h 223"/>
                <a:gd name="T4" fmla="*/ 0 w 184"/>
                <a:gd name="T5" fmla="*/ 2147483646 h 223"/>
                <a:gd name="T6" fmla="*/ 2147483646 w 184"/>
                <a:gd name="T7" fmla="*/ 2147483646 h 223"/>
                <a:gd name="T8" fmla="*/ 2147483646 w 184"/>
                <a:gd name="T9" fmla="*/ 2147483646 h 223"/>
                <a:gd name="T10" fmla="*/ 2147483646 w 184"/>
                <a:gd name="T11" fmla="*/ 2147483646 h 223"/>
                <a:gd name="T12" fmla="*/ 2147483646 w 184"/>
                <a:gd name="T13" fmla="*/ 2147483646 h 223"/>
                <a:gd name="T14" fmla="*/ 2147483646 w 184"/>
                <a:gd name="T15" fmla="*/ 2147483646 h 223"/>
                <a:gd name="T16" fmla="*/ 2147483646 w 184"/>
                <a:gd name="T17" fmla="*/ 2147483646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4" h="223">
                  <a:moveTo>
                    <a:pt x="0" y="0"/>
                  </a:moveTo>
                  <a:lnTo>
                    <a:pt x="0" y="175"/>
                  </a:lnTo>
                  <a:lnTo>
                    <a:pt x="48" y="175"/>
                  </a:lnTo>
                  <a:lnTo>
                    <a:pt x="136" y="223"/>
                  </a:lnTo>
                  <a:lnTo>
                    <a:pt x="184" y="223"/>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95" name="Freeform 117">
              <a:extLst>
                <a:ext uri="{FF2B5EF4-FFF2-40B4-BE49-F238E27FC236}">
                  <a16:creationId xmlns:a16="http://schemas.microsoft.com/office/drawing/2014/main" id="{1244C0CD-BB49-4FC4-A89B-54F3FBC32803}"/>
                </a:ext>
              </a:extLst>
            </p:cNvPr>
            <p:cNvSpPr>
              <a:spLocks/>
            </p:cNvSpPr>
            <p:nvPr/>
          </p:nvSpPr>
          <p:spPr bwMode="auto">
            <a:xfrm>
              <a:off x="6516688" y="4889458"/>
              <a:ext cx="292100" cy="354013"/>
            </a:xfrm>
            <a:custGeom>
              <a:avLst/>
              <a:gdLst>
                <a:gd name="T0" fmla="*/ 0 w 184"/>
                <a:gd name="T1" fmla="*/ 0 h 223"/>
                <a:gd name="T2" fmla="*/ 0 w 184"/>
                <a:gd name="T3" fmla="*/ 2147483646 h 223"/>
                <a:gd name="T4" fmla="*/ 2147483646 w 184"/>
                <a:gd name="T5" fmla="*/ 2147483646 h 223"/>
                <a:gd name="T6" fmla="*/ 2147483646 w 184"/>
                <a:gd name="T7" fmla="*/ 2147483646 h 223"/>
                <a:gd name="T8" fmla="*/ 2147483646 w 184"/>
                <a:gd name="T9" fmla="*/ 2147483646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223">
                  <a:moveTo>
                    <a:pt x="0" y="0"/>
                  </a:moveTo>
                  <a:lnTo>
                    <a:pt x="0" y="175"/>
                  </a:lnTo>
                  <a:lnTo>
                    <a:pt x="48" y="175"/>
                  </a:lnTo>
                  <a:lnTo>
                    <a:pt x="136" y="223"/>
                  </a:lnTo>
                  <a:lnTo>
                    <a:pt x="184" y="223"/>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96" name="Freeform 118">
              <a:extLst>
                <a:ext uri="{FF2B5EF4-FFF2-40B4-BE49-F238E27FC236}">
                  <a16:creationId xmlns:a16="http://schemas.microsoft.com/office/drawing/2014/main" id="{3D1B1381-0486-4904-9988-A089F7F8BB30}"/>
                </a:ext>
              </a:extLst>
            </p:cNvPr>
            <p:cNvSpPr>
              <a:spLocks/>
            </p:cNvSpPr>
            <p:nvPr/>
          </p:nvSpPr>
          <p:spPr bwMode="auto">
            <a:xfrm>
              <a:off x="7023100" y="4952958"/>
              <a:ext cx="139700" cy="150813"/>
            </a:xfrm>
            <a:custGeom>
              <a:avLst/>
              <a:gdLst>
                <a:gd name="T0" fmla="*/ 0 w 88"/>
                <a:gd name="T1" fmla="*/ 0 h 95"/>
                <a:gd name="T2" fmla="*/ 2147483646 w 88"/>
                <a:gd name="T3" fmla="*/ 0 h 95"/>
                <a:gd name="T4" fmla="*/ 2147483646 w 88"/>
                <a:gd name="T5" fmla="*/ 2147483646 h 95"/>
                <a:gd name="T6" fmla="*/ 0 w 88"/>
                <a:gd name="T7" fmla="*/ 0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95">
                  <a:moveTo>
                    <a:pt x="0" y="0"/>
                  </a:moveTo>
                  <a:lnTo>
                    <a:pt x="88" y="0"/>
                  </a:lnTo>
                  <a:lnTo>
                    <a:pt x="40" y="9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297" name="Freeform 119">
              <a:extLst>
                <a:ext uri="{FF2B5EF4-FFF2-40B4-BE49-F238E27FC236}">
                  <a16:creationId xmlns:a16="http://schemas.microsoft.com/office/drawing/2014/main" id="{B499812B-C101-4A83-B99F-9ECC65F72478}"/>
                </a:ext>
              </a:extLst>
            </p:cNvPr>
            <p:cNvSpPr>
              <a:spLocks/>
            </p:cNvSpPr>
            <p:nvPr/>
          </p:nvSpPr>
          <p:spPr bwMode="auto">
            <a:xfrm>
              <a:off x="7023100" y="4952958"/>
              <a:ext cx="139700" cy="150813"/>
            </a:xfrm>
            <a:custGeom>
              <a:avLst/>
              <a:gdLst>
                <a:gd name="T0" fmla="*/ 0 w 88"/>
                <a:gd name="T1" fmla="*/ 0 h 95"/>
                <a:gd name="T2" fmla="*/ 2147483646 w 88"/>
                <a:gd name="T3" fmla="*/ 0 h 95"/>
                <a:gd name="T4" fmla="*/ 2147483646 w 88"/>
                <a:gd name="T5" fmla="*/ 0 h 95"/>
                <a:gd name="T6" fmla="*/ 2147483646 w 88"/>
                <a:gd name="T7" fmla="*/ 2147483646 h 95"/>
                <a:gd name="T8" fmla="*/ 2147483646 w 88"/>
                <a:gd name="T9" fmla="*/ 2147483646 h 95"/>
                <a:gd name="T10" fmla="*/ 0 w 88"/>
                <a:gd name="T11" fmla="*/ 0 h 95"/>
                <a:gd name="T12" fmla="*/ 0 w 88"/>
                <a:gd name="T13" fmla="*/ 0 h 95"/>
                <a:gd name="T14" fmla="*/ 2147483646 w 88"/>
                <a:gd name="T15" fmla="*/ 0 h 95"/>
                <a:gd name="T16" fmla="*/ 2147483646 w 88"/>
                <a:gd name="T17" fmla="*/ 2147483646 h 95"/>
                <a:gd name="T18" fmla="*/ 0 w 88"/>
                <a:gd name="T19" fmla="*/ 0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8" h="95">
                  <a:moveTo>
                    <a:pt x="0" y="0"/>
                  </a:moveTo>
                  <a:lnTo>
                    <a:pt x="88" y="0"/>
                  </a:lnTo>
                  <a:lnTo>
                    <a:pt x="40" y="95"/>
                  </a:lnTo>
                  <a:lnTo>
                    <a:pt x="0" y="0"/>
                  </a:lnTo>
                  <a:lnTo>
                    <a:pt x="88" y="0"/>
                  </a:lnTo>
                  <a:lnTo>
                    <a:pt x="40" y="95"/>
                  </a:lnTo>
                  <a:lnTo>
                    <a:pt x="0" y="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98" name="Line 120">
              <a:extLst>
                <a:ext uri="{FF2B5EF4-FFF2-40B4-BE49-F238E27FC236}">
                  <a16:creationId xmlns:a16="http://schemas.microsoft.com/office/drawing/2014/main" id="{DB44C44B-6D6D-49CA-8DAE-8E19DE1B9880}"/>
                </a:ext>
              </a:extLst>
            </p:cNvPr>
            <p:cNvSpPr>
              <a:spLocks noChangeShapeType="1"/>
            </p:cNvSpPr>
            <p:nvPr/>
          </p:nvSpPr>
          <p:spPr bwMode="auto">
            <a:xfrm>
              <a:off x="7010400" y="5091071"/>
              <a:ext cx="1397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299" name="Line 121">
              <a:extLst>
                <a:ext uri="{FF2B5EF4-FFF2-40B4-BE49-F238E27FC236}">
                  <a16:creationId xmlns:a16="http://schemas.microsoft.com/office/drawing/2014/main" id="{1BEC6171-A19A-4CCA-9C96-D9434F990BF6}"/>
                </a:ext>
              </a:extLst>
            </p:cNvPr>
            <p:cNvSpPr>
              <a:spLocks noChangeShapeType="1"/>
            </p:cNvSpPr>
            <p:nvPr/>
          </p:nvSpPr>
          <p:spPr bwMode="auto">
            <a:xfrm>
              <a:off x="7086600" y="4889458"/>
              <a:ext cx="1588" cy="4937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00" name="Freeform 122">
              <a:extLst>
                <a:ext uri="{FF2B5EF4-FFF2-40B4-BE49-F238E27FC236}">
                  <a16:creationId xmlns:a16="http://schemas.microsoft.com/office/drawing/2014/main" id="{41913D1C-276B-4957-8AFF-D50B9AD4DF1A}"/>
                </a:ext>
              </a:extLst>
            </p:cNvPr>
            <p:cNvSpPr>
              <a:spLocks/>
            </p:cNvSpPr>
            <p:nvPr/>
          </p:nvSpPr>
          <p:spPr bwMode="auto">
            <a:xfrm>
              <a:off x="7086600" y="5103771"/>
              <a:ext cx="215900" cy="63500"/>
            </a:xfrm>
            <a:custGeom>
              <a:avLst/>
              <a:gdLst>
                <a:gd name="T0" fmla="*/ 0 w 136"/>
                <a:gd name="T1" fmla="*/ 0 h 40"/>
                <a:gd name="T2" fmla="*/ 2147483646 w 136"/>
                <a:gd name="T3" fmla="*/ 2147483646 h 40"/>
                <a:gd name="T4" fmla="*/ 2147483646 w 136"/>
                <a:gd name="T5" fmla="*/ 2147483646 h 40"/>
                <a:gd name="T6" fmla="*/ 2147483646 w 136"/>
                <a:gd name="T7" fmla="*/ 2147483646 h 40"/>
                <a:gd name="T8" fmla="*/ 2147483646 w 136"/>
                <a:gd name="T9" fmla="*/ 2147483646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40">
                  <a:moveTo>
                    <a:pt x="0" y="0"/>
                  </a:moveTo>
                  <a:lnTo>
                    <a:pt x="48" y="40"/>
                  </a:lnTo>
                  <a:lnTo>
                    <a:pt x="136" y="4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01" name="Freeform 123">
              <a:extLst>
                <a:ext uri="{FF2B5EF4-FFF2-40B4-BE49-F238E27FC236}">
                  <a16:creationId xmlns:a16="http://schemas.microsoft.com/office/drawing/2014/main" id="{CEC43531-23BA-48B1-A7E9-6A45F41BA38F}"/>
                </a:ext>
              </a:extLst>
            </p:cNvPr>
            <p:cNvSpPr>
              <a:spLocks/>
            </p:cNvSpPr>
            <p:nvPr/>
          </p:nvSpPr>
          <p:spPr bwMode="auto">
            <a:xfrm>
              <a:off x="7086600" y="5103771"/>
              <a:ext cx="215900" cy="63500"/>
            </a:xfrm>
            <a:custGeom>
              <a:avLst/>
              <a:gdLst>
                <a:gd name="T0" fmla="*/ 0 w 136"/>
                <a:gd name="T1" fmla="*/ 0 h 40"/>
                <a:gd name="T2" fmla="*/ 2147483646 w 136"/>
                <a:gd name="T3" fmla="*/ 2147483646 h 40"/>
                <a:gd name="T4" fmla="*/ 2147483646 w 136"/>
                <a:gd name="T5" fmla="*/ 2147483646 h 40"/>
                <a:gd name="T6" fmla="*/ 0 60000 65536"/>
                <a:gd name="T7" fmla="*/ 0 60000 65536"/>
                <a:gd name="T8" fmla="*/ 0 60000 65536"/>
              </a:gdLst>
              <a:ahLst/>
              <a:cxnLst>
                <a:cxn ang="T6">
                  <a:pos x="T0" y="T1"/>
                </a:cxn>
                <a:cxn ang="T7">
                  <a:pos x="T2" y="T3"/>
                </a:cxn>
                <a:cxn ang="T8">
                  <a:pos x="T4" y="T5"/>
                </a:cxn>
              </a:cxnLst>
              <a:rect l="0" t="0" r="r" b="b"/>
              <a:pathLst>
                <a:path w="136" h="40">
                  <a:moveTo>
                    <a:pt x="0" y="0"/>
                  </a:moveTo>
                  <a:lnTo>
                    <a:pt x="48" y="40"/>
                  </a:lnTo>
                  <a:lnTo>
                    <a:pt x="136" y="4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02" name="Line 124">
              <a:extLst>
                <a:ext uri="{FF2B5EF4-FFF2-40B4-BE49-F238E27FC236}">
                  <a16:creationId xmlns:a16="http://schemas.microsoft.com/office/drawing/2014/main" id="{1F8A9441-2146-4847-A4B9-CB5369364E4D}"/>
                </a:ext>
              </a:extLst>
            </p:cNvPr>
            <p:cNvSpPr>
              <a:spLocks noChangeShapeType="1"/>
            </p:cNvSpPr>
            <p:nvPr/>
          </p:nvSpPr>
          <p:spPr bwMode="auto">
            <a:xfrm>
              <a:off x="7885113" y="4889458"/>
              <a:ext cx="1587" cy="2143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03" name="Line 125">
              <a:extLst>
                <a:ext uri="{FF2B5EF4-FFF2-40B4-BE49-F238E27FC236}">
                  <a16:creationId xmlns:a16="http://schemas.microsoft.com/office/drawing/2014/main" id="{7BD2D2F0-8A07-42E8-9B4D-BB8E1452B2A2}"/>
                </a:ext>
              </a:extLst>
            </p:cNvPr>
            <p:cNvSpPr>
              <a:spLocks noChangeShapeType="1"/>
            </p:cNvSpPr>
            <p:nvPr/>
          </p:nvSpPr>
          <p:spPr bwMode="auto">
            <a:xfrm>
              <a:off x="7885113" y="5205371"/>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04" name="Line 126">
              <a:extLst>
                <a:ext uri="{FF2B5EF4-FFF2-40B4-BE49-F238E27FC236}">
                  <a16:creationId xmlns:a16="http://schemas.microsoft.com/office/drawing/2014/main" id="{72E51490-37C9-4E32-B277-9FAB30BB847D}"/>
                </a:ext>
              </a:extLst>
            </p:cNvPr>
            <p:cNvSpPr>
              <a:spLocks noChangeShapeType="1"/>
            </p:cNvSpPr>
            <p:nvPr/>
          </p:nvSpPr>
          <p:spPr bwMode="auto">
            <a:xfrm>
              <a:off x="7948613" y="4889458"/>
              <a:ext cx="1587" cy="2143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05" name="Line 127">
              <a:extLst>
                <a:ext uri="{FF2B5EF4-FFF2-40B4-BE49-F238E27FC236}">
                  <a16:creationId xmlns:a16="http://schemas.microsoft.com/office/drawing/2014/main" id="{BC930132-C4A2-47A4-B355-5B6A8A709A7E}"/>
                </a:ext>
              </a:extLst>
            </p:cNvPr>
            <p:cNvSpPr>
              <a:spLocks noChangeShapeType="1"/>
            </p:cNvSpPr>
            <p:nvPr/>
          </p:nvSpPr>
          <p:spPr bwMode="auto">
            <a:xfrm>
              <a:off x="7948613" y="5205371"/>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06" name="Oval 128">
              <a:extLst>
                <a:ext uri="{FF2B5EF4-FFF2-40B4-BE49-F238E27FC236}">
                  <a16:creationId xmlns:a16="http://schemas.microsoft.com/office/drawing/2014/main" id="{9F921A88-C8CF-44C0-A416-F8943969ED83}"/>
                </a:ext>
              </a:extLst>
            </p:cNvPr>
            <p:cNvSpPr>
              <a:spLocks noChangeArrowheads="1"/>
            </p:cNvSpPr>
            <p:nvPr/>
          </p:nvSpPr>
          <p:spPr bwMode="auto">
            <a:xfrm>
              <a:off x="7734300" y="4952958"/>
              <a:ext cx="379413" cy="379413"/>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07" name="Arc 129">
              <a:extLst>
                <a:ext uri="{FF2B5EF4-FFF2-40B4-BE49-F238E27FC236}">
                  <a16:creationId xmlns:a16="http://schemas.microsoft.com/office/drawing/2014/main" id="{C0579978-FAE6-45AA-AA87-BFA0B3AD4DAE}"/>
                </a:ext>
              </a:extLst>
            </p:cNvPr>
            <p:cNvSpPr>
              <a:spLocks/>
            </p:cNvSpPr>
            <p:nvPr/>
          </p:nvSpPr>
          <p:spPr bwMode="auto">
            <a:xfrm>
              <a:off x="7773988" y="5067258"/>
              <a:ext cx="163512" cy="82550"/>
            </a:xfrm>
            <a:custGeom>
              <a:avLst/>
              <a:gdLst>
                <a:gd name="T0" fmla="*/ 0 w 43191"/>
                <a:gd name="T1" fmla="*/ 2147483646 h 21600"/>
                <a:gd name="T2" fmla="*/ 2147483646 w 43191"/>
                <a:gd name="T3" fmla="*/ 2147483646 h 21600"/>
                <a:gd name="T4" fmla="*/ 2147483646 w 43191"/>
                <a:gd name="T5" fmla="*/ 2147483646 h 21600"/>
                <a:gd name="T6" fmla="*/ 0 60000 65536"/>
                <a:gd name="T7" fmla="*/ 0 60000 65536"/>
                <a:gd name="T8" fmla="*/ 0 60000 65536"/>
              </a:gdLst>
              <a:ahLst/>
              <a:cxnLst>
                <a:cxn ang="T6">
                  <a:pos x="T0" y="T1"/>
                </a:cxn>
                <a:cxn ang="T7">
                  <a:pos x="T2" y="T3"/>
                </a:cxn>
                <a:cxn ang="T8">
                  <a:pos x="T4" y="T5"/>
                </a:cxn>
              </a:cxnLst>
              <a:rect l="0" t="0" r="r" b="b"/>
              <a:pathLst>
                <a:path w="43191" h="21600" fill="none" extrusionOk="0">
                  <a:moveTo>
                    <a:pt x="-1" y="21184"/>
                  </a:moveTo>
                  <a:cubicBezTo>
                    <a:pt x="226" y="9419"/>
                    <a:pt x="9828" y="-1"/>
                    <a:pt x="21596" y="0"/>
                  </a:cubicBezTo>
                  <a:cubicBezTo>
                    <a:pt x="33357" y="0"/>
                    <a:pt x="42957" y="9409"/>
                    <a:pt x="43191" y="21168"/>
                  </a:cubicBezTo>
                </a:path>
                <a:path w="43191" h="21600" stroke="0" extrusionOk="0">
                  <a:moveTo>
                    <a:pt x="-1" y="21184"/>
                  </a:moveTo>
                  <a:cubicBezTo>
                    <a:pt x="226" y="9419"/>
                    <a:pt x="9828" y="-1"/>
                    <a:pt x="21596" y="0"/>
                  </a:cubicBezTo>
                  <a:cubicBezTo>
                    <a:pt x="33357" y="0"/>
                    <a:pt x="42957" y="9409"/>
                    <a:pt x="43191" y="21168"/>
                  </a:cubicBezTo>
                  <a:lnTo>
                    <a:pt x="21596" y="21600"/>
                  </a:lnTo>
                  <a:lnTo>
                    <a:pt x="-1" y="21184"/>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08" name="Arc 130">
              <a:extLst>
                <a:ext uri="{FF2B5EF4-FFF2-40B4-BE49-F238E27FC236}">
                  <a16:creationId xmlns:a16="http://schemas.microsoft.com/office/drawing/2014/main" id="{93B7D8A7-AC10-4BEE-91C3-39B10AE6AE8B}"/>
                </a:ext>
              </a:extLst>
            </p:cNvPr>
            <p:cNvSpPr>
              <a:spLocks/>
            </p:cNvSpPr>
            <p:nvPr/>
          </p:nvSpPr>
          <p:spPr bwMode="auto">
            <a:xfrm>
              <a:off x="7923213" y="5141871"/>
              <a:ext cx="152400" cy="76200"/>
            </a:xfrm>
            <a:custGeom>
              <a:avLst/>
              <a:gdLst>
                <a:gd name="T0" fmla="*/ 2147483646 w 43200"/>
                <a:gd name="T1" fmla="*/ 0 h 22054"/>
                <a:gd name="T2" fmla="*/ 2147483646 w 43200"/>
                <a:gd name="T3" fmla="*/ 0 h 22054"/>
                <a:gd name="T4" fmla="*/ 2147483646 w 43200"/>
                <a:gd name="T5" fmla="*/ 2147483646 h 22054"/>
                <a:gd name="T6" fmla="*/ 0 60000 65536"/>
                <a:gd name="T7" fmla="*/ 0 60000 65536"/>
                <a:gd name="T8" fmla="*/ 0 60000 65536"/>
              </a:gdLst>
              <a:ahLst/>
              <a:cxnLst>
                <a:cxn ang="T6">
                  <a:pos x="T0" y="T1"/>
                </a:cxn>
                <a:cxn ang="T7">
                  <a:pos x="T2" y="T3"/>
                </a:cxn>
                <a:cxn ang="T8">
                  <a:pos x="T4" y="T5"/>
                </a:cxn>
              </a:cxnLst>
              <a:rect l="0" t="0" r="r" b="b"/>
              <a:pathLst>
                <a:path w="43200" h="22054" fill="none" extrusionOk="0">
                  <a:moveTo>
                    <a:pt x="43195" y="-1"/>
                  </a:moveTo>
                  <a:cubicBezTo>
                    <a:pt x="43198" y="151"/>
                    <a:pt x="43200" y="302"/>
                    <a:pt x="43200" y="454"/>
                  </a:cubicBezTo>
                  <a:cubicBezTo>
                    <a:pt x="43200" y="12383"/>
                    <a:pt x="33529" y="22054"/>
                    <a:pt x="21600" y="22054"/>
                  </a:cubicBezTo>
                  <a:cubicBezTo>
                    <a:pt x="9670" y="22054"/>
                    <a:pt x="0" y="12383"/>
                    <a:pt x="0" y="454"/>
                  </a:cubicBezTo>
                  <a:cubicBezTo>
                    <a:pt x="-1" y="302"/>
                    <a:pt x="1" y="151"/>
                    <a:pt x="4" y="-1"/>
                  </a:cubicBezTo>
                </a:path>
                <a:path w="43200" h="22054" stroke="0" extrusionOk="0">
                  <a:moveTo>
                    <a:pt x="43195" y="-1"/>
                  </a:moveTo>
                  <a:cubicBezTo>
                    <a:pt x="43198" y="151"/>
                    <a:pt x="43200" y="302"/>
                    <a:pt x="43200" y="454"/>
                  </a:cubicBezTo>
                  <a:cubicBezTo>
                    <a:pt x="43200" y="12383"/>
                    <a:pt x="33529" y="22054"/>
                    <a:pt x="21600" y="22054"/>
                  </a:cubicBezTo>
                  <a:cubicBezTo>
                    <a:pt x="9670" y="22054"/>
                    <a:pt x="0" y="12383"/>
                    <a:pt x="0" y="454"/>
                  </a:cubicBezTo>
                  <a:cubicBezTo>
                    <a:pt x="-1" y="302"/>
                    <a:pt x="1" y="151"/>
                    <a:pt x="4" y="-1"/>
                  </a:cubicBezTo>
                  <a:lnTo>
                    <a:pt x="21600" y="454"/>
                  </a:lnTo>
                  <a:lnTo>
                    <a:pt x="43195" y="-1"/>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09" name="Rectangle 131">
              <a:extLst>
                <a:ext uri="{FF2B5EF4-FFF2-40B4-BE49-F238E27FC236}">
                  <a16:creationId xmlns:a16="http://schemas.microsoft.com/office/drawing/2014/main" id="{4D13609A-2168-4CAE-A299-63EC59696BE8}"/>
                </a:ext>
              </a:extLst>
            </p:cNvPr>
            <p:cNvSpPr>
              <a:spLocks noChangeArrowheads="1"/>
            </p:cNvSpPr>
            <p:nvPr/>
          </p:nvSpPr>
          <p:spPr bwMode="auto">
            <a:xfrm>
              <a:off x="8240713" y="4991058"/>
              <a:ext cx="88900" cy="2651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10" name="Line 132">
              <a:extLst>
                <a:ext uri="{FF2B5EF4-FFF2-40B4-BE49-F238E27FC236}">
                  <a16:creationId xmlns:a16="http://schemas.microsoft.com/office/drawing/2014/main" id="{44F38F43-BF16-46F0-B294-891190690B8B}"/>
                </a:ext>
              </a:extLst>
            </p:cNvPr>
            <p:cNvSpPr>
              <a:spLocks noChangeShapeType="1"/>
            </p:cNvSpPr>
            <p:nvPr/>
          </p:nvSpPr>
          <p:spPr bwMode="auto">
            <a:xfrm>
              <a:off x="8278813" y="4889458"/>
              <a:ext cx="1587" cy="1016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11" name="Line 133">
              <a:extLst>
                <a:ext uri="{FF2B5EF4-FFF2-40B4-BE49-F238E27FC236}">
                  <a16:creationId xmlns:a16="http://schemas.microsoft.com/office/drawing/2014/main" id="{9B1D6220-E7E0-418E-8C2A-B89BA200F176}"/>
                </a:ext>
              </a:extLst>
            </p:cNvPr>
            <p:cNvSpPr>
              <a:spLocks noChangeShapeType="1"/>
            </p:cNvSpPr>
            <p:nvPr/>
          </p:nvSpPr>
          <p:spPr bwMode="auto">
            <a:xfrm>
              <a:off x="8278813" y="5243471"/>
              <a:ext cx="1587" cy="1016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12" name="Line 134">
              <a:extLst>
                <a:ext uri="{FF2B5EF4-FFF2-40B4-BE49-F238E27FC236}">
                  <a16:creationId xmlns:a16="http://schemas.microsoft.com/office/drawing/2014/main" id="{25F02902-0656-4131-9EA4-2AA342C5295D}"/>
                </a:ext>
              </a:extLst>
            </p:cNvPr>
            <p:cNvSpPr>
              <a:spLocks noChangeShapeType="1"/>
            </p:cNvSpPr>
            <p:nvPr/>
          </p:nvSpPr>
          <p:spPr bwMode="auto">
            <a:xfrm flipV="1">
              <a:off x="8164513" y="5016458"/>
              <a:ext cx="228600" cy="2270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13" name="Line 135">
              <a:extLst>
                <a:ext uri="{FF2B5EF4-FFF2-40B4-BE49-F238E27FC236}">
                  <a16:creationId xmlns:a16="http://schemas.microsoft.com/office/drawing/2014/main" id="{A02FF3F7-AEAC-4D8D-BEC2-9F9855F8571E}"/>
                </a:ext>
              </a:extLst>
            </p:cNvPr>
            <p:cNvSpPr>
              <a:spLocks noChangeShapeType="1"/>
            </p:cNvSpPr>
            <p:nvPr/>
          </p:nvSpPr>
          <p:spPr bwMode="auto">
            <a:xfrm>
              <a:off x="4233863"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14" name="Line 136">
              <a:extLst>
                <a:ext uri="{FF2B5EF4-FFF2-40B4-BE49-F238E27FC236}">
                  <a16:creationId xmlns:a16="http://schemas.microsoft.com/office/drawing/2014/main" id="{8DF8BDE2-6182-4C37-8FB0-5D0A44DE6370}"/>
                </a:ext>
              </a:extLst>
            </p:cNvPr>
            <p:cNvSpPr>
              <a:spLocks noChangeShapeType="1"/>
            </p:cNvSpPr>
            <p:nvPr/>
          </p:nvSpPr>
          <p:spPr bwMode="auto">
            <a:xfrm>
              <a:off x="4487863"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15" name="Line 137">
              <a:extLst>
                <a:ext uri="{FF2B5EF4-FFF2-40B4-BE49-F238E27FC236}">
                  <a16:creationId xmlns:a16="http://schemas.microsoft.com/office/drawing/2014/main" id="{9E53896C-A230-4F0A-81E5-41ABD14B9778}"/>
                </a:ext>
              </a:extLst>
            </p:cNvPr>
            <p:cNvSpPr>
              <a:spLocks noChangeShapeType="1"/>
            </p:cNvSpPr>
            <p:nvPr/>
          </p:nvSpPr>
          <p:spPr bwMode="auto">
            <a:xfrm>
              <a:off x="4741863"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16" name="Line 138">
              <a:extLst>
                <a:ext uri="{FF2B5EF4-FFF2-40B4-BE49-F238E27FC236}">
                  <a16:creationId xmlns:a16="http://schemas.microsoft.com/office/drawing/2014/main" id="{05CB37DE-49CB-4878-98B0-1612DA77148B}"/>
                </a:ext>
              </a:extLst>
            </p:cNvPr>
            <p:cNvSpPr>
              <a:spLocks noChangeShapeType="1"/>
            </p:cNvSpPr>
            <p:nvPr/>
          </p:nvSpPr>
          <p:spPr bwMode="auto">
            <a:xfrm>
              <a:off x="5527675" y="4597358"/>
              <a:ext cx="1588"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17" name="Line 139">
              <a:extLst>
                <a:ext uri="{FF2B5EF4-FFF2-40B4-BE49-F238E27FC236}">
                  <a16:creationId xmlns:a16="http://schemas.microsoft.com/office/drawing/2014/main" id="{201008FC-298D-4D4D-ABA5-E45634DB9247}"/>
                </a:ext>
              </a:extLst>
            </p:cNvPr>
            <p:cNvSpPr>
              <a:spLocks noChangeShapeType="1"/>
            </p:cNvSpPr>
            <p:nvPr/>
          </p:nvSpPr>
          <p:spPr bwMode="auto">
            <a:xfrm>
              <a:off x="5743575" y="4597358"/>
              <a:ext cx="1588"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18" name="Line 140">
              <a:extLst>
                <a:ext uri="{FF2B5EF4-FFF2-40B4-BE49-F238E27FC236}">
                  <a16:creationId xmlns:a16="http://schemas.microsoft.com/office/drawing/2014/main" id="{E0293768-3096-4225-BA8F-1095D888C097}"/>
                </a:ext>
              </a:extLst>
            </p:cNvPr>
            <p:cNvSpPr>
              <a:spLocks noChangeShapeType="1"/>
            </p:cNvSpPr>
            <p:nvPr/>
          </p:nvSpPr>
          <p:spPr bwMode="auto">
            <a:xfrm>
              <a:off x="5957888"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19" name="Line 141">
              <a:extLst>
                <a:ext uri="{FF2B5EF4-FFF2-40B4-BE49-F238E27FC236}">
                  <a16:creationId xmlns:a16="http://schemas.microsoft.com/office/drawing/2014/main" id="{721FEA8E-0668-4D47-BCAD-1B86816A363F}"/>
                </a:ext>
              </a:extLst>
            </p:cNvPr>
            <p:cNvSpPr>
              <a:spLocks noChangeShapeType="1"/>
            </p:cNvSpPr>
            <p:nvPr/>
          </p:nvSpPr>
          <p:spPr bwMode="auto">
            <a:xfrm>
              <a:off x="6173788"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0" name="Line 142">
              <a:extLst>
                <a:ext uri="{FF2B5EF4-FFF2-40B4-BE49-F238E27FC236}">
                  <a16:creationId xmlns:a16="http://schemas.microsoft.com/office/drawing/2014/main" id="{BA962023-B08E-4CD7-AC75-A268D7216187}"/>
                </a:ext>
              </a:extLst>
            </p:cNvPr>
            <p:cNvSpPr>
              <a:spLocks noChangeShapeType="1"/>
            </p:cNvSpPr>
            <p:nvPr/>
          </p:nvSpPr>
          <p:spPr bwMode="auto">
            <a:xfrm>
              <a:off x="6389688"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1" name="Line 143">
              <a:extLst>
                <a:ext uri="{FF2B5EF4-FFF2-40B4-BE49-F238E27FC236}">
                  <a16:creationId xmlns:a16="http://schemas.microsoft.com/office/drawing/2014/main" id="{81689E9F-5CEF-4B5E-83C0-92799F8CC804}"/>
                </a:ext>
              </a:extLst>
            </p:cNvPr>
            <p:cNvSpPr>
              <a:spLocks noChangeShapeType="1"/>
            </p:cNvSpPr>
            <p:nvPr/>
          </p:nvSpPr>
          <p:spPr bwMode="auto">
            <a:xfrm>
              <a:off x="6605588"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2" name="Line 144">
              <a:extLst>
                <a:ext uri="{FF2B5EF4-FFF2-40B4-BE49-F238E27FC236}">
                  <a16:creationId xmlns:a16="http://schemas.microsoft.com/office/drawing/2014/main" id="{D71A8F8E-1719-4EA5-B56B-967FC0647E15}"/>
                </a:ext>
              </a:extLst>
            </p:cNvPr>
            <p:cNvSpPr>
              <a:spLocks noChangeShapeType="1"/>
            </p:cNvSpPr>
            <p:nvPr/>
          </p:nvSpPr>
          <p:spPr bwMode="auto">
            <a:xfrm>
              <a:off x="6821488"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3" name="Line 145">
              <a:extLst>
                <a:ext uri="{FF2B5EF4-FFF2-40B4-BE49-F238E27FC236}">
                  <a16:creationId xmlns:a16="http://schemas.microsoft.com/office/drawing/2014/main" id="{5C97B5C6-9A87-459A-B61C-CEDD9C3BE468}"/>
                </a:ext>
              </a:extLst>
            </p:cNvPr>
            <p:cNvSpPr>
              <a:spLocks noChangeShapeType="1"/>
            </p:cNvSpPr>
            <p:nvPr/>
          </p:nvSpPr>
          <p:spPr bwMode="auto">
            <a:xfrm>
              <a:off x="7035800" y="4597358"/>
              <a:ext cx="1588"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4" name="Line 146">
              <a:extLst>
                <a:ext uri="{FF2B5EF4-FFF2-40B4-BE49-F238E27FC236}">
                  <a16:creationId xmlns:a16="http://schemas.microsoft.com/office/drawing/2014/main" id="{C73A6C6A-8480-4E03-9305-1F3D377A8292}"/>
                </a:ext>
              </a:extLst>
            </p:cNvPr>
            <p:cNvSpPr>
              <a:spLocks noChangeShapeType="1"/>
            </p:cNvSpPr>
            <p:nvPr/>
          </p:nvSpPr>
          <p:spPr bwMode="auto">
            <a:xfrm>
              <a:off x="7251700" y="4597358"/>
              <a:ext cx="1588"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5" name="Line 147">
              <a:extLst>
                <a:ext uri="{FF2B5EF4-FFF2-40B4-BE49-F238E27FC236}">
                  <a16:creationId xmlns:a16="http://schemas.microsoft.com/office/drawing/2014/main" id="{D3FE00C8-4C8B-4A2D-A54E-694FF20ACD41}"/>
                </a:ext>
              </a:extLst>
            </p:cNvPr>
            <p:cNvSpPr>
              <a:spLocks noChangeShapeType="1"/>
            </p:cNvSpPr>
            <p:nvPr/>
          </p:nvSpPr>
          <p:spPr bwMode="auto">
            <a:xfrm>
              <a:off x="7834313"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6" name="Line 148">
              <a:extLst>
                <a:ext uri="{FF2B5EF4-FFF2-40B4-BE49-F238E27FC236}">
                  <a16:creationId xmlns:a16="http://schemas.microsoft.com/office/drawing/2014/main" id="{A3EDBD1E-8E7D-48A8-A4F9-FBA84D52EC50}"/>
                </a:ext>
              </a:extLst>
            </p:cNvPr>
            <p:cNvSpPr>
              <a:spLocks noChangeShapeType="1"/>
            </p:cNvSpPr>
            <p:nvPr/>
          </p:nvSpPr>
          <p:spPr bwMode="auto">
            <a:xfrm>
              <a:off x="8113713"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7" name="Line 149">
              <a:extLst>
                <a:ext uri="{FF2B5EF4-FFF2-40B4-BE49-F238E27FC236}">
                  <a16:creationId xmlns:a16="http://schemas.microsoft.com/office/drawing/2014/main" id="{5950644C-F97C-4498-980A-9E3EFA56D6B0}"/>
                </a:ext>
              </a:extLst>
            </p:cNvPr>
            <p:cNvSpPr>
              <a:spLocks noChangeShapeType="1"/>
            </p:cNvSpPr>
            <p:nvPr/>
          </p:nvSpPr>
          <p:spPr bwMode="auto">
            <a:xfrm>
              <a:off x="7974013"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8" name="Line 150">
              <a:extLst>
                <a:ext uri="{FF2B5EF4-FFF2-40B4-BE49-F238E27FC236}">
                  <a16:creationId xmlns:a16="http://schemas.microsoft.com/office/drawing/2014/main" id="{11930755-87F4-4194-91FB-D51FD2623918}"/>
                </a:ext>
              </a:extLst>
            </p:cNvPr>
            <p:cNvSpPr>
              <a:spLocks noChangeShapeType="1"/>
            </p:cNvSpPr>
            <p:nvPr/>
          </p:nvSpPr>
          <p:spPr bwMode="auto">
            <a:xfrm>
              <a:off x="8266113"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29" name="Line 151">
              <a:extLst>
                <a:ext uri="{FF2B5EF4-FFF2-40B4-BE49-F238E27FC236}">
                  <a16:creationId xmlns:a16="http://schemas.microsoft.com/office/drawing/2014/main" id="{D1D1A412-3ECF-4A4A-BE4E-3AC1BF4D7424}"/>
                </a:ext>
              </a:extLst>
            </p:cNvPr>
            <p:cNvSpPr>
              <a:spLocks noChangeShapeType="1"/>
            </p:cNvSpPr>
            <p:nvPr/>
          </p:nvSpPr>
          <p:spPr bwMode="auto">
            <a:xfrm>
              <a:off x="8545513"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30" name="Line 152">
              <a:extLst>
                <a:ext uri="{FF2B5EF4-FFF2-40B4-BE49-F238E27FC236}">
                  <a16:creationId xmlns:a16="http://schemas.microsoft.com/office/drawing/2014/main" id="{224A33ED-7D9F-4161-8CCE-109C8B8CE752}"/>
                </a:ext>
              </a:extLst>
            </p:cNvPr>
            <p:cNvSpPr>
              <a:spLocks noChangeShapeType="1"/>
            </p:cNvSpPr>
            <p:nvPr/>
          </p:nvSpPr>
          <p:spPr bwMode="auto">
            <a:xfrm>
              <a:off x="8405813" y="4597358"/>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31" name="Line 153">
              <a:extLst>
                <a:ext uri="{FF2B5EF4-FFF2-40B4-BE49-F238E27FC236}">
                  <a16:creationId xmlns:a16="http://schemas.microsoft.com/office/drawing/2014/main" id="{3CECC759-259D-41C4-85CF-2AF75695264C}"/>
                </a:ext>
              </a:extLst>
            </p:cNvPr>
            <p:cNvSpPr>
              <a:spLocks noChangeShapeType="1"/>
            </p:cNvSpPr>
            <p:nvPr/>
          </p:nvSpPr>
          <p:spPr bwMode="auto">
            <a:xfrm>
              <a:off x="8494713" y="4090946"/>
              <a:ext cx="1587" cy="2159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32" name="Freeform 156">
              <a:extLst>
                <a:ext uri="{FF2B5EF4-FFF2-40B4-BE49-F238E27FC236}">
                  <a16:creationId xmlns:a16="http://schemas.microsoft.com/office/drawing/2014/main" id="{43AE356E-C249-40EB-A65D-A1F2A4AC5563}"/>
                </a:ext>
              </a:extLst>
            </p:cNvPr>
            <p:cNvSpPr>
              <a:spLocks/>
            </p:cNvSpPr>
            <p:nvPr/>
          </p:nvSpPr>
          <p:spPr bwMode="auto">
            <a:xfrm>
              <a:off x="6249988" y="5167271"/>
              <a:ext cx="63500" cy="215900"/>
            </a:xfrm>
            <a:custGeom>
              <a:avLst/>
              <a:gdLst>
                <a:gd name="T0" fmla="*/ 2147483646 w 40"/>
                <a:gd name="T1" fmla="*/ 0 h 136"/>
                <a:gd name="T2" fmla="*/ 0 w 40"/>
                <a:gd name="T3" fmla="*/ 0 h 136"/>
                <a:gd name="T4" fmla="*/ 0 w 40"/>
                <a:gd name="T5" fmla="*/ 0 h 136"/>
                <a:gd name="T6" fmla="*/ 0 w 40"/>
                <a:gd name="T7" fmla="*/ 2147483646 h 136"/>
                <a:gd name="T8" fmla="*/ 0 w 40"/>
                <a:gd name="T9" fmla="*/ 2147483646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136">
                  <a:moveTo>
                    <a:pt x="40" y="0"/>
                  </a:moveTo>
                  <a:lnTo>
                    <a:pt x="0" y="0"/>
                  </a:lnTo>
                  <a:lnTo>
                    <a:pt x="0" y="136"/>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33" name="Freeform 157">
              <a:extLst>
                <a:ext uri="{FF2B5EF4-FFF2-40B4-BE49-F238E27FC236}">
                  <a16:creationId xmlns:a16="http://schemas.microsoft.com/office/drawing/2014/main" id="{E2978BE6-A536-458B-A4AD-EE0887120FB5}"/>
                </a:ext>
              </a:extLst>
            </p:cNvPr>
            <p:cNvSpPr>
              <a:spLocks/>
            </p:cNvSpPr>
            <p:nvPr/>
          </p:nvSpPr>
          <p:spPr bwMode="auto">
            <a:xfrm>
              <a:off x="6249988" y="5167271"/>
              <a:ext cx="63500" cy="215900"/>
            </a:xfrm>
            <a:custGeom>
              <a:avLst/>
              <a:gdLst>
                <a:gd name="T0" fmla="*/ 2147483646 w 40"/>
                <a:gd name="T1" fmla="*/ 0 h 136"/>
                <a:gd name="T2" fmla="*/ 0 w 40"/>
                <a:gd name="T3" fmla="*/ 0 h 136"/>
                <a:gd name="T4" fmla="*/ 0 w 40"/>
                <a:gd name="T5" fmla="*/ 2147483646 h 136"/>
                <a:gd name="T6" fmla="*/ 0 60000 65536"/>
                <a:gd name="T7" fmla="*/ 0 60000 65536"/>
                <a:gd name="T8" fmla="*/ 0 60000 65536"/>
              </a:gdLst>
              <a:ahLst/>
              <a:cxnLst>
                <a:cxn ang="T6">
                  <a:pos x="T0" y="T1"/>
                </a:cxn>
                <a:cxn ang="T7">
                  <a:pos x="T2" y="T3"/>
                </a:cxn>
                <a:cxn ang="T8">
                  <a:pos x="T4" y="T5"/>
                </a:cxn>
              </a:cxnLst>
              <a:rect l="0" t="0" r="r" b="b"/>
              <a:pathLst>
                <a:path w="40" h="136">
                  <a:moveTo>
                    <a:pt x="40" y="0"/>
                  </a:moveTo>
                  <a:lnTo>
                    <a:pt x="0" y="0"/>
                  </a:lnTo>
                  <a:lnTo>
                    <a:pt x="0" y="136"/>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34" name="Oval 158">
              <a:extLst>
                <a:ext uri="{FF2B5EF4-FFF2-40B4-BE49-F238E27FC236}">
                  <a16:creationId xmlns:a16="http://schemas.microsoft.com/office/drawing/2014/main" id="{C7950D15-49E9-4B02-A5F2-B65393662B03}"/>
                </a:ext>
              </a:extLst>
            </p:cNvPr>
            <p:cNvSpPr>
              <a:spLocks noChangeArrowheads="1"/>
            </p:cNvSpPr>
            <p:nvPr/>
          </p:nvSpPr>
          <p:spPr bwMode="auto">
            <a:xfrm>
              <a:off x="8507413" y="5029158"/>
              <a:ext cx="227012" cy="227013"/>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35" name="Rectangle 159">
              <a:extLst>
                <a:ext uri="{FF2B5EF4-FFF2-40B4-BE49-F238E27FC236}">
                  <a16:creationId xmlns:a16="http://schemas.microsoft.com/office/drawing/2014/main" id="{6E4378B2-2726-4308-BCC1-A7B6A45DD42B}"/>
                </a:ext>
              </a:extLst>
            </p:cNvPr>
            <p:cNvSpPr>
              <a:spLocks noChangeArrowheads="1"/>
            </p:cNvSpPr>
            <p:nvPr/>
          </p:nvSpPr>
          <p:spPr bwMode="auto">
            <a:xfrm>
              <a:off x="8545513" y="5067258"/>
              <a:ext cx="163512" cy="150813"/>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36" name="Rectangle 160">
              <a:extLst>
                <a:ext uri="{FF2B5EF4-FFF2-40B4-BE49-F238E27FC236}">
                  <a16:creationId xmlns:a16="http://schemas.microsoft.com/office/drawing/2014/main" id="{52EEBA70-91F2-42C2-BBBF-1264CB87BC44}"/>
                </a:ext>
              </a:extLst>
            </p:cNvPr>
            <p:cNvSpPr>
              <a:spLocks noChangeArrowheads="1"/>
            </p:cNvSpPr>
            <p:nvPr/>
          </p:nvSpPr>
          <p:spPr bwMode="auto">
            <a:xfrm>
              <a:off x="69850" y="5573671"/>
              <a:ext cx="88392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37" name="Rectangle 161">
              <a:extLst>
                <a:ext uri="{FF2B5EF4-FFF2-40B4-BE49-F238E27FC236}">
                  <a16:creationId xmlns:a16="http://schemas.microsoft.com/office/drawing/2014/main" id="{A1CBE876-A0F0-400C-990E-839875EB8EFD}"/>
                </a:ext>
              </a:extLst>
            </p:cNvPr>
            <p:cNvSpPr>
              <a:spLocks noChangeArrowheads="1"/>
            </p:cNvSpPr>
            <p:nvPr/>
          </p:nvSpPr>
          <p:spPr bwMode="auto">
            <a:xfrm>
              <a:off x="766361" y="5741259"/>
              <a:ext cx="253915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800" b="0" dirty="0">
                  <a:solidFill>
                    <a:srgbClr val="000000"/>
                  </a:solidFill>
                  <a:ea typeface="+mn-ea"/>
                  <a:cs typeface="Arial" panose="020B0604020202020204" pitchFamily="34" charset="0"/>
                </a:rPr>
                <a:t>Primary plant technology</a:t>
              </a:r>
              <a:endParaRPr lang="en-US" altLang="en-US" sz="2400" b="0" dirty="0">
                <a:solidFill>
                  <a:srgbClr val="000000"/>
                </a:solidFill>
                <a:ea typeface="+mn-ea"/>
                <a:cs typeface="Arial" panose="020B0604020202020204" pitchFamily="34" charset="0"/>
              </a:endParaRPr>
            </a:p>
          </p:txBody>
        </p:sp>
        <p:sp>
          <p:nvSpPr>
            <p:cNvPr id="338" name="Rectangle 162">
              <a:extLst>
                <a:ext uri="{FF2B5EF4-FFF2-40B4-BE49-F238E27FC236}">
                  <a16:creationId xmlns:a16="http://schemas.microsoft.com/office/drawing/2014/main" id="{87B54143-7B90-48C7-A368-8AB782DCD46A}"/>
                </a:ext>
              </a:extLst>
            </p:cNvPr>
            <p:cNvSpPr>
              <a:spLocks noChangeArrowheads="1"/>
            </p:cNvSpPr>
            <p:nvPr/>
          </p:nvSpPr>
          <p:spPr bwMode="auto">
            <a:xfrm>
              <a:off x="4057650" y="5738771"/>
              <a:ext cx="392113" cy="2016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39" name="Freeform 163">
              <a:extLst>
                <a:ext uri="{FF2B5EF4-FFF2-40B4-BE49-F238E27FC236}">
                  <a16:creationId xmlns:a16="http://schemas.microsoft.com/office/drawing/2014/main" id="{466C3B76-CFAC-4FA1-A1F7-7EB7F9EF6574}"/>
                </a:ext>
              </a:extLst>
            </p:cNvPr>
            <p:cNvSpPr>
              <a:spLocks/>
            </p:cNvSpPr>
            <p:nvPr/>
          </p:nvSpPr>
          <p:spPr bwMode="auto">
            <a:xfrm>
              <a:off x="4335463" y="5662571"/>
              <a:ext cx="266700" cy="100012"/>
            </a:xfrm>
            <a:custGeom>
              <a:avLst/>
              <a:gdLst>
                <a:gd name="T0" fmla="*/ 0 w 168"/>
                <a:gd name="T1" fmla="*/ 2147483646 h 63"/>
                <a:gd name="T2" fmla="*/ 0 w 168"/>
                <a:gd name="T3" fmla="*/ 0 h 63"/>
                <a:gd name="T4" fmla="*/ 0 w 168"/>
                <a:gd name="T5" fmla="*/ 0 h 63"/>
                <a:gd name="T6" fmla="*/ 2147483646 w 168"/>
                <a:gd name="T7" fmla="*/ 0 h 63"/>
                <a:gd name="T8" fmla="*/ 2147483646 w 168"/>
                <a:gd name="T9" fmla="*/ 0 h 63"/>
                <a:gd name="T10" fmla="*/ 2147483646 w 168"/>
                <a:gd name="T11" fmla="*/ 0 h 63"/>
                <a:gd name="T12" fmla="*/ 2147483646 w 168"/>
                <a:gd name="T13" fmla="*/ 0 h 63"/>
                <a:gd name="T14" fmla="*/ 2147483646 w 168"/>
                <a:gd name="T15" fmla="*/ 2147483646 h 63"/>
                <a:gd name="T16" fmla="*/ 2147483646 w 168"/>
                <a:gd name="T17" fmla="*/ 2147483646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8" h="63">
                  <a:moveTo>
                    <a:pt x="0" y="40"/>
                  </a:moveTo>
                  <a:lnTo>
                    <a:pt x="0" y="0"/>
                  </a:lnTo>
                  <a:lnTo>
                    <a:pt x="80" y="0"/>
                  </a:lnTo>
                  <a:lnTo>
                    <a:pt x="168" y="0"/>
                  </a:lnTo>
                  <a:lnTo>
                    <a:pt x="168" y="63"/>
                  </a:lnTo>
                </a:path>
              </a:pathLst>
            </a:custGeom>
            <a:noFill/>
            <a:ln w="508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40" name="Freeform 164">
              <a:extLst>
                <a:ext uri="{FF2B5EF4-FFF2-40B4-BE49-F238E27FC236}">
                  <a16:creationId xmlns:a16="http://schemas.microsoft.com/office/drawing/2014/main" id="{9D505788-EE9A-44EA-B23F-2960C02F5EF7}"/>
                </a:ext>
              </a:extLst>
            </p:cNvPr>
            <p:cNvSpPr>
              <a:spLocks/>
            </p:cNvSpPr>
            <p:nvPr/>
          </p:nvSpPr>
          <p:spPr bwMode="auto">
            <a:xfrm>
              <a:off x="4187825" y="5724483"/>
              <a:ext cx="266700" cy="101600"/>
            </a:xfrm>
            <a:custGeom>
              <a:avLst/>
              <a:gdLst>
                <a:gd name="T0" fmla="*/ 0 w 168"/>
                <a:gd name="T1" fmla="*/ 2147483646 h 64"/>
                <a:gd name="T2" fmla="*/ 0 w 168"/>
                <a:gd name="T3" fmla="*/ 0 h 64"/>
                <a:gd name="T4" fmla="*/ 2147483646 w 168"/>
                <a:gd name="T5" fmla="*/ 0 h 64"/>
                <a:gd name="T6" fmla="*/ 2147483646 w 168"/>
                <a:gd name="T7" fmla="*/ 0 h 64"/>
                <a:gd name="T8" fmla="*/ 2147483646 w 168"/>
                <a:gd name="T9" fmla="*/ 2147483646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64">
                  <a:moveTo>
                    <a:pt x="0" y="40"/>
                  </a:moveTo>
                  <a:lnTo>
                    <a:pt x="0" y="0"/>
                  </a:lnTo>
                  <a:lnTo>
                    <a:pt x="80" y="0"/>
                  </a:lnTo>
                  <a:lnTo>
                    <a:pt x="168" y="0"/>
                  </a:lnTo>
                  <a:lnTo>
                    <a:pt x="168" y="64"/>
                  </a:lnTo>
                </a:path>
              </a:pathLst>
            </a:custGeom>
            <a:solidFill>
              <a:srgbClr val="FFFFFF"/>
            </a:solidFill>
            <a:ln w="50800">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341" name="Line 165">
              <a:extLst>
                <a:ext uri="{FF2B5EF4-FFF2-40B4-BE49-F238E27FC236}">
                  <a16:creationId xmlns:a16="http://schemas.microsoft.com/office/drawing/2014/main" id="{01745B59-1256-48E8-8F63-C275393499FC}"/>
                </a:ext>
              </a:extLst>
            </p:cNvPr>
            <p:cNvSpPr>
              <a:spLocks noChangeShapeType="1"/>
            </p:cNvSpPr>
            <p:nvPr/>
          </p:nvSpPr>
          <p:spPr bwMode="auto">
            <a:xfrm>
              <a:off x="4094163" y="5775283"/>
              <a:ext cx="292100"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42" name="Line 166">
              <a:extLst>
                <a:ext uri="{FF2B5EF4-FFF2-40B4-BE49-F238E27FC236}">
                  <a16:creationId xmlns:a16="http://schemas.microsoft.com/office/drawing/2014/main" id="{09CFE202-42D6-4251-BD93-53A75F586072}"/>
                </a:ext>
              </a:extLst>
            </p:cNvPr>
            <p:cNvSpPr>
              <a:spLocks noChangeShapeType="1"/>
            </p:cNvSpPr>
            <p:nvPr/>
          </p:nvSpPr>
          <p:spPr bwMode="auto">
            <a:xfrm>
              <a:off x="4437063" y="5813383"/>
              <a:ext cx="569912"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43" name="Rectangle 167">
              <a:extLst>
                <a:ext uri="{FF2B5EF4-FFF2-40B4-BE49-F238E27FC236}">
                  <a16:creationId xmlns:a16="http://schemas.microsoft.com/office/drawing/2014/main" id="{06674F0F-CC8C-459B-BD33-559952EA1AAA}"/>
                </a:ext>
              </a:extLst>
            </p:cNvPr>
            <p:cNvSpPr>
              <a:spLocks noChangeArrowheads="1"/>
            </p:cNvSpPr>
            <p:nvPr/>
          </p:nvSpPr>
          <p:spPr bwMode="auto">
            <a:xfrm>
              <a:off x="4589463" y="5775283"/>
              <a:ext cx="355600" cy="127000"/>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4" name="Rectangle 168">
              <a:extLst>
                <a:ext uri="{FF2B5EF4-FFF2-40B4-BE49-F238E27FC236}">
                  <a16:creationId xmlns:a16="http://schemas.microsoft.com/office/drawing/2014/main" id="{9F5F17AA-77DB-4DF2-805E-AB9AC63BEA77}"/>
                </a:ext>
              </a:extLst>
            </p:cNvPr>
            <p:cNvSpPr>
              <a:spLocks noChangeArrowheads="1"/>
            </p:cNvSpPr>
            <p:nvPr/>
          </p:nvSpPr>
          <p:spPr bwMode="auto">
            <a:xfrm>
              <a:off x="4475163" y="5775283"/>
              <a:ext cx="88900" cy="88900"/>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45" name="Freeform 169">
              <a:extLst>
                <a:ext uri="{FF2B5EF4-FFF2-40B4-BE49-F238E27FC236}">
                  <a16:creationId xmlns:a16="http://schemas.microsoft.com/office/drawing/2014/main" id="{F44739C9-145A-46D6-9326-54F7A06B1F27}"/>
                </a:ext>
              </a:extLst>
            </p:cNvPr>
            <p:cNvSpPr>
              <a:spLocks/>
            </p:cNvSpPr>
            <p:nvPr/>
          </p:nvSpPr>
          <p:spPr bwMode="auto">
            <a:xfrm>
              <a:off x="4868863" y="5662571"/>
              <a:ext cx="493712" cy="100012"/>
            </a:xfrm>
            <a:custGeom>
              <a:avLst/>
              <a:gdLst>
                <a:gd name="T0" fmla="*/ 0 w 311"/>
                <a:gd name="T1" fmla="*/ 2147483646 h 63"/>
                <a:gd name="T2" fmla="*/ 0 w 311"/>
                <a:gd name="T3" fmla="*/ 0 h 63"/>
                <a:gd name="T4" fmla="*/ 2147483646 w 311"/>
                <a:gd name="T5" fmla="*/ 0 h 63"/>
                <a:gd name="T6" fmla="*/ 2147483646 w 311"/>
                <a:gd name="T7" fmla="*/ 0 h 63"/>
                <a:gd name="T8" fmla="*/ 2147483646 w 311"/>
                <a:gd name="T9" fmla="*/ 2147483646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1" h="63">
                  <a:moveTo>
                    <a:pt x="0" y="40"/>
                  </a:moveTo>
                  <a:lnTo>
                    <a:pt x="0" y="0"/>
                  </a:lnTo>
                  <a:lnTo>
                    <a:pt x="151" y="0"/>
                  </a:lnTo>
                  <a:lnTo>
                    <a:pt x="311" y="0"/>
                  </a:lnTo>
                  <a:lnTo>
                    <a:pt x="311" y="63"/>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46" name="Freeform 170">
              <a:extLst>
                <a:ext uri="{FF2B5EF4-FFF2-40B4-BE49-F238E27FC236}">
                  <a16:creationId xmlns:a16="http://schemas.microsoft.com/office/drawing/2014/main" id="{42A4FA80-F4E6-4464-AF52-092735D4CFF2}"/>
                </a:ext>
              </a:extLst>
            </p:cNvPr>
            <p:cNvSpPr>
              <a:spLocks/>
            </p:cNvSpPr>
            <p:nvPr/>
          </p:nvSpPr>
          <p:spPr bwMode="auto">
            <a:xfrm flipV="1">
              <a:off x="4913313" y="5878471"/>
              <a:ext cx="493712" cy="100012"/>
            </a:xfrm>
            <a:custGeom>
              <a:avLst/>
              <a:gdLst>
                <a:gd name="T0" fmla="*/ 0 w 311"/>
                <a:gd name="T1" fmla="*/ 2147483646 h 63"/>
                <a:gd name="T2" fmla="*/ 0 w 311"/>
                <a:gd name="T3" fmla="*/ 2147483646 h 63"/>
                <a:gd name="T4" fmla="*/ 0 w 311"/>
                <a:gd name="T5" fmla="*/ 2147483646 h 63"/>
                <a:gd name="T6" fmla="*/ 2147483646 w 311"/>
                <a:gd name="T7" fmla="*/ 2147483646 h 63"/>
                <a:gd name="T8" fmla="*/ 2147483646 w 311"/>
                <a:gd name="T9" fmla="*/ 2147483646 h 63"/>
                <a:gd name="T10" fmla="*/ 2147483646 w 311"/>
                <a:gd name="T11" fmla="*/ 2147483646 h 63"/>
                <a:gd name="T12" fmla="*/ 2147483646 w 311"/>
                <a:gd name="T13" fmla="*/ 0 h 63"/>
                <a:gd name="T14" fmla="*/ 2147483646 w 311"/>
                <a:gd name="T15" fmla="*/ 0 h 63"/>
                <a:gd name="T16" fmla="*/ 2147483646 w 311"/>
                <a:gd name="T17" fmla="*/ 0 h 63"/>
                <a:gd name="T18" fmla="*/ 2147483646 w 311"/>
                <a:gd name="T19" fmla="*/ 0 h 63"/>
                <a:gd name="T20" fmla="*/ 2147483646 w 311"/>
                <a:gd name="T21" fmla="*/ 0 h 63"/>
                <a:gd name="T22" fmla="*/ 2147483646 w 311"/>
                <a:gd name="T23" fmla="*/ 0 h 63"/>
                <a:gd name="T24" fmla="*/ 2147483646 w 311"/>
                <a:gd name="T25" fmla="*/ 0 h 63"/>
                <a:gd name="T26" fmla="*/ 2147483646 w 311"/>
                <a:gd name="T27" fmla="*/ 0 h 63"/>
                <a:gd name="T28" fmla="*/ 2147483646 w 311"/>
                <a:gd name="T29" fmla="*/ 0 h 63"/>
                <a:gd name="T30" fmla="*/ 2147483646 w 311"/>
                <a:gd name="T31" fmla="*/ 2147483646 h 63"/>
                <a:gd name="T32" fmla="*/ 2147483646 w 311"/>
                <a:gd name="T33" fmla="*/ 2147483646 h 63"/>
                <a:gd name="T34" fmla="*/ 2147483646 w 311"/>
                <a:gd name="T35" fmla="*/ 2147483646 h 63"/>
                <a:gd name="T36" fmla="*/ 2147483646 w 311"/>
                <a:gd name="T37" fmla="*/ 2147483646 h 63"/>
                <a:gd name="T38" fmla="*/ 2147483646 w 311"/>
                <a:gd name="T39" fmla="*/ 2147483646 h 63"/>
                <a:gd name="T40" fmla="*/ 2147483646 w 311"/>
                <a:gd name="T41" fmla="*/ 2147483646 h 63"/>
                <a:gd name="T42" fmla="*/ 2147483646 w 311"/>
                <a:gd name="T43" fmla="*/ 2147483646 h 6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11" h="63">
                  <a:moveTo>
                    <a:pt x="0" y="40"/>
                  </a:moveTo>
                  <a:lnTo>
                    <a:pt x="0" y="32"/>
                  </a:lnTo>
                  <a:lnTo>
                    <a:pt x="8" y="16"/>
                  </a:lnTo>
                  <a:lnTo>
                    <a:pt x="16" y="8"/>
                  </a:lnTo>
                  <a:lnTo>
                    <a:pt x="40" y="0"/>
                  </a:lnTo>
                  <a:lnTo>
                    <a:pt x="48" y="0"/>
                  </a:lnTo>
                  <a:lnTo>
                    <a:pt x="64" y="0"/>
                  </a:lnTo>
                  <a:lnTo>
                    <a:pt x="72" y="0"/>
                  </a:lnTo>
                  <a:lnTo>
                    <a:pt x="111" y="0"/>
                  </a:lnTo>
                  <a:lnTo>
                    <a:pt x="191" y="0"/>
                  </a:lnTo>
                  <a:lnTo>
                    <a:pt x="231" y="0"/>
                  </a:lnTo>
                  <a:lnTo>
                    <a:pt x="239" y="0"/>
                  </a:lnTo>
                  <a:lnTo>
                    <a:pt x="255" y="0"/>
                  </a:lnTo>
                  <a:lnTo>
                    <a:pt x="279" y="8"/>
                  </a:lnTo>
                  <a:lnTo>
                    <a:pt x="287" y="16"/>
                  </a:lnTo>
                  <a:lnTo>
                    <a:pt x="303" y="24"/>
                  </a:lnTo>
                  <a:lnTo>
                    <a:pt x="311" y="48"/>
                  </a:lnTo>
                  <a:lnTo>
                    <a:pt x="311" y="56"/>
                  </a:lnTo>
                  <a:lnTo>
                    <a:pt x="311" y="63"/>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47" name="Rectangle 171">
              <a:extLst>
                <a:ext uri="{FF2B5EF4-FFF2-40B4-BE49-F238E27FC236}">
                  <a16:creationId xmlns:a16="http://schemas.microsoft.com/office/drawing/2014/main" id="{0AD08AB7-01EE-4333-9409-9C4572AA9393}"/>
                </a:ext>
              </a:extLst>
            </p:cNvPr>
            <p:cNvSpPr>
              <a:spLocks noChangeArrowheads="1"/>
            </p:cNvSpPr>
            <p:nvPr/>
          </p:nvSpPr>
          <p:spPr bwMode="auto">
            <a:xfrm>
              <a:off x="5349875" y="5662571"/>
              <a:ext cx="88900" cy="2778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48" name="Rectangle 172">
              <a:extLst>
                <a:ext uri="{FF2B5EF4-FFF2-40B4-BE49-F238E27FC236}">
                  <a16:creationId xmlns:a16="http://schemas.microsoft.com/office/drawing/2014/main" id="{5ECF5D2C-ACEA-4B16-B515-AF40EA1DA8A1}"/>
                </a:ext>
              </a:extLst>
            </p:cNvPr>
            <p:cNvSpPr>
              <a:spLocks noChangeArrowheads="1"/>
            </p:cNvSpPr>
            <p:nvPr/>
          </p:nvSpPr>
          <p:spPr bwMode="auto">
            <a:xfrm>
              <a:off x="5464175" y="5662571"/>
              <a:ext cx="88900" cy="2778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49" name="Rectangle 173">
              <a:extLst>
                <a:ext uri="{FF2B5EF4-FFF2-40B4-BE49-F238E27FC236}">
                  <a16:creationId xmlns:a16="http://schemas.microsoft.com/office/drawing/2014/main" id="{852C5A15-E287-4D08-BDAF-589D93A9A1CA}"/>
                </a:ext>
              </a:extLst>
            </p:cNvPr>
            <p:cNvSpPr>
              <a:spLocks noChangeArrowheads="1"/>
            </p:cNvSpPr>
            <p:nvPr/>
          </p:nvSpPr>
          <p:spPr bwMode="auto">
            <a:xfrm>
              <a:off x="5578475" y="5662571"/>
              <a:ext cx="88900" cy="2778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50" name="Rectangle 174">
              <a:extLst>
                <a:ext uri="{FF2B5EF4-FFF2-40B4-BE49-F238E27FC236}">
                  <a16:creationId xmlns:a16="http://schemas.microsoft.com/office/drawing/2014/main" id="{DD828EF8-C697-4BD5-946D-7674117A9288}"/>
                </a:ext>
              </a:extLst>
            </p:cNvPr>
            <p:cNvSpPr>
              <a:spLocks noChangeArrowheads="1"/>
            </p:cNvSpPr>
            <p:nvPr/>
          </p:nvSpPr>
          <p:spPr bwMode="auto">
            <a:xfrm>
              <a:off x="5692775" y="5662571"/>
              <a:ext cx="88900" cy="277812"/>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51" name="Freeform 175">
              <a:extLst>
                <a:ext uri="{FF2B5EF4-FFF2-40B4-BE49-F238E27FC236}">
                  <a16:creationId xmlns:a16="http://schemas.microsoft.com/office/drawing/2014/main" id="{13AF8EF3-B489-479C-9E38-11371AAA715A}"/>
                </a:ext>
              </a:extLst>
            </p:cNvPr>
            <p:cNvSpPr>
              <a:spLocks/>
            </p:cNvSpPr>
            <p:nvPr/>
          </p:nvSpPr>
          <p:spPr bwMode="auto">
            <a:xfrm>
              <a:off x="5768975" y="5700671"/>
              <a:ext cx="303213" cy="188912"/>
            </a:xfrm>
            <a:custGeom>
              <a:avLst/>
              <a:gdLst>
                <a:gd name="T0" fmla="*/ 0 w 191"/>
                <a:gd name="T1" fmla="*/ 0 h 119"/>
                <a:gd name="T2" fmla="*/ 2147483646 w 191"/>
                <a:gd name="T3" fmla="*/ 0 h 119"/>
                <a:gd name="T4" fmla="*/ 2147483646 w 191"/>
                <a:gd name="T5" fmla="*/ 2147483646 h 119"/>
                <a:gd name="T6" fmla="*/ 2147483646 w 191"/>
                <a:gd name="T7" fmla="*/ 2147483646 h 1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1" h="119">
                  <a:moveTo>
                    <a:pt x="0" y="0"/>
                  </a:moveTo>
                  <a:lnTo>
                    <a:pt x="72" y="0"/>
                  </a:lnTo>
                  <a:lnTo>
                    <a:pt x="72" y="119"/>
                  </a:lnTo>
                  <a:lnTo>
                    <a:pt x="191" y="119"/>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52" name="Oval 176">
              <a:extLst>
                <a:ext uri="{FF2B5EF4-FFF2-40B4-BE49-F238E27FC236}">
                  <a16:creationId xmlns:a16="http://schemas.microsoft.com/office/drawing/2014/main" id="{F0F62279-CD20-40BE-AB2D-FB8E662DB8C5}"/>
                </a:ext>
              </a:extLst>
            </p:cNvPr>
            <p:cNvSpPr>
              <a:spLocks noChangeArrowheads="1"/>
            </p:cNvSpPr>
            <p:nvPr/>
          </p:nvSpPr>
          <p:spPr bwMode="auto">
            <a:xfrm>
              <a:off x="6072188" y="5775283"/>
              <a:ext cx="165100" cy="165100"/>
            </a:xfrm>
            <a:prstGeom prst="ellipse">
              <a:avLst/>
            </a:prstGeom>
            <a:blipFill dpi="0" rotWithShape="0">
              <a:blip r:embed="rId3"/>
              <a:srcRect/>
              <a:tile tx="0" ty="0" sx="100000" sy="100000" flip="none" algn="tl"/>
            </a:blip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53" name="Oval 177">
              <a:extLst>
                <a:ext uri="{FF2B5EF4-FFF2-40B4-BE49-F238E27FC236}">
                  <a16:creationId xmlns:a16="http://schemas.microsoft.com/office/drawing/2014/main" id="{1228EE89-2799-4FC2-8580-E5456C9EF9E0}"/>
                </a:ext>
              </a:extLst>
            </p:cNvPr>
            <p:cNvSpPr>
              <a:spLocks noChangeArrowheads="1"/>
            </p:cNvSpPr>
            <p:nvPr/>
          </p:nvSpPr>
          <p:spPr bwMode="auto">
            <a:xfrm>
              <a:off x="6262688" y="5775283"/>
              <a:ext cx="165100" cy="165100"/>
            </a:xfrm>
            <a:prstGeom prst="ellipse">
              <a:avLst/>
            </a:prstGeom>
            <a:blipFill dpi="0" rotWithShape="0">
              <a:blip r:embed="rId3"/>
              <a:srcRect/>
              <a:tile tx="0" ty="0" sx="100000" sy="100000" flip="none" algn="tl"/>
            </a:blip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54" name="Line 178">
              <a:extLst>
                <a:ext uri="{FF2B5EF4-FFF2-40B4-BE49-F238E27FC236}">
                  <a16:creationId xmlns:a16="http://schemas.microsoft.com/office/drawing/2014/main" id="{4607E7C0-499B-407F-8C2C-F4E94667EF28}"/>
                </a:ext>
              </a:extLst>
            </p:cNvPr>
            <p:cNvSpPr>
              <a:spLocks noChangeShapeType="1"/>
            </p:cNvSpPr>
            <p:nvPr/>
          </p:nvSpPr>
          <p:spPr bwMode="auto">
            <a:xfrm>
              <a:off x="5654675" y="5738771"/>
              <a:ext cx="684213" cy="158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55" name="Line 179">
              <a:extLst>
                <a:ext uri="{FF2B5EF4-FFF2-40B4-BE49-F238E27FC236}">
                  <a16:creationId xmlns:a16="http://schemas.microsoft.com/office/drawing/2014/main" id="{B9DF6C23-2F11-4AB2-96B2-DD8F667301DF}"/>
                </a:ext>
              </a:extLst>
            </p:cNvPr>
            <p:cNvSpPr>
              <a:spLocks noChangeShapeType="1"/>
            </p:cNvSpPr>
            <p:nvPr/>
          </p:nvSpPr>
          <p:spPr bwMode="auto">
            <a:xfrm>
              <a:off x="6338888" y="5662571"/>
              <a:ext cx="1587" cy="11271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56" name="Line 180">
              <a:extLst>
                <a:ext uri="{FF2B5EF4-FFF2-40B4-BE49-F238E27FC236}">
                  <a16:creationId xmlns:a16="http://schemas.microsoft.com/office/drawing/2014/main" id="{0712FC1A-404C-4191-AA45-EC5898B1156B}"/>
                </a:ext>
              </a:extLst>
            </p:cNvPr>
            <p:cNvSpPr>
              <a:spLocks noChangeShapeType="1"/>
            </p:cNvSpPr>
            <p:nvPr/>
          </p:nvSpPr>
          <p:spPr bwMode="auto">
            <a:xfrm>
              <a:off x="6338888" y="5662571"/>
              <a:ext cx="266700" cy="158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57" name="Freeform 181">
              <a:extLst>
                <a:ext uri="{FF2B5EF4-FFF2-40B4-BE49-F238E27FC236}">
                  <a16:creationId xmlns:a16="http://schemas.microsoft.com/office/drawing/2014/main" id="{EACDED5E-8724-46A5-87AA-4519E46E3DDE}"/>
                </a:ext>
              </a:extLst>
            </p:cNvPr>
            <p:cNvSpPr>
              <a:spLocks/>
            </p:cNvSpPr>
            <p:nvPr/>
          </p:nvSpPr>
          <p:spPr bwMode="auto">
            <a:xfrm>
              <a:off x="5502275" y="5586371"/>
              <a:ext cx="114300" cy="76200"/>
            </a:xfrm>
            <a:custGeom>
              <a:avLst/>
              <a:gdLst>
                <a:gd name="T0" fmla="*/ 0 w 72"/>
                <a:gd name="T1" fmla="*/ 2147483646 h 48"/>
                <a:gd name="T2" fmla="*/ 0 w 72"/>
                <a:gd name="T3" fmla="*/ 0 h 48"/>
                <a:gd name="T4" fmla="*/ 0 w 72"/>
                <a:gd name="T5" fmla="*/ 0 h 48"/>
                <a:gd name="T6" fmla="*/ 2147483646 w 72"/>
                <a:gd name="T7" fmla="*/ 0 h 48"/>
                <a:gd name="T8" fmla="*/ 2147483646 w 72"/>
                <a:gd name="T9" fmla="*/ 0 h 48"/>
                <a:gd name="T10" fmla="*/ 2147483646 w 72"/>
                <a:gd name="T11" fmla="*/ 2147483646 h 48"/>
                <a:gd name="T12" fmla="*/ 2147483646 w 72"/>
                <a:gd name="T13" fmla="*/ 2147483646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 h="48">
                  <a:moveTo>
                    <a:pt x="0" y="48"/>
                  </a:moveTo>
                  <a:lnTo>
                    <a:pt x="0" y="0"/>
                  </a:lnTo>
                  <a:lnTo>
                    <a:pt x="72" y="0"/>
                  </a:lnTo>
                  <a:lnTo>
                    <a:pt x="72" y="48"/>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58" name="Rectangle 182">
              <a:extLst>
                <a:ext uri="{FF2B5EF4-FFF2-40B4-BE49-F238E27FC236}">
                  <a16:creationId xmlns:a16="http://schemas.microsoft.com/office/drawing/2014/main" id="{4F9B89F2-439B-4DAD-A164-B3A5C9E3DB5B}"/>
                </a:ext>
              </a:extLst>
            </p:cNvPr>
            <p:cNvSpPr>
              <a:spLocks noChangeArrowheads="1"/>
            </p:cNvSpPr>
            <p:nvPr/>
          </p:nvSpPr>
          <p:spPr bwMode="auto">
            <a:xfrm>
              <a:off x="5502275" y="5586371"/>
              <a:ext cx="114300" cy="762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59" name="Rectangle 183">
              <a:extLst>
                <a:ext uri="{FF2B5EF4-FFF2-40B4-BE49-F238E27FC236}">
                  <a16:creationId xmlns:a16="http://schemas.microsoft.com/office/drawing/2014/main" id="{FDFA2C65-969F-4A58-BF7A-389910499733}"/>
                </a:ext>
              </a:extLst>
            </p:cNvPr>
            <p:cNvSpPr>
              <a:spLocks noChangeArrowheads="1"/>
            </p:cNvSpPr>
            <p:nvPr/>
          </p:nvSpPr>
          <p:spPr bwMode="auto">
            <a:xfrm>
              <a:off x="6567488" y="5700671"/>
              <a:ext cx="241300" cy="2397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60" name="Rectangle 184">
              <a:extLst>
                <a:ext uri="{FF2B5EF4-FFF2-40B4-BE49-F238E27FC236}">
                  <a16:creationId xmlns:a16="http://schemas.microsoft.com/office/drawing/2014/main" id="{ED801E85-15D1-4D4B-B64F-395EC7C4CB06}"/>
                </a:ext>
              </a:extLst>
            </p:cNvPr>
            <p:cNvSpPr>
              <a:spLocks noChangeArrowheads="1"/>
            </p:cNvSpPr>
            <p:nvPr/>
          </p:nvSpPr>
          <p:spPr bwMode="auto">
            <a:xfrm>
              <a:off x="6567488" y="5813383"/>
              <a:ext cx="241300" cy="127000"/>
            </a:xfrm>
            <a:prstGeom prst="rect">
              <a:avLst/>
            </a:prstGeom>
            <a:blipFill dpi="0" rotWithShape="0">
              <a:blip r:embed="rId4"/>
              <a:srcRect/>
              <a:tile tx="0" ty="0" sx="100000" sy="100000" flip="none" algn="tl"/>
            </a:blip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61" name="Line 185">
              <a:extLst>
                <a:ext uri="{FF2B5EF4-FFF2-40B4-BE49-F238E27FC236}">
                  <a16:creationId xmlns:a16="http://schemas.microsoft.com/office/drawing/2014/main" id="{0B8638B2-A67F-45C3-8DD7-4BF96010128C}"/>
                </a:ext>
              </a:extLst>
            </p:cNvPr>
            <p:cNvSpPr>
              <a:spLocks noChangeShapeType="1"/>
            </p:cNvSpPr>
            <p:nvPr/>
          </p:nvSpPr>
          <p:spPr bwMode="auto">
            <a:xfrm>
              <a:off x="6605588" y="5624471"/>
              <a:ext cx="1587" cy="762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62" name="Line 186">
              <a:extLst>
                <a:ext uri="{FF2B5EF4-FFF2-40B4-BE49-F238E27FC236}">
                  <a16:creationId xmlns:a16="http://schemas.microsoft.com/office/drawing/2014/main" id="{C512994B-7FA1-409F-B7BC-B94758BBA9E7}"/>
                </a:ext>
              </a:extLst>
            </p:cNvPr>
            <p:cNvSpPr>
              <a:spLocks noChangeShapeType="1"/>
            </p:cNvSpPr>
            <p:nvPr/>
          </p:nvSpPr>
          <p:spPr bwMode="auto">
            <a:xfrm>
              <a:off x="6719888" y="5624471"/>
              <a:ext cx="1587" cy="762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63" name="Line 187">
              <a:extLst>
                <a:ext uri="{FF2B5EF4-FFF2-40B4-BE49-F238E27FC236}">
                  <a16:creationId xmlns:a16="http://schemas.microsoft.com/office/drawing/2014/main" id="{07B38E5C-C9F9-41D8-A894-89EA774282D7}"/>
                </a:ext>
              </a:extLst>
            </p:cNvPr>
            <p:cNvSpPr>
              <a:spLocks noChangeShapeType="1"/>
            </p:cNvSpPr>
            <p:nvPr/>
          </p:nvSpPr>
          <p:spPr bwMode="auto">
            <a:xfrm>
              <a:off x="6719888" y="5662571"/>
              <a:ext cx="341312" cy="158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64" name="Rectangle 188">
              <a:extLst>
                <a:ext uri="{FF2B5EF4-FFF2-40B4-BE49-F238E27FC236}">
                  <a16:creationId xmlns:a16="http://schemas.microsoft.com/office/drawing/2014/main" id="{7EA5C7A2-7086-442C-95BE-7E5A3E172D09}"/>
                </a:ext>
              </a:extLst>
            </p:cNvPr>
            <p:cNvSpPr>
              <a:spLocks noChangeArrowheads="1"/>
            </p:cNvSpPr>
            <p:nvPr/>
          </p:nvSpPr>
          <p:spPr bwMode="auto">
            <a:xfrm>
              <a:off x="6870700" y="5775283"/>
              <a:ext cx="1001713" cy="88900"/>
            </a:xfrm>
            <a:prstGeom prst="rect">
              <a:avLst/>
            </a:prstGeom>
            <a:blipFill dpi="0" rotWithShape="0">
              <a:blip r:embed="rId5"/>
              <a:srcRect/>
              <a:tile tx="0" ty="0" sx="100000" sy="100000" flip="none" algn="tl"/>
            </a:blip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65" name="Rectangle 189">
              <a:extLst>
                <a:ext uri="{FF2B5EF4-FFF2-40B4-BE49-F238E27FC236}">
                  <a16:creationId xmlns:a16="http://schemas.microsoft.com/office/drawing/2014/main" id="{5E83546A-E96F-40E2-B101-1D127294E905}"/>
                </a:ext>
              </a:extLst>
            </p:cNvPr>
            <p:cNvSpPr>
              <a:spLocks noChangeArrowheads="1"/>
            </p:cNvSpPr>
            <p:nvPr/>
          </p:nvSpPr>
          <p:spPr bwMode="auto">
            <a:xfrm>
              <a:off x="7061200" y="5662571"/>
              <a:ext cx="12700" cy="1254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66" name="Rectangle 190">
              <a:extLst>
                <a:ext uri="{FF2B5EF4-FFF2-40B4-BE49-F238E27FC236}">
                  <a16:creationId xmlns:a16="http://schemas.microsoft.com/office/drawing/2014/main" id="{2AA28B69-68A3-4635-A6C5-74F17D703D26}"/>
                </a:ext>
              </a:extLst>
            </p:cNvPr>
            <p:cNvSpPr>
              <a:spLocks noChangeArrowheads="1"/>
            </p:cNvSpPr>
            <p:nvPr/>
          </p:nvSpPr>
          <p:spPr bwMode="auto">
            <a:xfrm>
              <a:off x="7175500" y="5662571"/>
              <a:ext cx="12700" cy="1254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67" name="Oval 191">
              <a:extLst>
                <a:ext uri="{FF2B5EF4-FFF2-40B4-BE49-F238E27FC236}">
                  <a16:creationId xmlns:a16="http://schemas.microsoft.com/office/drawing/2014/main" id="{5AD91F63-5473-4E22-9287-7813C84CAE36}"/>
                </a:ext>
              </a:extLst>
            </p:cNvPr>
            <p:cNvSpPr>
              <a:spLocks noChangeArrowheads="1"/>
            </p:cNvSpPr>
            <p:nvPr/>
          </p:nvSpPr>
          <p:spPr bwMode="auto">
            <a:xfrm>
              <a:off x="7251700" y="5738771"/>
              <a:ext cx="127000" cy="125412"/>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68" name="Freeform 192">
              <a:extLst>
                <a:ext uri="{FF2B5EF4-FFF2-40B4-BE49-F238E27FC236}">
                  <a16:creationId xmlns:a16="http://schemas.microsoft.com/office/drawing/2014/main" id="{D0C9DDF9-19BF-4F27-A2CB-1EF1DBA34E6A}"/>
                </a:ext>
              </a:extLst>
            </p:cNvPr>
            <p:cNvSpPr>
              <a:spLocks/>
            </p:cNvSpPr>
            <p:nvPr/>
          </p:nvSpPr>
          <p:spPr bwMode="auto">
            <a:xfrm>
              <a:off x="7289800" y="5662571"/>
              <a:ext cx="457200" cy="76200"/>
            </a:xfrm>
            <a:custGeom>
              <a:avLst/>
              <a:gdLst>
                <a:gd name="T0" fmla="*/ 0 w 288"/>
                <a:gd name="T1" fmla="*/ 2147483646 h 48"/>
                <a:gd name="T2" fmla="*/ 0 w 288"/>
                <a:gd name="T3" fmla="*/ 0 h 48"/>
                <a:gd name="T4" fmla="*/ 2147483646 w 288"/>
                <a:gd name="T5" fmla="*/ 0 h 48"/>
                <a:gd name="T6" fmla="*/ 0 60000 65536"/>
                <a:gd name="T7" fmla="*/ 0 60000 65536"/>
                <a:gd name="T8" fmla="*/ 0 60000 65536"/>
              </a:gdLst>
              <a:ahLst/>
              <a:cxnLst>
                <a:cxn ang="T6">
                  <a:pos x="T0" y="T1"/>
                </a:cxn>
                <a:cxn ang="T7">
                  <a:pos x="T2" y="T3"/>
                </a:cxn>
                <a:cxn ang="T8">
                  <a:pos x="T4" y="T5"/>
                </a:cxn>
              </a:cxnLst>
              <a:rect l="0" t="0" r="r" b="b"/>
              <a:pathLst>
                <a:path w="288" h="48">
                  <a:moveTo>
                    <a:pt x="0" y="48"/>
                  </a:moveTo>
                  <a:lnTo>
                    <a:pt x="0" y="0"/>
                  </a:lnTo>
                  <a:lnTo>
                    <a:pt x="288"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a:solidFill>
                  <a:srgbClr val="000000"/>
                </a:solidFill>
                <a:ea typeface="+mn-ea"/>
                <a:cs typeface="Arial" panose="020B0604020202020204" pitchFamily="34" charset="0"/>
              </a:endParaRPr>
            </a:p>
          </p:txBody>
        </p:sp>
        <p:sp>
          <p:nvSpPr>
            <p:cNvPr id="369" name="Oval 193">
              <a:extLst>
                <a:ext uri="{FF2B5EF4-FFF2-40B4-BE49-F238E27FC236}">
                  <a16:creationId xmlns:a16="http://schemas.microsoft.com/office/drawing/2014/main" id="{7C473341-163C-4767-92B9-0136A69D0BDB}"/>
                </a:ext>
              </a:extLst>
            </p:cNvPr>
            <p:cNvSpPr>
              <a:spLocks noChangeArrowheads="1"/>
            </p:cNvSpPr>
            <p:nvPr/>
          </p:nvSpPr>
          <p:spPr bwMode="auto">
            <a:xfrm>
              <a:off x="7859713" y="5889583"/>
              <a:ext cx="88900" cy="88900"/>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0" name="Oval 194">
              <a:extLst>
                <a:ext uri="{FF2B5EF4-FFF2-40B4-BE49-F238E27FC236}">
                  <a16:creationId xmlns:a16="http://schemas.microsoft.com/office/drawing/2014/main" id="{41C60EFF-7E90-47B5-9D53-F9665CB31B5F}"/>
                </a:ext>
              </a:extLst>
            </p:cNvPr>
            <p:cNvSpPr>
              <a:spLocks noChangeArrowheads="1"/>
            </p:cNvSpPr>
            <p:nvPr/>
          </p:nvSpPr>
          <p:spPr bwMode="auto">
            <a:xfrm>
              <a:off x="8012113" y="5889583"/>
              <a:ext cx="88900" cy="88900"/>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1" name="Oval 195">
              <a:extLst>
                <a:ext uri="{FF2B5EF4-FFF2-40B4-BE49-F238E27FC236}">
                  <a16:creationId xmlns:a16="http://schemas.microsoft.com/office/drawing/2014/main" id="{622A9100-A997-4F14-9B80-7DED379447B4}"/>
                </a:ext>
              </a:extLst>
            </p:cNvPr>
            <p:cNvSpPr>
              <a:spLocks noChangeArrowheads="1"/>
            </p:cNvSpPr>
            <p:nvPr/>
          </p:nvSpPr>
          <p:spPr bwMode="auto">
            <a:xfrm>
              <a:off x="8164513" y="5889583"/>
              <a:ext cx="88900" cy="88900"/>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2" name="Oval 196">
              <a:extLst>
                <a:ext uri="{FF2B5EF4-FFF2-40B4-BE49-F238E27FC236}">
                  <a16:creationId xmlns:a16="http://schemas.microsoft.com/office/drawing/2014/main" id="{34978B88-7847-46CD-897A-ACD2B6C359C6}"/>
                </a:ext>
              </a:extLst>
            </p:cNvPr>
            <p:cNvSpPr>
              <a:spLocks noChangeArrowheads="1"/>
            </p:cNvSpPr>
            <p:nvPr/>
          </p:nvSpPr>
          <p:spPr bwMode="auto">
            <a:xfrm>
              <a:off x="8316913" y="5889583"/>
              <a:ext cx="88900" cy="88900"/>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3" name="Oval 197">
              <a:extLst>
                <a:ext uri="{FF2B5EF4-FFF2-40B4-BE49-F238E27FC236}">
                  <a16:creationId xmlns:a16="http://schemas.microsoft.com/office/drawing/2014/main" id="{20C9C218-261F-4819-8DA4-24B68EC7E4D0}"/>
                </a:ext>
              </a:extLst>
            </p:cNvPr>
            <p:cNvSpPr>
              <a:spLocks noChangeArrowheads="1"/>
            </p:cNvSpPr>
            <p:nvPr/>
          </p:nvSpPr>
          <p:spPr bwMode="auto">
            <a:xfrm>
              <a:off x="8469313" y="5889583"/>
              <a:ext cx="88900" cy="88900"/>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4" name="Oval 198">
              <a:extLst>
                <a:ext uri="{FF2B5EF4-FFF2-40B4-BE49-F238E27FC236}">
                  <a16:creationId xmlns:a16="http://schemas.microsoft.com/office/drawing/2014/main" id="{08C7076F-C586-413F-AAC9-CB1790B6D83C}"/>
                </a:ext>
              </a:extLst>
            </p:cNvPr>
            <p:cNvSpPr>
              <a:spLocks noChangeArrowheads="1"/>
            </p:cNvSpPr>
            <p:nvPr/>
          </p:nvSpPr>
          <p:spPr bwMode="auto">
            <a:xfrm>
              <a:off x="8621713" y="5889583"/>
              <a:ext cx="87312" cy="88900"/>
            </a:xfrm>
            <a:prstGeom prst="ellipse">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5" name="Rectangle 199">
              <a:extLst>
                <a:ext uri="{FF2B5EF4-FFF2-40B4-BE49-F238E27FC236}">
                  <a16:creationId xmlns:a16="http://schemas.microsoft.com/office/drawing/2014/main" id="{8E6EAA61-73C0-4A04-8B84-D14406E70B1A}"/>
                </a:ext>
              </a:extLst>
            </p:cNvPr>
            <p:cNvSpPr>
              <a:spLocks noChangeArrowheads="1"/>
            </p:cNvSpPr>
            <p:nvPr/>
          </p:nvSpPr>
          <p:spPr bwMode="auto">
            <a:xfrm>
              <a:off x="7859713" y="5851483"/>
              <a:ext cx="849312" cy="50800"/>
            </a:xfrm>
            <a:prstGeom prst="rect">
              <a:avLst/>
            </a:prstGeom>
            <a:solidFill>
              <a:srgbClr val="FFFFFF"/>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6" name="AutoShape 200">
              <a:extLst>
                <a:ext uri="{FF2B5EF4-FFF2-40B4-BE49-F238E27FC236}">
                  <a16:creationId xmlns:a16="http://schemas.microsoft.com/office/drawing/2014/main" id="{C08412B9-9EA4-4ADD-902F-AAD97CE481FF}"/>
                </a:ext>
              </a:extLst>
            </p:cNvPr>
            <p:cNvSpPr>
              <a:spLocks noChangeArrowheads="1"/>
            </p:cNvSpPr>
            <p:nvPr/>
          </p:nvSpPr>
          <p:spPr bwMode="auto">
            <a:xfrm>
              <a:off x="7974013" y="5700671"/>
              <a:ext cx="203200" cy="163512"/>
            </a:xfrm>
            <a:prstGeom prst="roundRect">
              <a:avLst>
                <a:gd name="adj" fmla="val 0"/>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7" name="AutoShape 201">
              <a:extLst>
                <a:ext uri="{FF2B5EF4-FFF2-40B4-BE49-F238E27FC236}">
                  <a16:creationId xmlns:a16="http://schemas.microsoft.com/office/drawing/2014/main" id="{4532B7D1-A77E-47D0-88A4-8F6566AB1600}"/>
                </a:ext>
              </a:extLst>
            </p:cNvPr>
            <p:cNvSpPr>
              <a:spLocks noChangeArrowheads="1"/>
            </p:cNvSpPr>
            <p:nvPr/>
          </p:nvSpPr>
          <p:spPr bwMode="auto">
            <a:xfrm>
              <a:off x="8240713" y="5700671"/>
              <a:ext cx="203200" cy="163512"/>
            </a:xfrm>
            <a:prstGeom prst="roundRect">
              <a:avLst>
                <a:gd name="adj" fmla="val 50000"/>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8" name="AutoShape 202">
              <a:extLst>
                <a:ext uri="{FF2B5EF4-FFF2-40B4-BE49-F238E27FC236}">
                  <a16:creationId xmlns:a16="http://schemas.microsoft.com/office/drawing/2014/main" id="{E0357390-12CD-4216-848B-3C41F1C444B2}"/>
                </a:ext>
              </a:extLst>
            </p:cNvPr>
            <p:cNvSpPr>
              <a:spLocks noChangeArrowheads="1"/>
            </p:cNvSpPr>
            <p:nvPr/>
          </p:nvSpPr>
          <p:spPr bwMode="auto">
            <a:xfrm>
              <a:off x="8507413" y="5700671"/>
              <a:ext cx="201612" cy="163512"/>
            </a:xfrm>
            <a:prstGeom prst="roundRect">
              <a:avLst>
                <a:gd name="adj" fmla="val 50000"/>
              </a:avLst>
            </a:prstGeom>
            <a:solidFill>
              <a:srgbClr val="FFFFFF"/>
            </a:solidFill>
            <a:ln w="12700">
              <a:solidFill>
                <a:srgbClr val="000000"/>
              </a:solidFill>
              <a:round/>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79" name="Rectangle 204">
              <a:extLst>
                <a:ext uri="{FF2B5EF4-FFF2-40B4-BE49-F238E27FC236}">
                  <a16:creationId xmlns:a16="http://schemas.microsoft.com/office/drawing/2014/main" id="{0CC180B7-EA49-4184-A449-DE79DF429BBC}"/>
                </a:ext>
              </a:extLst>
            </p:cNvPr>
            <p:cNvSpPr>
              <a:spLocks noChangeArrowheads="1"/>
            </p:cNvSpPr>
            <p:nvPr/>
          </p:nvSpPr>
          <p:spPr bwMode="auto">
            <a:xfrm>
              <a:off x="5845176" y="1178676"/>
              <a:ext cx="66018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400" b="0" dirty="0">
                  <a:solidFill>
                    <a:srgbClr val="000000"/>
                  </a:solidFill>
                  <a:ea typeface="+mn-ea"/>
                  <a:cs typeface="Arial" panose="020B0604020202020204" pitchFamily="34" charset="0"/>
                </a:rPr>
                <a:t>SCADA </a:t>
              </a:r>
              <a:endParaRPr lang="en-US" altLang="en-US" sz="2400" b="0" dirty="0">
                <a:solidFill>
                  <a:srgbClr val="000000"/>
                </a:solidFill>
                <a:ea typeface="+mn-ea"/>
                <a:cs typeface="Arial" panose="020B0604020202020204" pitchFamily="34" charset="0"/>
              </a:endParaRPr>
            </a:p>
          </p:txBody>
        </p:sp>
        <p:sp>
          <p:nvSpPr>
            <p:cNvPr id="380" name="Rectangle 205">
              <a:extLst>
                <a:ext uri="{FF2B5EF4-FFF2-40B4-BE49-F238E27FC236}">
                  <a16:creationId xmlns:a16="http://schemas.microsoft.com/office/drawing/2014/main" id="{D2495ADC-1E25-45B8-9EF6-39CA4985756F}"/>
                </a:ext>
              </a:extLst>
            </p:cNvPr>
            <p:cNvSpPr>
              <a:spLocks noChangeArrowheads="1"/>
            </p:cNvSpPr>
            <p:nvPr/>
          </p:nvSpPr>
          <p:spPr bwMode="auto">
            <a:xfrm>
              <a:off x="5697538" y="1369176"/>
              <a:ext cx="15509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400" b="0">
                  <a:solidFill>
                    <a:srgbClr val="000000"/>
                  </a:solidFill>
                  <a:ea typeface="+mn-ea"/>
                  <a:cs typeface="Arial" panose="020B0604020202020204" pitchFamily="34" charset="0"/>
                </a:rPr>
                <a:t>Supervisory Control</a:t>
              </a:r>
              <a:endParaRPr lang="en-US" altLang="en-US" sz="2400" b="0">
                <a:solidFill>
                  <a:srgbClr val="000000"/>
                </a:solidFill>
                <a:ea typeface="+mn-ea"/>
                <a:cs typeface="Arial" panose="020B0604020202020204" pitchFamily="34" charset="0"/>
              </a:endParaRPr>
            </a:p>
          </p:txBody>
        </p:sp>
        <p:sp>
          <p:nvSpPr>
            <p:cNvPr id="381" name="Rectangle 206">
              <a:extLst>
                <a:ext uri="{FF2B5EF4-FFF2-40B4-BE49-F238E27FC236}">
                  <a16:creationId xmlns:a16="http://schemas.microsoft.com/office/drawing/2014/main" id="{2A34ABB3-480E-492D-983B-2E9205E9F0DC}"/>
                </a:ext>
              </a:extLst>
            </p:cNvPr>
            <p:cNvSpPr>
              <a:spLocks noChangeArrowheads="1"/>
            </p:cNvSpPr>
            <p:nvPr/>
          </p:nvSpPr>
          <p:spPr bwMode="auto">
            <a:xfrm>
              <a:off x="5697538" y="1559676"/>
              <a:ext cx="16478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400" b="0" dirty="0">
                  <a:solidFill>
                    <a:srgbClr val="000000"/>
                  </a:solidFill>
                  <a:ea typeface="+mn-ea"/>
                  <a:cs typeface="Arial" panose="020B0604020202020204" pitchFamily="34" charset="0"/>
                </a:rPr>
                <a:t>And Data Acquisition</a:t>
              </a:r>
              <a:endParaRPr lang="en-US" altLang="en-US" sz="2400" b="0" dirty="0">
                <a:solidFill>
                  <a:srgbClr val="000000"/>
                </a:solidFill>
                <a:ea typeface="+mn-ea"/>
                <a:cs typeface="Arial" panose="020B0604020202020204" pitchFamily="34" charset="0"/>
              </a:endParaRPr>
            </a:p>
          </p:txBody>
        </p:sp>
        <p:sp>
          <p:nvSpPr>
            <p:cNvPr id="382" name="Rectangle 207">
              <a:extLst>
                <a:ext uri="{FF2B5EF4-FFF2-40B4-BE49-F238E27FC236}">
                  <a16:creationId xmlns:a16="http://schemas.microsoft.com/office/drawing/2014/main" id="{00C37B99-0252-485E-A89D-2D4F3937A2E1}"/>
                </a:ext>
              </a:extLst>
            </p:cNvPr>
            <p:cNvSpPr>
              <a:spLocks noChangeArrowheads="1"/>
            </p:cNvSpPr>
            <p:nvPr/>
          </p:nvSpPr>
          <p:spPr bwMode="auto">
            <a:xfrm>
              <a:off x="8543925" y="4987883"/>
              <a:ext cx="139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algn="ctr" defTabSz="914400">
                <a:lnSpc>
                  <a:spcPct val="100000"/>
                </a:lnSpc>
                <a:spcBef>
                  <a:spcPct val="0"/>
                </a:spcBef>
                <a:buSzTx/>
                <a:buFontTx/>
                <a:buNone/>
              </a:pPr>
              <a:r>
                <a:rPr lang="en-US" altLang="en-US" sz="1800" b="0">
                  <a:solidFill>
                    <a:srgbClr val="000000"/>
                  </a:solidFill>
                  <a:ea typeface="+mn-ea"/>
                  <a:cs typeface="Arial" panose="020B0604020202020204" pitchFamily="34" charset="0"/>
                </a:rPr>
                <a:t>T</a:t>
              </a:r>
              <a:endParaRPr lang="en-US" altLang="en-US" sz="2400" b="0">
                <a:solidFill>
                  <a:srgbClr val="000000"/>
                </a:solidFill>
                <a:ea typeface="+mn-ea"/>
                <a:cs typeface="Arial" panose="020B0604020202020204" pitchFamily="34" charset="0"/>
              </a:endParaRPr>
            </a:p>
          </p:txBody>
        </p:sp>
        <p:grpSp>
          <p:nvGrpSpPr>
            <p:cNvPr id="389" name="Group 251">
              <a:extLst>
                <a:ext uri="{FF2B5EF4-FFF2-40B4-BE49-F238E27FC236}">
                  <a16:creationId xmlns:a16="http://schemas.microsoft.com/office/drawing/2014/main" id="{DB7CF358-B99E-4F75-9F50-1A81E91143E9}"/>
                </a:ext>
              </a:extLst>
            </p:cNvPr>
            <p:cNvGrpSpPr>
              <a:grpSpLocks/>
            </p:cNvGrpSpPr>
            <p:nvPr/>
          </p:nvGrpSpPr>
          <p:grpSpPr bwMode="auto">
            <a:xfrm>
              <a:off x="5403850" y="1892258"/>
              <a:ext cx="831850" cy="762000"/>
              <a:chOff x="2932" y="975"/>
              <a:chExt cx="631" cy="590"/>
            </a:xfrm>
          </p:grpSpPr>
          <p:sp>
            <p:nvSpPr>
              <p:cNvPr id="390" name="Rectangle 252">
                <a:extLst>
                  <a:ext uri="{FF2B5EF4-FFF2-40B4-BE49-F238E27FC236}">
                    <a16:creationId xmlns:a16="http://schemas.microsoft.com/office/drawing/2014/main" id="{4D3BAECF-D624-4590-865E-213B1E9E7258}"/>
                  </a:ext>
                </a:extLst>
              </p:cNvPr>
              <p:cNvSpPr>
                <a:spLocks noChangeArrowheads="1"/>
              </p:cNvSpPr>
              <p:nvPr/>
            </p:nvSpPr>
            <p:spPr bwMode="auto">
              <a:xfrm>
                <a:off x="3068" y="1382"/>
                <a:ext cx="415" cy="183"/>
              </a:xfrm>
              <a:prstGeom prst="rect">
                <a:avLst/>
              </a:prstGeom>
              <a:solidFill>
                <a:srgbClr val="DDDDDD"/>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91" name="Rectangle 253">
                <a:extLst>
                  <a:ext uri="{FF2B5EF4-FFF2-40B4-BE49-F238E27FC236}">
                    <a16:creationId xmlns:a16="http://schemas.microsoft.com/office/drawing/2014/main" id="{3DFE170B-3313-4B62-805B-51E6BAC84A01}"/>
                  </a:ext>
                </a:extLst>
              </p:cNvPr>
              <p:cNvSpPr>
                <a:spLocks noChangeArrowheads="1"/>
              </p:cNvSpPr>
              <p:nvPr/>
            </p:nvSpPr>
            <p:spPr bwMode="auto">
              <a:xfrm>
                <a:off x="3068" y="1015"/>
                <a:ext cx="463" cy="239"/>
              </a:xfrm>
              <a:prstGeom prst="rect">
                <a:avLst/>
              </a:prstGeom>
              <a:solidFill>
                <a:srgbClr val="DDDDDD"/>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92" name="Freeform 254">
                <a:extLst>
                  <a:ext uri="{FF2B5EF4-FFF2-40B4-BE49-F238E27FC236}">
                    <a16:creationId xmlns:a16="http://schemas.microsoft.com/office/drawing/2014/main" id="{1879EF72-D422-488C-91E6-77CE9EDE0D71}"/>
                  </a:ext>
                </a:extLst>
              </p:cNvPr>
              <p:cNvSpPr>
                <a:spLocks/>
              </p:cNvSpPr>
              <p:nvPr/>
            </p:nvSpPr>
            <p:spPr bwMode="auto">
              <a:xfrm>
                <a:off x="2932" y="1246"/>
                <a:ext cx="591" cy="136"/>
              </a:xfrm>
              <a:custGeom>
                <a:avLst/>
                <a:gdLst>
                  <a:gd name="T0" fmla="*/ 136 w 591"/>
                  <a:gd name="T1" fmla="*/ 0 h 136"/>
                  <a:gd name="T2" fmla="*/ 0 w 591"/>
                  <a:gd name="T3" fmla="*/ 136 h 136"/>
                  <a:gd name="T4" fmla="*/ 455 w 591"/>
                  <a:gd name="T5" fmla="*/ 136 h 136"/>
                  <a:gd name="T6" fmla="*/ 591 w 591"/>
                  <a:gd name="T7" fmla="*/ 0 h 136"/>
                  <a:gd name="T8" fmla="*/ 136 w 591"/>
                  <a:gd name="T9" fmla="*/ 0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1" h="136">
                    <a:moveTo>
                      <a:pt x="136" y="0"/>
                    </a:moveTo>
                    <a:lnTo>
                      <a:pt x="0" y="136"/>
                    </a:lnTo>
                    <a:lnTo>
                      <a:pt x="455" y="136"/>
                    </a:lnTo>
                    <a:lnTo>
                      <a:pt x="591" y="0"/>
                    </a:lnTo>
                    <a:lnTo>
                      <a:pt x="136"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393" name="Freeform 255">
                <a:extLst>
                  <a:ext uri="{FF2B5EF4-FFF2-40B4-BE49-F238E27FC236}">
                    <a16:creationId xmlns:a16="http://schemas.microsoft.com/office/drawing/2014/main" id="{57338B03-1199-4C6B-93CC-B8C1F7809C29}"/>
                  </a:ext>
                </a:extLst>
              </p:cNvPr>
              <p:cNvSpPr>
                <a:spLocks/>
              </p:cNvSpPr>
              <p:nvPr/>
            </p:nvSpPr>
            <p:spPr bwMode="auto">
              <a:xfrm>
                <a:off x="2932" y="1246"/>
                <a:ext cx="591" cy="136"/>
              </a:xfrm>
              <a:custGeom>
                <a:avLst/>
                <a:gdLst>
                  <a:gd name="T0" fmla="*/ 136 w 591"/>
                  <a:gd name="T1" fmla="*/ 0 h 136"/>
                  <a:gd name="T2" fmla="*/ 0 w 591"/>
                  <a:gd name="T3" fmla="*/ 136 h 136"/>
                  <a:gd name="T4" fmla="*/ 0 w 591"/>
                  <a:gd name="T5" fmla="*/ 136 h 136"/>
                  <a:gd name="T6" fmla="*/ 455 w 591"/>
                  <a:gd name="T7" fmla="*/ 136 h 136"/>
                  <a:gd name="T8" fmla="*/ 455 w 591"/>
                  <a:gd name="T9" fmla="*/ 136 h 136"/>
                  <a:gd name="T10" fmla="*/ 591 w 591"/>
                  <a:gd name="T11" fmla="*/ 0 h 136"/>
                  <a:gd name="T12" fmla="*/ 591 w 591"/>
                  <a:gd name="T13" fmla="*/ 0 h 136"/>
                  <a:gd name="T14" fmla="*/ 136 w 591"/>
                  <a:gd name="T15" fmla="*/ 0 h 136"/>
                  <a:gd name="T16" fmla="*/ 136 w 591"/>
                  <a:gd name="T17" fmla="*/ 0 h 136"/>
                  <a:gd name="T18" fmla="*/ 0 w 591"/>
                  <a:gd name="T19" fmla="*/ 136 h 136"/>
                  <a:gd name="T20" fmla="*/ 455 w 591"/>
                  <a:gd name="T21" fmla="*/ 136 h 136"/>
                  <a:gd name="T22" fmla="*/ 591 w 591"/>
                  <a:gd name="T23" fmla="*/ 0 h 136"/>
                  <a:gd name="T24" fmla="*/ 136 w 591"/>
                  <a:gd name="T25" fmla="*/ 0 h 1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91" h="136">
                    <a:moveTo>
                      <a:pt x="136" y="0"/>
                    </a:moveTo>
                    <a:lnTo>
                      <a:pt x="0" y="136"/>
                    </a:lnTo>
                    <a:lnTo>
                      <a:pt x="455" y="136"/>
                    </a:lnTo>
                    <a:lnTo>
                      <a:pt x="591" y="0"/>
                    </a:lnTo>
                    <a:lnTo>
                      <a:pt x="136" y="0"/>
                    </a:lnTo>
                    <a:lnTo>
                      <a:pt x="0" y="136"/>
                    </a:lnTo>
                    <a:lnTo>
                      <a:pt x="455" y="136"/>
                    </a:lnTo>
                    <a:lnTo>
                      <a:pt x="591" y="0"/>
                    </a:lnTo>
                    <a:lnTo>
                      <a:pt x="136" y="0"/>
                    </a:lnTo>
                    <a:close/>
                  </a:path>
                </a:pathLst>
              </a:custGeom>
              <a:solidFill>
                <a:srgbClr val="DDDDDD"/>
              </a:solidFill>
              <a:ln w="12700">
                <a:solidFill>
                  <a:srgbClr val="000000"/>
                </a:solidFill>
                <a:prstDash val="solid"/>
                <a:round/>
                <a:headEnd/>
                <a:tailEnd/>
              </a:ln>
            </p:spPr>
            <p:txBody>
              <a:bodyPr/>
              <a:lstStyle/>
              <a:p>
                <a:pPr defTabSz="914400"/>
                <a:endParaRPr lang="en-GB">
                  <a:solidFill>
                    <a:srgbClr val="000000"/>
                  </a:solidFill>
                  <a:ea typeface="+mn-ea"/>
                  <a:cs typeface="Arial" panose="020B0604020202020204" pitchFamily="34" charset="0"/>
                </a:endParaRPr>
              </a:p>
            </p:txBody>
          </p:sp>
          <p:sp>
            <p:nvSpPr>
              <p:cNvPr id="394" name="Rectangle 256">
                <a:extLst>
                  <a:ext uri="{FF2B5EF4-FFF2-40B4-BE49-F238E27FC236}">
                    <a16:creationId xmlns:a16="http://schemas.microsoft.com/office/drawing/2014/main" id="{1E03E487-A43B-4679-8AE8-58EF9AD29AAC}"/>
                  </a:ext>
                </a:extLst>
              </p:cNvPr>
              <p:cNvSpPr>
                <a:spLocks noChangeArrowheads="1"/>
              </p:cNvSpPr>
              <p:nvPr/>
            </p:nvSpPr>
            <p:spPr bwMode="auto">
              <a:xfrm>
                <a:off x="2932" y="1382"/>
                <a:ext cx="463" cy="96"/>
              </a:xfrm>
              <a:prstGeom prst="rect">
                <a:avLst/>
              </a:prstGeom>
              <a:solidFill>
                <a:srgbClr val="DDDDDD"/>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395" name="Freeform 257">
                <a:extLst>
                  <a:ext uri="{FF2B5EF4-FFF2-40B4-BE49-F238E27FC236}">
                    <a16:creationId xmlns:a16="http://schemas.microsoft.com/office/drawing/2014/main" id="{D5A89DA8-771F-4A07-B43B-40245B2DCBA9}"/>
                  </a:ext>
                </a:extLst>
              </p:cNvPr>
              <p:cNvSpPr>
                <a:spLocks/>
              </p:cNvSpPr>
              <p:nvPr/>
            </p:nvSpPr>
            <p:spPr bwMode="auto">
              <a:xfrm>
                <a:off x="3379" y="975"/>
                <a:ext cx="184" cy="590"/>
              </a:xfrm>
              <a:custGeom>
                <a:avLst/>
                <a:gdLst>
                  <a:gd name="T0" fmla="*/ 0 w 184"/>
                  <a:gd name="T1" fmla="*/ 407 h 590"/>
                  <a:gd name="T2" fmla="*/ 136 w 184"/>
                  <a:gd name="T3" fmla="*/ 271 h 590"/>
                  <a:gd name="T4" fmla="*/ 136 w 184"/>
                  <a:gd name="T5" fmla="*/ 40 h 590"/>
                  <a:gd name="T6" fmla="*/ 184 w 184"/>
                  <a:gd name="T7" fmla="*/ 0 h 590"/>
                  <a:gd name="T8" fmla="*/ 184 w 184"/>
                  <a:gd name="T9" fmla="*/ 495 h 590"/>
                  <a:gd name="T10" fmla="*/ 96 w 184"/>
                  <a:gd name="T11" fmla="*/ 590 h 590"/>
                  <a:gd name="T12" fmla="*/ 96 w 184"/>
                  <a:gd name="T13" fmla="*/ 455 h 590"/>
                  <a:gd name="T14" fmla="*/ 0 w 184"/>
                  <a:gd name="T15" fmla="*/ 495 h 590"/>
                  <a:gd name="T16" fmla="*/ 0 w 184"/>
                  <a:gd name="T17" fmla="*/ 407 h 5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4" h="590">
                    <a:moveTo>
                      <a:pt x="0" y="407"/>
                    </a:moveTo>
                    <a:lnTo>
                      <a:pt x="136" y="271"/>
                    </a:lnTo>
                    <a:lnTo>
                      <a:pt x="136" y="40"/>
                    </a:lnTo>
                    <a:lnTo>
                      <a:pt x="184" y="0"/>
                    </a:lnTo>
                    <a:lnTo>
                      <a:pt x="184" y="495"/>
                    </a:lnTo>
                    <a:lnTo>
                      <a:pt x="96" y="590"/>
                    </a:lnTo>
                    <a:lnTo>
                      <a:pt x="96" y="455"/>
                    </a:lnTo>
                    <a:lnTo>
                      <a:pt x="0" y="495"/>
                    </a:lnTo>
                    <a:lnTo>
                      <a:pt x="0" y="407"/>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396" name="Freeform 258">
                <a:extLst>
                  <a:ext uri="{FF2B5EF4-FFF2-40B4-BE49-F238E27FC236}">
                    <a16:creationId xmlns:a16="http://schemas.microsoft.com/office/drawing/2014/main" id="{7FB5B551-6A3D-4E95-B9F8-790CA37FA898}"/>
                  </a:ext>
                </a:extLst>
              </p:cNvPr>
              <p:cNvSpPr>
                <a:spLocks/>
              </p:cNvSpPr>
              <p:nvPr/>
            </p:nvSpPr>
            <p:spPr bwMode="auto">
              <a:xfrm>
                <a:off x="3068" y="975"/>
                <a:ext cx="495" cy="40"/>
              </a:xfrm>
              <a:custGeom>
                <a:avLst/>
                <a:gdLst>
                  <a:gd name="T0" fmla="*/ 0 w 495"/>
                  <a:gd name="T1" fmla="*/ 40 h 40"/>
                  <a:gd name="T2" fmla="*/ 88 w 495"/>
                  <a:gd name="T3" fmla="*/ 0 h 40"/>
                  <a:gd name="T4" fmla="*/ 495 w 495"/>
                  <a:gd name="T5" fmla="*/ 0 h 40"/>
                  <a:gd name="T6" fmla="*/ 455 w 495"/>
                  <a:gd name="T7" fmla="*/ 40 h 40"/>
                  <a:gd name="T8" fmla="*/ 0 w 495"/>
                  <a:gd name="T9" fmla="*/ 4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5" h="40">
                    <a:moveTo>
                      <a:pt x="0" y="40"/>
                    </a:moveTo>
                    <a:lnTo>
                      <a:pt x="88" y="0"/>
                    </a:lnTo>
                    <a:lnTo>
                      <a:pt x="495" y="0"/>
                    </a:lnTo>
                    <a:lnTo>
                      <a:pt x="455" y="40"/>
                    </a:lnTo>
                    <a:lnTo>
                      <a:pt x="0" y="4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397" name="Freeform 259">
                <a:extLst>
                  <a:ext uri="{FF2B5EF4-FFF2-40B4-BE49-F238E27FC236}">
                    <a16:creationId xmlns:a16="http://schemas.microsoft.com/office/drawing/2014/main" id="{424A2D43-4766-4746-B36C-2F0C591A5CC2}"/>
                  </a:ext>
                </a:extLst>
              </p:cNvPr>
              <p:cNvSpPr>
                <a:spLocks/>
              </p:cNvSpPr>
              <p:nvPr/>
            </p:nvSpPr>
            <p:spPr bwMode="auto">
              <a:xfrm>
                <a:off x="3379" y="975"/>
                <a:ext cx="184" cy="590"/>
              </a:xfrm>
              <a:custGeom>
                <a:avLst/>
                <a:gdLst>
                  <a:gd name="T0" fmla="*/ 0 w 184"/>
                  <a:gd name="T1" fmla="*/ 407 h 590"/>
                  <a:gd name="T2" fmla="*/ 136 w 184"/>
                  <a:gd name="T3" fmla="*/ 271 h 590"/>
                  <a:gd name="T4" fmla="*/ 136 w 184"/>
                  <a:gd name="T5" fmla="*/ 271 h 590"/>
                  <a:gd name="T6" fmla="*/ 136 w 184"/>
                  <a:gd name="T7" fmla="*/ 40 h 590"/>
                  <a:gd name="T8" fmla="*/ 136 w 184"/>
                  <a:gd name="T9" fmla="*/ 40 h 590"/>
                  <a:gd name="T10" fmla="*/ 184 w 184"/>
                  <a:gd name="T11" fmla="*/ 0 h 590"/>
                  <a:gd name="T12" fmla="*/ 184 w 184"/>
                  <a:gd name="T13" fmla="*/ 0 h 590"/>
                  <a:gd name="T14" fmla="*/ 184 w 184"/>
                  <a:gd name="T15" fmla="*/ 495 h 590"/>
                  <a:gd name="T16" fmla="*/ 184 w 184"/>
                  <a:gd name="T17" fmla="*/ 495 h 590"/>
                  <a:gd name="T18" fmla="*/ 96 w 184"/>
                  <a:gd name="T19" fmla="*/ 590 h 590"/>
                  <a:gd name="T20" fmla="*/ 96 w 184"/>
                  <a:gd name="T21" fmla="*/ 590 h 590"/>
                  <a:gd name="T22" fmla="*/ 96 w 184"/>
                  <a:gd name="T23" fmla="*/ 455 h 590"/>
                  <a:gd name="T24" fmla="*/ 96 w 184"/>
                  <a:gd name="T25" fmla="*/ 455 h 590"/>
                  <a:gd name="T26" fmla="*/ 0 w 184"/>
                  <a:gd name="T27" fmla="*/ 495 h 590"/>
                  <a:gd name="T28" fmla="*/ 0 w 184"/>
                  <a:gd name="T29" fmla="*/ 495 h 590"/>
                  <a:gd name="T30" fmla="*/ 0 w 184"/>
                  <a:gd name="T31" fmla="*/ 407 h 590"/>
                  <a:gd name="T32" fmla="*/ 0 w 184"/>
                  <a:gd name="T33" fmla="*/ 407 h 590"/>
                  <a:gd name="T34" fmla="*/ 136 w 184"/>
                  <a:gd name="T35" fmla="*/ 271 h 590"/>
                  <a:gd name="T36" fmla="*/ 136 w 184"/>
                  <a:gd name="T37" fmla="*/ 40 h 590"/>
                  <a:gd name="T38" fmla="*/ 184 w 184"/>
                  <a:gd name="T39" fmla="*/ 0 h 590"/>
                  <a:gd name="T40" fmla="*/ 184 w 184"/>
                  <a:gd name="T41" fmla="*/ 495 h 590"/>
                  <a:gd name="T42" fmla="*/ 96 w 184"/>
                  <a:gd name="T43" fmla="*/ 590 h 590"/>
                  <a:gd name="T44" fmla="*/ 96 w 184"/>
                  <a:gd name="T45" fmla="*/ 455 h 590"/>
                  <a:gd name="T46" fmla="*/ 0 w 184"/>
                  <a:gd name="T47" fmla="*/ 495 h 590"/>
                  <a:gd name="T48" fmla="*/ 0 w 184"/>
                  <a:gd name="T49" fmla="*/ 407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4" h="590">
                    <a:moveTo>
                      <a:pt x="0" y="407"/>
                    </a:moveTo>
                    <a:lnTo>
                      <a:pt x="136" y="271"/>
                    </a:lnTo>
                    <a:lnTo>
                      <a:pt x="136" y="40"/>
                    </a:lnTo>
                    <a:lnTo>
                      <a:pt x="184" y="0"/>
                    </a:lnTo>
                    <a:lnTo>
                      <a:pt x="184" y="495"/>
                    </a:lnTo>
                    <a:lnTo>
                      <a:pt x="96" y="590"/>
                    </a:lnTo>
                    <a:lnTo>
                      <a:pt x="96" y="455"/>
                    </a:lnTo>
                    <a:lnTo>
                      <a:pt x="0" y="495"/>
                    </a:lnTo>
                    <a:lnTo>
                      <a:pt x="0" y="407"/>
                    </a:lnTo>
                    <a:lnTo>
                      <a:pt x="136" y="271"/>
                    </a:lnTo>
                    <a:lnTo>
                      <a:pt x="136" y="40"/>
                    </a:lnTo>
                    <a:lnTo>
                      <a:pt x="184" y="0"/>
                    </a:lnTo>
                    <a:lnTo>
                      <a:pt x="184" y="495"/>
                    </a:lnTo>
                    <a:lnTo>
                      <a:pt x="96" y="590"/>
                    </a:lnTo>
                    <a:lnTo>
                      <a:pt x="96" y="455"/>
                    </a:lnTo>
                    <a:lnTo>
                      <a:pt x="0" y="495"/>
                    </a:lnTo>
                    <a:lnTo>
                      <a:pt x="0" y="407"/>
                    </a:lnTo>
                    <a:close/>
                  </a:path>
                </a:pathLst>
              </a:custGeom>
              <a:solidFill>
                <a:srgbClr val="DDDDDD"/>
              </a:solidFill>
              <a:ln w="12700">
                <a:solidFill>
                  <a:srgbClr val="000000"/>
                </a:solidFill>
                <a:prstDash val="solid"/>
                <a:round/>
                <a:headEnd/>
                <a:tailEnd/>
              </a:ln>
            </p:spPr>
            <p:txBody>
              <a:bodyPr/>
              <a:lstStyle/>
              <a:p>
                <a:pPr defTabSz="914400"/>
                <a:endParaRPr lang="en-GB">
                  <a:solidFill>
                    <a:srgbClr val="000000"/>
                  </a:solidFill>
                  <a:ea typeface="+mn-ea"/>
                  <a:cs typeface="Arial" panose="020B0604020202020204" pitchFamily="34" charset="0"/>
                </a:endParaRPr>
              </a:p>
            </p:txBody>
          </p:sp>
          <p:sp>
            <p:nvSpPr>
              <p:cNvPr id="398" name="Freeform 260">
                <a:extLst>
                  <a:ext uri="{FF2B5EF4-FFF2-40B4-BE49-F238E27FC236}">
                    <a16:creationId xmlns:a16="http://schemas.microsoft.com/office/drawing/2014/main" id="{EF0BE9E6-09F5-4104-8430-DBABA7CAF63E}"/>
                  </a:ext>
                </a:extLst>
              </p:cNvPr>
              <p:cNvSpPr>
                <a:spLocks/>
              </p:cNvSpPr>
              <p:nvPr/>
            </p:nvSpPr>
            <p:spPr bwMode="auto">
              <a:xfrm>
                <a:off x="3068" y="975"/>
                <a:ext cx="495" cy="40"/>
              </a:xfrm>
              <a:custGeom>
                <a:avLst/>
                <a:gdLst>
                  <a:gd name="T0" fmla="*/ 0 w 495"/>
                  <a:gd name="T1" fmla="*/ 40 h 40"/>
                  <a:gd name="T2" fmla="*/ 88 w 495"/>
                  <a:gd name="T3" fmla="*/ 0 h 40"/>
                  <a:gd name="T4" fmla="*/ 88 w 495"/>
                  <a:gd name="T5" fmla="*/ 0 h 40"/>
                  <a:gd name="T6" fmla="*/ 495 w 495"/>
                  <a:gd name="T7" fmla="*/ 0 h 40"/>
                  <a:gd name="T8" fmla="*/ 495 w 495"/>
                  <a:gd name="T9" fmla="*/ 0 h 40"/>
                  <a:gd name="T10" fmla="*/ 455 w 495"/>
                  <a:gd name="T11" fmla="*/ 40 h 40"/>
                  <a:gd name="T12" fmla="*/ 455 w 495"/>
                  <a:gd name="T13" fmla="*/ 40 h 40"/>
                  <a:gd name="T14" fmla="*/ 0 w 495"/>
                  <a:gd name="T15" fmla="*/ 40 h 40"/>
                  <a:gd name="T16" fmla="*/ 0 w 495"/>
                  <a:gd name="T17" fmla="*/ 40 h 40"/>
                  <a:gd name="T18" fmla="*/ 88 w 495"/>
                  <a:gd name="T19" fmla="*/ 0 h 40"/>
                  <a:gd name="T20" fmla="*/ 495 w 495"/>
                  <a:gd name="T21" fmla="*/ 0 h 40"/>
                  <a:gd name="T22" fmla="*/ 455 w 495"/>
                  <a:gd name="T23" fmla="*/ 40 h 40"/>
                  <a:gd name="T24" fmla="*/ 0 w 495"/>
                  <a:gd name="T25" fmla="*/ 40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95" h="40">
                    <a:moveTo>
                      <a:pt x="0" y="40"/>
                    </a:moveTo>
                    <a:lnTo>
                      <a:pt x="88" y="0"/>
                    </a:lnTo>
                    <a:lnTo>
                      <a:pt x="495" y="0"/>
                    </a:lnTo>
                    <a:lnTo>
                      <a:pt x="455" y="40"/>
                    </a:lnTo>
                    <a:lnTo>
                      <a:pt x="0" y="40"/>
                    </a:lnTo>
                    <a:lnTo>
                      <a:pt x="88" y="0"/>
                    </a:lnTo>
                    <a:lnTo>
                      <a:pt x="495" y="0"/>
                    </a:lnTo>
                    <a:lnTo>
                      <a:pt x="455" y="40"/>
                    </a:lnTo>
                    <a:lnTo>
                      <a:pt x="0" y="40"/>
                    </a:lnTo>
                    <a:close/>
                  </a:path>
                </a:pathLst>
              </a:custGeom>
              <a:solidFill>
                <a:srgbClr val="DDDDDD"/>
              </a:solidFill>
              <a:ln w="12700">
                <a:solidFill>
                  <a:srgbClr val="000000"/>
                </a:solidFill>
                <a:prstDash val="solid"/>
                <a:round/>
                <a:headEnd/>
                <a:tailEnd/>
              </a:ln>
            </p:spPr>
            <p:txBody>
              <a:bodyPr/>
              <a:lstStyle/>
              <a:p>
                <a:pPr defTabSz="914400"/>
                <a:endParaRPr lang="en-GB">
                  <a:solidFill>
                    <a:srgbClr val="000000"/>
                  </a:solidFill>
                  <a:ea typeface="+mn-ea"/>
                  <a:cs typeface="Arial" panose="020B0604020202020204" pitchFamily="34" charset="0"/>
                </a:endParaRPr>
              </a:p>
            </p:txBody>
          </p:sp>
        </p:grpSp>
        <p:grpSp>
          <p:nvGrpSpPr>
            <p:cNvPr id="399" name="Group 261">
              <a:extLst>
                <a:ext uri="{FF2B5EF4-FFF2-40B4-BE49-F238E27FC236}">
                  <a16:creationId xmlns:a16="http://schemas.microsoft.com/office/drawing/2014/main" id="{2DC9A6DB-7FD7-4403-B071-314719C17D99}"/>
                </a:ext>
              </a:extLst>
            </p:cNvPr>
            <p:cNvGrpSpPr>
              <a:grpSpLocks/>
            </p:cNvGrpSpPr>
            <p:nvPr/>
          </p:nvGrpSpPr>
          <p:grpSpPr bwMode="auto">
            <a:xfrm>
              <a:off x="5942013" y="1892258"/>
              <a:ext cx="828675" cy="762000"/>
              <a:chOff x="3340" y="975"/>
              <a:chExt cx="630" cy="590"/>
            </a:xfrm>
          </p:grpSpPr>
          <p:sp>
            <p:nvSpPr>
              <p:cNvPr id="400" name="Rectangle 262">
                <a:extLst>
                  <a:ext uri="{FF2B5EF4-FFF2-40B4-BE49-F238E27FC236}">
                    <a16:creationId xmlns:a16="http://schemas.microsoft.com/office/drawing/2014/main" id="{8BECE1A0-B8B6-4231-8582-F36F3332615F}"/>
                  </a:ext>
                </a:extLst>
              </p:cNvPr>
              <p:cNvSpPr>
                <a:spLocks noChangeArrowheads="1"/>
              </p:cNvSpPr>
              <p:nvPr/>
            </p:nvSpPr>
            <p:spPr bwMode="auto">
              <a:xfrm>
                <a:off x="3475" y="1382"/>
                <a:ext cx="416" cy="183"/>
              </a:xfrm>
              <a:prstGeom prst="rect">
                <a:avLst/>
              </a:prstGeom>
              <a:solidFill>
                <a:srgbClr val="DDDDDD"/>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401" name="Rectangle 263">
                <a:extLst>
                  <a:ext uri="{FF2B5EF4-FFF2-40B4-BE49-F238E27FC236}">
                    <a16:creationId xmlns:a16="http://schemas.microsoft.com/office/drawing/2014/main" id="{F2CECEDE-4435-468A-93B6-CEA529B1ADB3}"/>
                  </a:ext>
                </a:extLst>
              </p:cNvPr>
              <p:cNvSpPr>
                <a:spLocks noChangeArrowheads="1"/>
              </p:cNvSpPr>
              <p:nvPr/>
            </p:nvSpPr>
            <p:spPr bwMode="auto">
              <a:xfrm>
                <a:off x="3475" y="1015"/>
                <a:ext cx="463" cy="239"/>
              </a:xfrm>
              <a:prstGeom prst="rect">
                <a:avLst/>
              </a:prstGeom>
              <a:solidFill>
                <a:srgbClr val="DDDDDD"/>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402" name="Freeform 264">
                <a:extLst>
                  <a:ext uri="{FF2B5EF4-FFF2-40B4-BE49-F238E27FC236}">
                    <a16:creationId xmlns:a16="http://schemas.microsoft.com/office/drawing/2014/main" id="{CD857FBC-2E91-400F-BE02-F9B30C969BB4}"/>
                  </a:ext>
                </a:extLst>
              </p:cNvPr>
              <p:cNvSpPr>
                <a:spLocks/>
              </p:cNvSpPr>
              <p:nvPr/>
            </p:nvSpPr>
            <p:spPr bwMode="auto">
              <a:xfrm>
                <a:off x="3340" y="1246"/>
                <a:ext cx="591" cy="136"/>
              </a:xfrm>
              <a:custGeom>
                <a:avLst/>
                <a:gdLst>
                  <a:gd name="T0" fmla="*/ 135 w 591"/>
                  <a:gd name="T1" fmla="*/ 0 h 136"/>
                  <a:gd name="T2" fmla="*/ 0 w 591"/>
                  <a:gd name="T3" fmla="*/ 136 h 136"/>
                  <a:gd name="T4" fmla="*/ 455 w 591"/>
                  <a:gd name="T5" fmla="*/ 136 h 136"/>
                  <a:gd name="T6" fmla="*/ 591 w 591"/>
                  <a:gd name="T7" fmla="*/ 0 h 136"/>
                  <a:gd name="T8" fmla="*/ 135 w 591"/>
                  <a:gd name="T9" fmla="*/ 0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1" h="136">
                    <a:moveTo>
                      <a:pt x="135" y="0"/>
                    </a:moveTo>
                    <a:lnTo>
                      <a:pt x="0" y="136"/>
                    </a:lnTo>
                    <a:lnTo>
                      <a:pt x="455" y="136"/>
                    </a:lnTo>
                    <a:lnTo>
                      <a:pt x="591" y="0"/>
                    </a:lnTo>
                    <a:lnTo>
                      <a:pt x="135"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403" name="Freeform 265">
                <a:extLst>
                  <a:ext uri="{FF2B5EF4-FFF2-40B4-BE49-F238E27FC236}">
                    <a16:creationId xmlns:a16="http://schemas.microsoft.com/office/drawing/2014/main" id="{6D100A2F-954E-4284-BD04-E2B57BC2FDD5}"/>
                  </a:ext>
                </a:extLst>
              </p:cNvPr>
              <p:cNvSpPr>
                <a:spLocks/>
              </p:cNvSpPr>
              <p:nvPr/>
            </p:nvSpPr>
            <p:spPr bwMode="auto">
              <a:xfrm>
                <a:off x="3340" y="1246"/>
                <a:ext cx="591" cy="136"/>
              </a:xfrm>
              <a:custGeom>
                <a:avLst/>
                <a:gdLst>
                  <a:gd name="T0" fmla="*/ 135 w 591"/>
                  <a:gd name="T1" fmla="*/ 0 h 136"/>
                  <a:gd name="T2" fmla="*/ 0 w 591"/>
                  <a:gd name="T3" fmla="*/ 136 h 136"/>
                  <a:gd name="T4" fmla="*/ 0 w 591"/>
                  <a:gd name="T5" fmla="*/ 136 h 136"/>
                  <a:gd name="T6" fmla="*/ 455 w 591"/>
                  <a:gd name="T7" fmla="*/ 136 h 136"/>
                  <a:gd name="T8" fmla="*/ 455 w 591"/>
                  <a:gd name="T9" fmla="*/ 136 h 136"/>
                  <a:gd name="T10" fmla="*/ 591 w 591"/>
                  <a:gd name="T11" fmla="*/ 0 h 136"/>
                  <a:gd name="T12" fmla="*/ 591 w 591"/>
                  <a:gd name="T13" fmla="*/ 0 h 136"/>
                  <a:gd name="T14" fmla="*/ 135 w 591"/>
                  <a:gd name="T15" fmla="*/ 0 h 136"/>
                  <a:gd name="T16" fmla="*/ 135 w 591"/>
                  <a:gd name="T17" fmla="*/ 0 h 136"/>
                  <a:gd name="T18" fmla="*/ 0 w 591"/>
                  <a:gd name="T19" fmla="*/ 136 h 136"/>
                  <a:gd name="T20" fmla="*/ 455 w 591"/>
                  <a:gd name="T21" fmla="*/ 136 h 136"/>
                  <a:gd name="T22" fmla="*/ 591 w 591"/>
                  <a:gd name="T23" fmla="*/ 0 h 136"/>
                  <a:gd name="T24" fmla="*/ 135 w 591"/>
                  <a:gd name="T25" fmla="*/ 0 h 1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91" h="136">
                    <a:moveTo>
                      <a:pt x="135" y="0"/>
                    </a:moveTo>
                    <a:lnTo>
                      <a:pt x="0" y="136"/>
                    </a:lnTo>
                    <a:lnTo>
                      <a:pt x="455" y="136"/>
                    </a:lnTo>
                    <a:lnTo>
                      <a:pt x="591" y="0"/>
                    </a:lnTo>
                    <a:lnTo>
                      <a:pt x="135" y="0"/>
                    </a:lnTo>
                    <a:lnTo>
                      <a:pt x="0" y="136"/>
                    </a:lnTo>
                    <a:lnTo>
                      <a:pt x="455" y="136"/>
                    </a:lnTo>
                    <a:lnTo>
                      <a:pt x="591" y="0"/>
                    </a:lnTo>
                    <a:lnTo>
                      <a:pt x="135" y="0"/>
                    </a:lnTo>
                    <a:close/>
                  </a:path>
                </a:pathLst>
              </a:custGeom>
              <a:solidFill>
                <a:srgbClr val="DDDDDD"/>
              </a:solidFill>
              <a:ln w="12700">
                <a:solidFill>
                  <a:srgbClr val="000000"/>
                </a:solidFill>
                <a:prstDash val="solid"/>
                <a:round/>
                <a:headEnd/>
                <a:tailEnd/>
              </a:ln>
            </p:spPr>
            <p:txBody>
              <a:bodyPr/>
              <a:lstStyle/>
              <a:p>
                <a:pPr defTabSz="914400"/>
                <a:endParaRPr lang="en-GB">
                  <a:solidFill>
                    <a:srgbClr val="000000"/>
                  </a:solidFill>
                  <a:ea typeface="+mn-ea"/>
                  <a:cs typeface="Arial" panose="020B0604020202020204" pitchFamily="34" charset="0"/>
                </a:endParaRPr>
              </a:p>
            </p:txBody>
          </p:sp>
          <p:sp>
            <p:nvSpPr>
              <p:cNvPr id="404" name="Rectangle 266">
                <a:extLst>
                  <a:ext uri="{FF2B5EF4-FFF2-40B4-BE49-F238E27FC236}">
                    <a16:creationId xmlns:a16="http://schemas.microsoft.com/office/drawing/2014/main" id="{A55B5778-0993-45B3-812F-7C500B2D3516}"/>
                  </a:ext>
                </a:extLst>
              </p:cNvPr>
              <p:cNvSpPr>
                <a:spLocks noChangeArrowheads="1"/>
              </p:cNvSpPr>
              <p:nvPr/>
            </p:nvSpPr>
            <p:spPr bwMode="auto">
              <a:xfrm>
                <a:off x="3340" y="1382"/>
                <a:ext cx="463" cy="96"/>
              </a:xfrm>
              <a:prstGeom prst="rect">
                <a:avLst/>
              </a:prstGeom>
              <a:solidFill>
                <a:srgbClr val="DDDDDD"/>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405" name="Freeform 267">
                <a:extLst>
                  <a:ext uri="{FF2B5EF4-FFF2-40B4-BE49-F238E27FC236}">
                    <a16:creationId xmlns:a16="http://schemas.microsoft.com/office/drawing/2014/main" id="{BF94BF13-5243-4882-80B3-A6A5ED5FF8BF}"/>
                  </a:ext>
                </a:extLst>
              </p:cNvPr>
              <p:cNvSpPr>
                <a:spLocks/>
              </p:cNvSpPr>
              <p:nvPr/>
            </p:nvSpPr>
            <p:spPr bwMode="auto">
              <a:xfrm>
                <a:off x="3787" y="975"/>
                <a:ext cx="183" cy="590"/>
              </a:xfrm>
              <a:custGeom>
                <a:avLst/>
                <a:gdLst>
                  <a:gd name="T0" fmla="*/ 0 w 183"/>
                  <a:gd name="T1" fmla="*/ 407 h 590"/>
                  <a:gd name="T2" fmla="*/ 136 w 183"/>
                  <a:gd name="T3" fmla="*/ 271 h 590"/>
                  <a:gd name="T4" fmla="*/ 136 w 183"/>
                  <a:gd name="T5" fmla="*/ 40 h 590"/>
                  <a:gd name="T6" fmla="*/ 183 w 183"/>
                  <a:gd name="T7" fmla="*/ 0 h 590"/>
                  <a:gd name="T8" fmla="*/ 183 w 183"/>
                  <a:gd name="T9" fmla="*/ 495 h 590"/>
                  <a:gd name="T10" fmla="*/ 96 w 183"/>
                  <a:gd name="T11" fmla="*/ 590 h 590"/>
                  <a:gd name="T12" fmla="*/ 96 w 183"/>
                  <a:gd name="T13" fmla="*/ 455 h 590"/>
                  <a:gd name="T14" fmla="*/ 0 w 183"/>
                  <a:gd name="T15" fmla="*/ 495 h 590"/>
                  <a:gd name="T16" fmla="*/ 0 w 183"/>
                  <a:gd name="T17" fmla="*/ 407 h 5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3" h="590">
                    <a:moveTo>
                      <a:pt x="0" y="407"/>
                    </a:moveTo>
                    <a:lnTo>
                      <a:pt x="136" y="271"/>
                    </a:lnTo>
                    <a:lnTo>
                      <a:pt x="136" y="40"/>
                    </a:lnTo>
                    <a:lnTo>
                      <a:pt x="183" y="0"/>
                    </a:lnTo>
                    <a:lnTo>
                      <a:pt x="183" y="495"/>
                    </a:lnTo>
                    <a:lnTo>
                      <a:pt x="96" y="590"/>
                    </a:lnTo>
                    <a:lnTo>
                      <a:pt x="96" y="455"/>
                    </a:lnTo>
                    <a:lnTo>
                      <a:pt x="0" y="495"/>
                    </a:lnTo>
                    <a:lnTo>
                      <a:pt x="0" y="407"/>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406" name="Freeform 268">
                <a:extLst>
                  <a:ext uri="{FF2B5EF4-FFF2-40B4-BE49-F238E27FC236}">
                    <a16:creationId xmlns:a16="http://schemas.microsoft.com/office/drawing/2014/main" id="{EF559A32-141C-4F54-A034-16C752F6F6BC}"/>
                  </a:ext>
                </a:extLst>
              </p:cNvPr>
              <p:cNvSpPr>
                <a:spLocks/>
              </p:cNvSpPr>
              <p:nvPr/>
            </p:nvSpPr>
            <p:spPr bwMode="auto">
              <a:xfrm>
                <a:off x="3475" y="975"/>
                <a:ext cx="495" cy="40"/>
              </a:xfrm>
              <a:custGeom>
                <a:avLst/>
                <a:gdLst>
                  <a:gd name="T0" fmla="*/ 0 w 495"/>
                  <a:gd name="T1" fmla="*/ 40 h 40"/>
                  <a:gd name="T2" fmla="*/ 88 w 495"/>
                  <a:gd name="T3" fmla="*/ 0 h 40"/>
                  <a:gd name="T4" fmla="*/ 495 w 495"/>
                  <a:gd name="T5" fmla="*/ 0 h 40"/>
                  <a:gd name="T6" fmla="*/ 456 w 495"/>
                  <a:gd name="T7" fmla="*/ 40 h 40"/>
                  <a:gd name="T8" fmla="*/ 0 w 495"/>
                  <a:gd name="T9" fmla="*/ 4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5" h="40">
                    <a:moveTo>
                      <a:pt x="0" y="40"/>
                    </a:moveTo>
                    <a:lnTo>
                      <a:pt x="88" y="0"/>
                    </a:lnTo>
                    <a:lnTo>
                      <a:pt x="495" y="0"/>
                    </a:lnTo>
                    <a:lnTo>
                      <a:pt x="456" y="40"/>
                    </a:lnTo>
                    <a:lnTo>
                      <a:pt x="0" y="4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407" name="Freeform 269">
                <a:extLst>
                  <a:ext uri="{FF2B5EF4-FFF2-40B4-BE49-F238E27FC236}">
                    <a16:creationId xmlns:a16="http://schemas.microsoft.com/office/drawing/2014/main" id="{4770084F-344B-4FFF-9F0A-0010A24FC55D}"/>
                  </a:ext>
                </a:extLst>
              </p:cNvPr>
              <p:cNvSpPr>
                <a:spLocks/>
              </p:cNvSpPr>
              <p:nvPr/>
            </p:nvSpPr>
            <p:spPr bwMode="auto">
              <a:xfrm>
                <a:off x="3787" y="975"/>
                <a:ext cx="183" cy="590"/>
              </a:xfrm>
              <a:custGeom>
                <a:avLst/>
                <a:gdLst>
                  <a:gd name="T0" fmla="*/ 0 w 183"/>
                  <a:gd name="T1" fmla="*/ 407 h 590"/>
                  <a:gd name="T2" fmla="*/ 136 w 183"/>
                  <a:gd name="T3" fmla="*/ 271 h 590"/>
                  <a:gd name="T4" fmla="*/ 136 w 183"/>
                  <a:gd name="T5" fmla="*/ 271 h 590"/>
                  <a:gd name="T6" fmla="*/ 136 w 183"/>
                  <a:gd name="T7" fmla="*/ 40 h 590"/>
                  <a:gd name="T8" fmla="*/ 136 w 183"/>
                  <a:gd name="T9" fmla="*/ 40 h 590"/>
                  <a:gd name="T10" fmla="*/ 183 w 183"/>
                  <a:gd name="T11" fmla="*/ 0 h 590"/>
                  <a:gd name="T12" fmla="*/ 183 w 183"/>
                  <a:gd name="T13" fmla="*/ 0 h 590"/>
                  <a:gd name="T14" fmla="*/ 183 w 183"/>
                  <a:gd name="T15" fmla="*/ 495 h 590"/>
                  <a:gd name="T16" fmla="*/ 183 w 183"/>
                  <a:gd name="T17" fmla="*/ 495 h 590"/>
                  <a:gd name="T18" fmla="*/ 96 w 183"/>
                  <a:gd name="T19" fmla="*/ 590 h 590"/>
                  <a:gd name="T20" fmla="*/ 96 w 183"/>
                  <a:gd name="T21" fmla="*/ 590 h 590"/>
                  <a:gd name="T22" fmla="*/ 96 w 183"/>
                  <a:gd name="T23" fmla="*/ 455 h 590"/>
                  <a:gd name="T24" fmla="*/ 96 w 183"/>
                  <a:gd name="T25" fmla="*/ 455 h 590"/>
                  <a:gd name="T26" fmla="*/ 0 w 183"/>
                  <a:gd name="T27" fmla="*/ 495 h 590"/>
                  <a:gd name="T28" fmla="*/ 0 w 183"/>
                  <a:gd name="T29" fmla="*/ 495 h 590"/>
                  <a:gd name="T30" fmla="*/ 0 w 183"/>
                  <a:gd name="T31" fmla="*/ 407 h 590"/>
                  <a:gd name="T32" fmla="*/ 0 w 183"/>
                  <a:gd name="T33" fmla="*/ 407 h 590"/>
                  <a:gd name="T34" fmla="*/ 136 w 183"/>
                  <a:gd name="T35" fmla="*/ 271 h 590"/>
                  <a:gd name="T36" fmla="*/ 136 w 183"/>
                  <a:gd name="T37" fmla="*/ 40 h 590"/>
                  <a:gd name="T38" fmla="*/ 183 w 183"/>
                  <a:gd name="T39" fmla="*/ 0 h 590"/>
                  <a:gd name="T40" fmla="*/ 183 w 183"/>
                  <a:gd name="T41" fmla="*/ 495 h 590"/>
                  <a:gd name="T42" fmla="*/ 96 w 183"/>
                  <a:gd name="T43" fmla="*/ 590 h 590"/>
                  <a:gd name="T44" fmla="*/ 96 w 183"/>
                  <a:gd name="T45" fmla="*/ 455 h 590"/>
                  <a:gd name="T46" fmla="*/ 0 w 183"/>
                  <a:gd name="T47" fmla="*/ 495 h 590"/>
                  <a:gd name="T48" fmla="*/ 0 w 183"/>
                  <a:gd name="T49" fmla="*/ 407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3" h="590">
                    <a:moveTo>
                      <a:pt x="0" y="407"/>
                    </a:moveTo>
                    <a:lnTo>
                      <a:pt x="136" y="271"/>
                    </a:lnTo>
                    <a:lnTo>
                      <a:pt x="136" y="40"/>
                    </a:lnTo>
                    <a:lnTo>
                      <a:pt x="183" y="0"/>
                    </a:lnTo>
                    <a:lnTo>
                      <a:pt x="183" y="495"/>
                    </a:lnTo>
                    <a:lnTo>
                      <a:pt x="96" y="590"/>
                    </a:lnTo>
                    <a:lnTo>
                      <a:pt x="96" y="455"/>
                    </a:lnTo>
                    <a:lnTo>
                      <a:pt x="0" y="495"/>
                    </a:lnTo>
                    <a:lnTo>
                      <a:pt x="0" y="407"/>
                    </a:lnTo>
                    <a:lnTo>
                      <a:pt x="136" y="271"/>
                    </a:lnTo>
                    <a:lnTo>
                      <a:pt x="136" y="40"/>
                    </a:lnTo>
                    <a:lnTo>
                      <a:pt x="183" y="0"/>
                    </a:lnTo>
                    <a:lnTo>
                      <a:pt x="183" y="495"/>
                    </a:lnTo>
                    <a:lnTo>
                      <a:pt x="96" y="590"/>
                    </a:lnTo>
                    <a:lnTo>
                      <a:pt x="96" y="455"/>
                    </a:lnTo>
                    <a:lnTo>
                      <a:pt x="0" y="495"/>
                    </a:lnTo>
                    <a:lnTo>
                      <a:pt x="0" y="407"/>
                    </a:lnTo>
                    <a:close/>
                  </a:path>
                </a:pathLst>
              </a:custGeom>
              <a:solidFill>
                <a:srgbClr val="DDDDDD"/>
              </a:solidFill>
              <a:ln w="12700">
                <a:solidFill>
                  <a:srgbClr val="000000"/>
                </a:solidFill>
                <a:prstDash val="solid"/>
                <a:round/>
                <a:headEnd/>
                <a:tailEnd/>
              </a:ln>
            </p:spPr>
            <p:txBody>
              <a:bodyPr/>
              <a:lstStyle/>
              <a:p>
                <a:pPr defTabSz="914400"/>
                <a:endParaRPr lang="en-GB">
                  <a:solidFill>
                    <a:srgbClr val="000000"/>
                  </a:solidFill>
                  <a:ea typeface="+mn-ea"/>
                  <a:cs typeface="Arial" panose="020B0604020202020204" pitchFamily="34" charset="0"/>
                </a:endParaRPr>
              </a:p>
            </p:txBody>
          </p:sp>
          <p:sp>
            <p:nvSpPr>
              <p:cNvPr id="408" name="Freeform 270">
                <a:extLst>
                  <a:ext uri="{FF2B5EF4-FFF2-40B4-BE49-F238E27FC236}">
                    <a16:creationId xmlns:a16="http://schemas.microsoft.com/office/drawing/2014/main" id="{797D4855-9DA9-4FE6-BBA8-BE140BE4D119}"/>
                  </a:ext>
                </a:extLst>
              </p:cNvPr>
              <p:cNvSpPr>
                <a:spLocks/>
              </p:cNvSpPr>
              <p:nvPr/>
            </p:nvSpPr>
            <p:spPr bwMode="auto">
              <a:xfrm>
                <a:off x="3475" y="975"/>
                <a:ext cx="495" cy="40"/>
              </a:xfrm>
              <a:custGeom>
                <a:avLst/>
                <a:gdLst>
                  <a:gd name="T0" fmla="*/ 0 w 495"/>
                  <a:gd name="T1" fmla="*/ 40 h 40"/>
                  <a:gd name="T2" fmla="*/ 88 w 495"/>
                  <a:gd name="T3" fmla="*/ 0 h 40"/>
                  <a:gd name="T4" fmla="*/ 88 w 495"/>
                  <a:gd name="T5" fmla="*/ 0 h 40"/>
                  <a:gd name="T6" fmla="*/ 495 w 495"/>
                  <a:gd name="T7" fmla="*/ 0 h 40"/>
                  <a:gd name="T8" fmla="*/ 495 w 495"/>
                  <a:gd name="T9" fmla="*/ 0 h 40"/>
                  <a:gd name="T10" fmla="*/ 456 w 495"/>
                  <a:gd name="T11" fmla="*/ 40 h 40"/>
                  <a:gd name="T12" fmla="*/ 456 w 495"/>
                  <a:gd name="T13" fmla="*/ 40 h 40"/>
                  <a:gd name="T14" fmla="*/ 0 w 495"/>
                  <a:gd name="T15" fmla="*/ 40 h 40"/>
                  <a:gd name="T16" fmla="*/ 0 w 495"/>
                  <a:gd name="T17" fmla="*/ 40 h 40"/>
                  <a:gd name="T18" fmla="*/ 88 w 495"/>
                  <a:gd name="T19" fmla="*/ 0 h 40"/>
                  <a:gd name="T20" fmla="*/ 495 w 495"/>
                  <a:gd name="T21" fmla="*/ 0 h 40"/>
                  <a:gd name="T22" fmla="*/ 456 w 495"/>
                  <a:gd name="T23" fmla="*/ 40 h 40"/>
                  <a:gd name="T24" fmla="*/ 0 w 495"/>
                  <a:gd name="T25" fmla="*/ 40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95" h="40">
                    <a:moveTo>
                      <a:pt x="0" y="40"/>
                    </a:moveTo>
                    <a:lnTo>
                      <a:pt x="88" y="0"/>
                    </a:lnTo>
                    <a:lnTo>
                      <a:pt x="495" y="0"/>
                    </a:lnTo>
                    <a:lnTo>
                      <a:pt x="456" y="40"/>
                    </a:lnTo>
                    <a:lnTo>
                      <a:pt x="0" y="40"/>
                    </a:lnTo>
                    <a:lnTo>
                      <a:pt x="88" y="0"/>
                    </a:lnTo>
                    <a:lnTo>
                      <a:pt x="495" y="0"/>
                    </a:lnTo>
                    <a:lnTo>
                      <a:pt x="456" y="40"/>
                    </a:lnTo>
                    <a:lnTo>
                      <a:pt x="0" y="40"/>
                    </a:lnTo>
                    <a:close/>
                  </a:path>
                </a:pathLst>
              </a:custGeom>
              <a:solidFill>
                <a:srgbClr val="DDDDDD"/>
              </a:solidFill>
              <a:ln w="12700">
                <a:solidFill>
                  <a:srgbClr val="000000"/>
                </a:solidFill>
                <a:prstDash val="solid"/>
                <a:round/>
                <a:headEnd/>
                <a:tailEnd/>
              </a:ln>
            </p:spPr>
            <p:txBody>
              <a:bodyPr/>
              <a:lstStyle/>
              <a:p>
                <a:pPr defTabSz="914400"/>
                <a:endParaRPr lang="en-GB">
                  <a:solidFill>
                    <a:srgbClr val="000000"/>
                  </a:solidFill>
                  <a:ea typeface="+mn-ea"/>
                  <a:cs typeface="Arial" panose="020B0604020202020204" pitchFamily="34" charset="0"/>
                </a:endParaRPr>
              </a:p>
            </p:txBody>
          </p:sp>
        </p:grpSp>
        <p:grpSp>
          <p:nvGrpSpPr>
            <p:cNvPr id="409" name="Group 271">
              <a:extLst>
                <a:ext uri="{FF2B5EF4-FFF2-40B4-BE49-F238E27FC236}">
                  <a16:creationId xmlns:a16="http://schemas.microsoft.com/office/drawing/2014/main" id="{12C8EE7D-90EC-4EFB-B698-A6C63AB4163A}"/>
                </a:ext>
              </a:extLst>
            </p:cNvPr>
            <p:cNvGrpSpPr>
              <a:grpSpLocks/>
            </p:cNvGrpSpPr>
            <p:nvPr/>
          </p:nvGrpSpPr>
          <p:grpSpPr bwMode="auto">
            <a:xfrm>
              <a:off x="6477000" y="1892258"/>
              <a:ext cx="831850" cy="762000"/>
              <a:chOff x="3747" y="975"/>
              <a:chExt cx="631" cy="590"/>
            </a:xfrm>
          </p:grpSpPr>
          <p:sp>
            <p:nvSpPr>
              <p:cNvPr id="410" name="Rectangle 272">
                <a:extLst>
                  <a:ext uri="{FF2B5EF4-FFF2-40B4-BE49-F238E27FC236}">
                    <a16:creationId xmlns:a16="http://schemas.microsoft.com/office/drawing/2014/main" id="{A01EAB86-92DC-4258-B154-9A616CAF8CC5}"/>
                  </a:ext>
                </a:extLst>
              </p:cNvPr>
              <p:cNvSpPr>
                <a:spLocks noChangeArrowheads="1"/>
              </p:cNvSpPr>
              <p:nvPr/>
            </p:nvSpPr>
            <p:spPr bwMode="auto">
              <a:xfrm>
                <a:off x="3883" y="1382"/>
                <a:ext cx="415" cy="183"/>
              </a:xfrm>
              <a:prstGeom prst="rect">
                <a:avLst/>
              </a:prstGeom>
              <a:solidFill>
                <a:srgbClr val="DDDDDD"/>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411" name="Rectangle 273">
                <a:extLst>
                  <a:ext uri="{FF2B5EF4-FFF2-40B4-BE49-F238E27FC236}">
                    <a16:creationId xmlns:a16="http://schemas.microsoft.com/office/drawing/2014/main" id="{4CEF0CBB-C0F8-4FC2-8AA8-AB9A3FAAC78D}"/>
                  </a:ext>
                </a:extLst>
              </p:cNvPr>
              <p:cNvSpPr>
                <a:spLocks noChangeArrowheads="1"/>
              </p:cNvSpPr>
              <p:nvPr/>
            </p:nvSpPr>
            <p:spPr bwMode="auto">
              <a:xfrm>
                <a:off x="3883" y="1015"/>
                <a:ext cx="463" cy="239"/>
              </a:xfrm>
              <a:prstGeom prst="rect">
                <a:avLst/>
              </a:prstGeom>
              <a:solidFill>
                <a:srgbClr val="DDDDDD"/>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412" name="Freeform 274">
                <a:extLst>
                  <a:ext uri="{FF2B5EF4-FFF2-40B4-BE49-F238E27FC236}">
                    <a16:creationId xmlns:a16="http://schemas.microsoft.com/office/drawing/2014/main" id="{2122400A-8D84-45DA-A845-35190313DDBA}"/>
                  </a:ext>
                </a:extLst>
              </p:cNvPr>
              <p:cNvSpPr>
                <a:spLocks/>
              </p:cNvSpPr>
              <p:nvPr/>
            </p:nvSpPr>
            <p:spPr bwMode="auto">
              <a:xfrm>
                <a:off x="3747" y="1246"/>
                <a:ext cx="591" cy="136"/>
              </a:xfrm>
              <a:custGeom>
                <a:avLst/>
                <a:gdLst>
                  <a:gd name="T0" fmla="*/ 136 w 591"/>
                  <a:gd name="T1" fmla="*/ 0 h 136"/>
                  <a:gd name="T2" fmla="*/ 0 w 591"/>
                  <a:gd name="T3" fmla="*/ 136 h 136"/>
                  <a:gd name="T4" fmla="*/ 455 w 591"/>
                  <a:gd name="T5" fmla="*/ 136 h 136"/>
                  <a:gd name="T6" fmla="*/ 591 w 591"/>
                  <a:gd name="T7" fmla="*/ 0 h 136"/>
                  <a:gd name="T8" fmla="*/ 136 w 591"/>
                  <a:gd name="T9" fmla="*/ 0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1" h="136">
                    <a:moveTo>
                      <a:pt x="136" y="0"/>
                    </a:moveTo>
                    <a:lnTo>
                      <a:pt x="0" y="136"/>
                    </a:lnTo>
                    <a:lnTo>
                      <a:pt x="455" y="136"/>
                    </a:lnTo>
                    <a:lnTo>
                      <a:pt x="591" y="0"/>
                    </a:lnTo>
                    <a:lnTo>
                      <a:pt x="136"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413" name="Freeform 275">
                <a:extLst>
                  <a:ext uri="{FF2B5EF4-FFF2-40B4-BE49-F238E27FC236}">
                    <a16:creationId xmlns:a16="http://schemas.microsoft.com/office/drawing/2014/main" id="{221E03D4-A164-4AA4-AFA5-49B133654C2F}"/>
                  </a:ext>
                </a:extLst>
              </p:cNvPr>
              <p:cNvSpPr>
                <a:spLocks/>
              </p:cNvSpPr>
              <p:nvPr/>
            </p:nvSpPr>
            <p:spPr bwMode="auto">
              <a:xfrm>
                <a:off x="3747" y="1246"/>
                <a:ext cx="591" cy="136"/>
              </a:xfrm>
              <a:custGeom>
                <a:avLst/>
                <a:gdLst>
                  <a:gd name="T0" fmla="*/ 136 w 591"/>
                  <a:gd name="T1" fmla="*/ 0 h 136"/>
                  <a:gd name="T2" fmla="*/ 0 w 591"/>
                  <a:gd name="T3" fmla="*/ 136 h 136"/>
                  <a:gd name="T4" fmla="*/ 0 w 591"/>
                  <a:gd name="T5" fmla="*/ 136 h 136"/>
                  <a:gd name="T6" fmla="*/ 455 w 591"/>
                  <a:gd name="T7" fmla="*/ 136 h 136"/>
                  <a:gd name="T8" fmla="*/ 455 w 591"/>
                  <a:gd name="T9" fmla="*/ 136 h 136"/>
                  <a:gd name="T10" fmla="*/ 591 w 591"/>
                  <a:gd name="T11" fmla="*/ 0 h 136"/>
                  <a:gd name="T12" fmla="*/ 591 w 591"/>
                  <a:gd name="T13" fmla="*/ 0 h 136"/>
                  <a:gd name="T14" fmla="*/ 136 w 591"/>
                  <a:gd name="T15" fmla="*/ 0 h 136"/>
                  <a:gd name="T16" fmla="*/ 136 w 591"/>
                  <a:gd name="T17" fmla="*/ 0 h 136"/>
                  <a:gd name="T18" fmla="*/ 0 w 591"/>
                  <a:gd name="T19" fmla="*/ 136 h 136"/>
                  <a:gd name="T20" fmla="*/ 455 w 591"/>
                  <a:gd name="T21" fmla="*/ 136 h 136"/>
                  <a:gd name="T22" fmla="*/ 591 w 591"/>
                  <a:gd name="T23" fmla="*/ 0 h 136"/>
                  <a:gd name="T24" fmla="*/ 136 w 591"/>
                  <a:gd name="T25" fmla="*/ 0 h 1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91" h="136">
                    <a:moveTo>
                      <a:pt x="136" y="0"/>
                    </a:moveTo>
                    <a:lnTo>
                      <a:pt x="0" y="136"/>
                    </a:lnTo>
                    <a:lnTo>
                      <a:pt x="455" y="136"/>
                    </a:lnTo>
                    <a:lnTo>
                      <a:pt x="591" y="0"/>
                    </a:lnTo>
                    <a:lnTo>
                      <a:pt x="136" y="0"/>
                    </a:lnTo>
                    <a:lnTo>
                      <a:pt x="0" y="136"/>
                    </a:lnTo>
                    <a:lnTo>
                      <a:pt x="455" y="136"/>
                    </a:lnTo>
                    <a:lnTo>
                      <a:pt x="591" y="0"/>
                    </a:lnTo>
                    <a:lnTo>
                      <a:pt x="136" y="0"/>
                    </a:lnTo>
                    <a:close/>
                  </a:path>
                </a:pathLst>
              </a:custGeom>
              <a:solidFill>
                <a:srgbClr val="DDDDDD"/>
              </a:solidFill>
              <a:ln w="12700">
                <a:solidFill>
                  <a:srgbClr val="000000"/>
                </a:solidFill>
                <a:prstDash val="solid"/>
                <a:round/>
                <a:headEnd/>
                <a:tailEnd/>
              </a:ln>
            </p:spPr>
            <p:txBody>
              <a:bodyPr/>
              <a:lstStyle/>
              <a:p>
                <a:pPr defTabSz="914400"/>
                <a:endParaRPr lang="en-GB">
                  <a:solidFill>
                    <a:srgbClr val="000000"/>
                  </a:solidFill>
                  <a:ea typeface="+mn-ea"/>
                  <a:cs typeface="Arial" panose="020B0604020202020204" pitchFamily="34" charset="0"/>
                </a:endParaRPr>
              </a:p>
            </p:txBody>
          </p:sp>
          <p:sp>
            <p:nvSpPr>
              <p:cNvPr id="414" name="Rectangle 276">
                <a:extLst>
                  <a:ext uri="{FF2B5EF4-FFF2-40B4-BE49-F238E27FC236}">
                    <a16:creationId xmlns:a16="http://schemas.microsoft.com/office/drawing/2014/main" id="{FCA03D98-DE9D-4125-BABE-422C5A0BA330}"/>
                  </a:ext>
                </a:extLst>
              </p:cNvPr>
              <p:cNvSpPr>
                <a:spLocks noChangeArrowheads="1"/>
              </p:cNvSpPr>
              <p:nvPr/>
            </p:nvSpPr>
            <p:spPr bwMode="auto">
              <a:xfrm>
                <a:off x="3747" y="1382"/>
                <a:ext cx="463" cy="96"/>
              </a:xfrm>
              <a:prstGeom prst="rect">
                <a:avLst/>
              </a:prstGeom>
              <a:solidFill>
                <a:srgbClr val="DDDDDD"/>
              </a:solidFill>
              <a:ln w="12700">
                <a:solidFill>
                  <a:srgbClr val="000000"/>
                </a:solidFill>
                <a:miter lim="800000"/>
                <a:headEnd/>
                <a:tailEnd/>
              </a:ln>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800" b="0">
                  <a:solidFill>
                    <a:srgbClr val="000000"/>
                  </a:solidFill>
                  <a:latin typeface="Arial" panose="020B0604020202020204" pitchFamily="34" charset="0"/>
                  <a:ea typeface="+mn-ea"/>
                  <a:cs typeface="Arial" panose="020B0604020202020204" pitchFamily="34" charset="0"/>
                </a:endParaRPr>
              </a:p>
            </p:txBody>
          </p:sp>
          <p:sp>
            <p:nvSpPr>
              <p:cNvPr id="415" name="Freeform 277">
                <a:extLst>
                  <a:ext uri="{FF2B5EF4-FFF2-40B4-BE49-F238E27FC236}">
                    <a16:creationId xmlns:a16="http://schemas.microsoft.com/office/drawing/2014/main" id="{5B790564-1937-44A3-BE4E-772663D6C33C}"/>
                  </a:ext>
                </a:extLst>
              </p:cNvPr>
              <p:cNvSpPr>
                <a:spLocks/>
              </p:cNvSpPr>
              <p:nvPr/>
            </p:nvSpPr>
            <p:spPr bwMode="auto">
              <a:xfrm>
                <a:off x="4194" y="975"/>
                <a:ext cx="184" cy="590"/>
              </a:xfrm>
              <a:custGeom>
                <a:avLst/>
                <a:gdLst>
                  <a:gd name="T0" fmla="*/ 0 w 184"/>
                  <a:gd name="T1" fmla="*/ 407 h 590"/>
                  <a:gd name="T2" fmla="*/ 136 w 184"/>
                  <a:gd name="T3" fmla="*/ 271 h 590"/>
                  <a:gd name="T4" fmla="*/ 136 w 184"/>
                  <a:gd name="T5" fmla="*/ 40 h 590"/>
                  <a:gd name="T6" fmla="*/ 184 w 184"/>
                  <a:gd name="T7" fmla="*/ 0 h 590"/>
                  <a:gd name="T8" fmla="*/ 184 w 184"/>
                  <a:gd name="T9" fmla="*/ 495 h 590"/>
                  <a:gd name="T10" fmla="*/ 96 w 184"/>
                  <a:gd name="T11" fmla="*/ 590 h 590"/>
                  <a:gd name="T12" fmla="*/ 96 w 184"/>
                  <a:gd name="T13" fmla="*/ 455 h 590"/>
                  <a:gd name="T14" fmla="*/ 0 w 184"/>
                  <a:gd name="T15" fmla="*/ 495 h 590"/>
                  <a:gd name="T16" fmla="*/ 0 w 184"/>
                  <a:gd name="T17" fmla="*/ 407 h 5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4" h="590">
                    <a:moveTo>
                      <a:pt x="0" y="407"/>
                    </a:moveTo>
                    <a:lnTo>
                      <a:pt x="136" y="271"/>
                    </a:lnTo>
                    <a:lnTo>
                      <a:pt x="136" y="40"/>
                    </a:lnTo>
                    <a:lnTo>
                      <a:pt x="184" y="0"/>
                    </a:lnTo>
                    <a:lnTo>
                      <a:pt x="184" y="495"/>
                    </a:lnTo>
                    <a:lnTo>
                      <a:pt x="96" y="590"/>
                    </a:lnTo>
                    <a:lnTo>
                      <a:pt x="96" y="455"/>
                    </a:lnTo>
                    <a:lnTo>
                      <a:pt x="0" y="495"/>
                    </a:lnTo>
                    <a:lnTo>
                      <a:pt x="0" y="407"/>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416" name="Freeform 278">
                <a:extLst>
                  <a:ext uri="{FF2B5EF4-FFF2-40B4-BE49-F238E27FC236}">
                    <a16:creationId xmlns:a16="http://schemas.microsoft.com/office/drawing/2014/main" id="{26311647-3D36-4238-9551-B5F7F5CB1670}"/>
                  </a:ext>
                </a:extLst>
              </p:cNvPr>
              <p:cNvSpPr>
                <a:spLocks/>
              </p:cNvSpPr>
              <p:nvPr/>
            </p:nvSpPr>
            <p:spPr bwMode="auto">
              <a:xfrm>
                <a:off x="3883" y="975"/>
                <a:ext cx="495" cy="40"/>
              </a:xfrm>
              <a:custGeom>
                <a:avLst/>
                <a:gdLst>
                  <a:gd name="T0" fmla="*/ 0 w 495"/>
                  <a:gd name="T1" fmla="*/ 40 h 40"/>
                  <a:gd name="T2" fmla="*/ 87 w 495"/>
                  <a:gd name="T3" fmla="*/ 0 h 40"/>
                  <a:gd name="T4" fmla="*/ 495 w 495"/>
                  <a:gd name="T5" fmla="*/ 0 h 40"/>
                  <a:gd name="T6" fmla="*/ 455 w 495"/>
                  <a:gd name="T7" fmla="*/ 40 h 40"/>
                  <a:gd name="T8" fmla="*/ 0 w 495"/>
                  <a:gd name="T9" fmla="*/ 4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5" h="40">
                    <a:moveTo>
                      <a:pt x="0" y="40"/>
                    </a:moveTo>
                    <a:lnTo>
                      <a:pt x="87" y="0"/>
                    </a:lnTo>
                    <a:lnTo>
                      <a:pt x="495" y="0"/>
                    </a:lnTo>
                    <a:lnTo>
                      <a:pt x="455" y="40"/>
                    </a:lnTo>
                    <a:lnTo>
                      <a:pt x="0" y="4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GB">
                  <a:solidFill>
                    <a:srgbClr val="000000"/>
                  </a:solidFill>
                  <a:ea typeface="+mn-ea"/>
                  <a:cs typeface="Arial" panose="020B0604020202020204" pitchFamily="34" charset="0"/>
                </a:endParaRPr>
              </a:p>
            </p:txBody>
          </p:sp>
          <p:sp>
            <p:nvSpPr>
              <p:cNvPr id="417" name="Freeform 279">
                <a:extLst>
                  <a:ext uri="{FF2B5EF4-FFF2-40B4-BE49-F238E27FC236}">
                    <a16:creationId xmlns:a16="http://schemas.microsoft.com/office/drawing/2014/main" id="{5F32243A-E860-44C1-9E14-C62300C98CED}"/>
                  </a:ext>
                </a:extLst>
              </p:cNvPr>
              <p:cNvSpPr>
                <a:spLocks/>
              </p:cNvSpPr>
              <p:nvPr/>
            </p:nvSpPr>
            <p:spPr bwMode="auto">
              <a:xfrm>
                <a:off x="4194" y="975"/>
                <a:ext cx="184" cy="590"/>
              </a:xfrm>
              <a:custGeom>
                <a:avLst/>
                <a:gdLst>
                  <a:gd name="T0" fmla="*/ 0 w 184"/>
                  <a:gd name="T1" fmla="*/ 407 h 590"/>
                  <a:gd name="T2" fmla="*/ 136 w 184"/>
                  <a:gd name="T3" fmla="*/ 271 h 590"/>
                  <a:gd name="T4" fmla="*/ 136 w 184"/>
                  <a:gd name="T5" fmla="*/ 271 h 590"/>
                  <a:gd name="T6" fmla="*/ 136 w 184"/>
                  <a:gd name="T7" fmla="*/ 40 h 590"/>
                  <a:gd name="T8" fmla="*/ 136 w 184"/>
                  <a:gd name="T9" fmla="*/ 40 h 590"/>
                  <a:gd name="T10" fmla="*/ 184 w 184"/>
                  <a:gd name="T11" fmla="*/ 0 h 590"/>
                  <a:gd name="T12" fmla="*/ 184 w 184"/>
                  <a:gd name="T13" fmla="*/ 0 h 590"/>
                  <a:gd name="T14" fmla="*/ 184 w 184"/>
                  <a:gd name="T15" fmla="*/ 495 h 590"/>
                  <a:gd name="T16" fmla="*/ 184 w 184"/>
                  <a:gd name="T17" fmla="*/ 495 h 590"/>
                  <a:gd name="T18" fmla="*/ 96 w 184"/>
                  <a:gd name="T19" fmla="*/ 590 h 590"/>
                  <a:gd name="T20" fmla="*/ 96 w 184"/>
                  <a:gd name="T21" fmla="*/ 590 h 590"/>
                  <a:gd name="T22" fmla="*/ 96 w 184"/>
                  <a:gd name="T23" fmla="*/ 455 h 590"/>
                  <a:gd name="T24" fmla="*/ 96 w 184"/>
                  <a:gd name="T25" fmla="*/ 455 h 590"/>
                  <a:gd name="T26" fmla="*/ 0 w 184"/>
                  <a:gd name="T27" fmla="*/ 495 h 590"/>
                  <a:gd name="T28" fmla="*/ 0 w 184"/>
                  <a:gd name="T29" fmla="*/ 495 h 590"/>
                  <a:gd name="T30" fmla="*/ 0 w 184"/>
                  <a:gd name="T31" fmla="*/ 407 h 590"/>
                  <a:gd name="T32" fmla="*/ 0 w 184"/>
                  <a:gd name="T33" fmla="*/ 407 h 590"/>
                  <a:gd name="T34" fmla="*/ 136 w 184"/>
                  <a:gd name="T35" fmla="*/ 271 h 590"/>
                  <a:gd name="T36" fmla="*/ 136 w 184"/>
                  <a:gd name="T37" fmla="*/ 40 h 590"/>
                  <a:gd name="T38" fmla="*/ 184 w 184"/>
                  <a:gd name="T39" fmla="*/ 0 h 590"/>
                  <a:gd name="T40" fmla="*/ 184 w 184"/>
                  <a:gd name="T41" fmla="*/ 495 h 590"/>
                  <a:gd name="T42" fmla="*/ 96 w 184"/>
                  <a:gd name="T43" fmla="*/ 590 h 590"/>
                  <a:gd name="T44" fmla="*/ 96 w 184"/>
                  <a:gd name="T45" fmla="*/ 455 h 590"/>
                  <a:gd name="T46" fmla="*/ 0 w 184"/>
                  <a:gd name="T47" fmla="*/ 495 h 590"/>
                  <a:gd name="T48" fmla="*/ 0 w 184"/>
                  <a:gd name="T49" fmla="*/ 407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4" h="590">
                    <a:moveTo>
                      <a:pt x="0" y="407"/>
                    </a:moveTo>
                    <a:lnTo>
                      <a:pt x="136" y="271"/>
                    </a:lnTo>
                    <a:lnTo>
                      <a:pt x="136" y="40"/>
                    </a:lnTo>
                    <a:lnTo>
                      <a:pt x="184" y="0"/>
                    </a:lnTo>
                    <a:lnTo>
                      <a:pt x="184" y="495"/>
                    </a:lnTo>
                    <a:lnTo>
                      <a:pt x="96" y="590"/>
                    </a:lnTo>
                    <a:lnTo>
                      <a:pt x="96" y="455"/>
                    </a:lnTo>
                    <a:lnTo>
                      <a:pt x="0" y="495"/>
                    </a:lnTo>
                    <a:lnTo>
                      <a:pt x="0" y="407"/>
                    </a:lnTo>
                    <a:lnTo>
                      <a:pt x="136" y="271"/>
                    </a:lnTo>
                    <a:lnTo>
                      <a:pt x="136" y="40"/>
                    </a:lnTo>
                    <a:lnTo>
                      <a:pt x="184" y="0"/>
                    </a:lnTo>
                    <a:lnTo>
                      <a:pt x="184" y="495"/>
                    </a:lnTo>
                    <a:lnTo>
                      <a:pt x="96" y="590"/>
                    </a:lnTo>
                    <a:lnTo>
                      <a:pt x="96" y="455"/>
                    </a:lnTo>
                    <a:lnTo>
                      <a:pt x="0" y="495"/>
                    </a:lnTo>
                    <a:lnTo>
                      <a:pt x="0" y="407"/>
                    </a:lnTo>
                    <a:close/>
                  </a:path>
                </a:pathLst>
              </a:custGeom>
              <a:solidFill>
                <a:srgbClr val="DDDDDD"/>
              </a:solidFill>
              <a:ln w="12700">
                <a:solidFill>
                  <a:srgbClr val="000000"/>
                </a:solidFill>
                <a:prstDash val="solid"/>
                <a:round/>
                <a:headEnd/>
                <a:tailEnd/>
              </a:ln>
            </p:spPr>
            <p:txBody>
              <a:bodyPr/>
              <a:lstStyle/>
              <a:p>
                <a:pPr defTabSz="914400"/>
                <a:endParaRPr lang="en-GB">
                  <a:solidFill>
                    <a:srgbClr val="000000"/>
                  </a:solidFill>
                  <a:ea typeface="+mn-ea"/>
                  <a:cs typeface="Arial" panose="020B0604020202020204" pitchFamily="34" charset="0"/>
                </a:endParaRPr>
              </a:p>
            </p:txBody>
          </p:sp>
          <p:sp>
            <p:nvSpPr>
              <p:cNvPr id="418" name="Freeform 280">
                <a:extLst>
                  <a:ext uri="{FF2B5EF4-FFF2-40B4-BE49-F238E27FC236}">
                    <a16:creationId xmlns:a16="http://schemas.microsoft.com/office/drawing/2014/main" id="{8A988D08-9AB2-46E8-A1A2-3C52CDE8A45E}"/>
                  </a:ext>
                </a:extLst>
              </p:cNvPr>
              <p:cNvSpPr>
                <a:spLocks/>
              </p:cNvSpPr>
              <p:nvPr/>
            </p:nvSpPr>
            <p:spPr bwMode="auto">
              <a:xfrm>
                <a:off x="3883" y="975"/>
                <a:ext cx="495" cy="40"/>
              </a:xfrm>
              <a:custGeom>
                <a:avLst/>
                <a:gdLst>
                  <a:gd name="T0" fmla="*/ 0 w 495"/>
                  <a:gd name="T1" fmla="*/ 40 h 40"/>
                  <a:gd name="T2" fmla="*/ 87 w 495"/>
                  <a:gd name="T3" fmla="*/ 0 h 40"/>
                  <a:gd name="T4" fmla="*/ 87 w 495"/>
                  <a:gd name="T5" fmla="*/ 0 h 40"/>
                  <a:gd name="T6" fmla="*/ 495 w 495"/>
                  <a:gd name="T7" fmla="*/ 0 h 40"/>
                  <a:gd name="T8" fmla="*/ 495 w 495"/>
                  <a:gd name="T9" fmla="*/ 0 h 40"/>
                  <a:gd name="T10" fmla="*/ 455 w 495"/>
                  <a:gd name="T11" fmla="*/ 40 h 40"/>
                  <a:gd name="T12" fmla="*/ 455 w 495"/>
                  <a:gd name="T13" fmla="*/ 40 h 40"/>
                  <a:gd name="T14" fmla="*/ 0 w 495"/>
                  <a:gd name="T15" fmla="*/ 40 h 40"/>
                  <a:gd name="T16" fmla="*/ 0 w 495"/>
                  <a:gd name="T17" fmla="*/ 40 h 40"/>
                  <a:gd name="T18" fmla="*/ 87 w 495"/>
                  <a:gd name="T19" fmla="*/ 0 h 40"/>
                  <a:gd name="T20" fmla="*/ 495 w 495"/>
                  <a:gd name="T21" fmla="*/ 0 h 40"/>
                  <a:gd name="T22" fmla="*/ 455 w 495"/>
                  <a:gd name="T23" fmla="*/ 40 h 40"/>
                  <a:gd name="T24" fmla="*/ 0 w 495"/>
                  <a:gd name="T25" fmla="*/ 40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95" h="40">
                    <a:moveTo>
                      <a:pt x="0" y="40"/>
                    </a:moveTo>
                    <a:lnTo>
                      <a:pt x="87" y="0"/>
                    </a:lnTo>
                    <a:lnTo>
                      <a:pt x="495" y="0"/>
                    </a:lnTo>
                    <a:lnTo>
                      <a:pt x="455" y="40"/>
                    </a:lnTo>
                    <a:lnTo>
                      <a:pt x="0" y="40"/>
                    </a:lnTo>
                    <a:lnTo>
                      <a:pt x="87" y="0"/>
                    </a:lnTo>
                    <a:lnTo>
                      <a:pt x="495" y="0"/>
                    </a:lnTo>
                    <a:lnTo>
                      <a:pt x="455" y="40"/>
                    </a:lnTo>
                    <a:lnTo>
                      <a:pt x="0" y="40"/>
                    </a:lnTo>
                    <a:close/>
                  </a:path>
                </a:pathLst>
              </a:custGeom>
              <a:solidFill>
                <a:srgbClr val="DDDDDD"/>
              </a:solidFill>
              <a:ln w="12700">
                <a:solidFill>
                  <a:srgbClr val="000000"/>
                </a:solidFill>
                <a:prstDash val="solid"/>
                <a:round/>
                <a:headEnd/>
                <a:tailEnd/>
              </a:ln>
            </p:spPr>
            <p:txBody>
              <a:bodyPr/>
              <a:lstStyle/>
              <a:p>
                <a:pPr defTabSz="914400"/>
                <a:endParaRPr lang="en-GB">
                  <a:solidFill>
                    <a:srgbClr val="000000"/>
                  </a:solidFill>
                  <a:ea typeface="+mn-ea"/>
                  <a:cs typeface="Arial" panose="020B0604020202020204" pitchFamily="34" charset="0"/>
                </a:endParaRPr>
              </a:p>
            </p:txBody>
          </p:sp>
        </p:grpSp>
        <p:sp>
          <p:nvSpPr>
            <p:cNvPr id="419" name="AutoShape 282">
              <a:extLst>
                <a:ext uri="{FF2B5EF4-FFF2-40B4-BE49-F238E27FC236}">
                  <a16:creationId xmlns:a16="http://schemas.microsoft.com/office/drawing/2014/main" id="{E072BB71-F086-408D-9085-389CD7E10260}"/>
                </a:ext>
              </a:extLst>
            </p:cNvPr>
            <p:cNvSpPr>
              <a:spLocks noChangeArrowheads="1"/>
            </p:cNvSpPr>
            <p:nvPr/>
          </p:nvSpPr>
          <p:spPr bwMode="auto">
            <a:xfrm>
              <a:off x="5624513" y="1963696"/>
              <a:ext cx="442912" cy="255587"/>
            </a:xfrm>
            <a:prstGeom prst="roundRect">
              <a:avLst>
                <a:gd name="adj" fmla="val 16667"/>
              </a:avLst>
            </a:prstGeom>
            <a:solidFill>
              <a:srgbClr val="618FFD"/>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20" name="AutoShape 283">
              <a:extLst>
                <a:ext uri="{FF2B5EF4-FFF2-40B4-BE49-F238E27FC236}">
                  <a16:creationId xmlns:a16="http://schemas.microsoft.com/office/drawing/2014/main" id="{ECEC18CC-94CF-403B-A923-32FD574B5765}"/>
                </a:ext>
              </a:extLst>
            </p:cNvPr>
            <p:cNvSpPr>
              <a:spLocks noChangeArrowheads="1"/>
            </p:cNvSpPr>
            <p:nvPr/>
          </p:nvSpPr>
          <p:spPr bwMode="auto">
            <a:xfrm>
              <a:off x="6169025" y="1963696"/>
              <a:ext cx="442913" cy="255587"/>
            </a:xfrm>
            <a:prstGeom prst="roundRect">
              <a:avLst>
                <a:gd name="adj" fmla="val 16667"/>
              </a:avLst>
            </a:prstGeom>
            <a:solidFill>
              <a:srgbClr val="618FFD"/>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21" name="AutoShape 284">
              <a:extLst>
                <a:ext uri="{FF2B5EF4-FFF2-40B4-BE49-F238E27FC236}">
                  <a16:creationId xmlns:a16="http://schemas.microsoft.com/office/drawing/2014/main" id="{5496444F-AE95-47E0-8CA7-FA21B1DB60FE}"/>
                </a:ext>
              </a:extLst>
            </p:cNvPr>
            <p:cNvSpPr>
              <a:spLocks noChangeArrowheads="1"/>
            </p:cNvSpPr>
            <p:nvPr/>
          </p:nvSpPr>
          <p:spPr bwMode="auto">
            <a:xfrm>
              <a:off x="6727825" y="1963696"/>
              <a:ext cx="441325" cy="255587"/>
            </a:xfrm>
            <a:prstGeom prst="roundRect">
              <a:avLst>
                <a:gd name="adj" fmla="val 16667"/>
              </a:avLst>
            </a:prstGeom>
            <a:solidFill>
              <a:srgbClr val="618FFD"/>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aphicFrame>
          <p:nvGraphicFramePr>
            <p:cNvPr id="422" name="Object 237">
              <a:extLst>
                <a:ext uri="{FF2B5EF4-FFF2-40B4-BE49-F238E27FC236}">
                  <a16:creationId xmlns:a16="http://schemas.microsoft.com/office/drawing/2014/main" id="{C41CBC47-E03E-4C3E-A5FF-34D4B48FB9BB}"/>
                </a:ext>
              </a:extLst>
            </p:cNvPr>
            <p:cNvGraphicFramePr>
              <a:graphicFrameLocks noChangeAspect="1"/>
            </p:cNvGraphicFramePr>
            <p:nvPr>
              <p:extLst>
                <p:ext uri="{D42A27DB-BD31-4B8C-83A1-F6EECF244321}">
                  <p14:modId xmlns:p14="http://schemas.microsoft.com/office/powerpoint/2010/main" val="3182056485"/>
                </p:ext>
              </p:extLst>
            </p:nvPr>
          </p:nvGraphicFramePr>
          <p:xfrm>
            <a:off x="5732463" y="1989096"/>
            <a:ext cx="234950" cy="192087"/>
          </p:xfrm>
          <a:graphic>
            <a:graphicData uri="http://schemas.openxmlformats.org/presentationml/2006/ole">
              <mc:AlternateContent xmlns:mc="http://schemas.openxmlformats.org/markup-compatibility/2006">
                <mc:Choice xmlns:v="urn:schemas-microsoft-com:vml" Requires="v">
                  <p:oleObj name="Photo Editor Photo" r:id="rId6" imgW="466543" imgH="380852" progId="MSPhotoEd.3">
                    <p:embed/>
                  </p:oleObj>
                </mc:Choice>
                <mc:Fallback>
                  <p:oleObj name="Photo Editor Photo" r:id="rId6" imgW="466543" imgH="380852" progId="MSPhotoEd.3">
                    <p:embed/>
                    <p:pic>
                      <p:nvPicPr>
                        <p:cNvPr id="13506" name="Object 237">
                          <a:extLst>
                            <a:ext uri="{FF2B5EF4-FFF2-40B4-BE49-F238E27FC236}">
                              <a16:creationId xmlns:a16="http://schemas.microsoft.com/office/drawing/2014/main" id="{3099986F-3F35-42D6-A3DD-C673351ABC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2463" y="1989096"/>
                          <a:ext cx="234950" cy="19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3" name="Object 236">
              <a:extLst>
                <a:ext uri="{FF2B5EF4-FFF2-40B4-BE49-F238E27FC236}">
                  <a16:creationId xmlns:a16="http://schemas.microsoft.com/office/drawing/2014/main" id="{62D56698-16E1-4247-A76A-F98B6E54D76A}"/>
                </a:ext>
              </a:extLst>
            </p:cNvPr>
            <p:cNvGraphicFramePr>
              <a:graphicFrameLocks noChangeAspect="1"/>
            </p:cNvGraphicFramePr>
            <p:nvPr>
              <p:extLst>
                <p:ext uri="{D42A27DB-BD31-4B8C-83A1-F6EECF244321}">
                  <p14:modId xmlns:p14="http://schemas.microsoft.com/office/powerpoint/2010/main" val="2700964104"/>
                </p:ext>
              </p:extLst>
            </p:nvPr>
          </p:nvGraphicFramePr>
          <p:xfrm>
            <a:off x="6251575" y="1982746"/>
            <a:ext cx="257175" cy="211137"/>
          </p:xfrm>
          <a:graphic>
            <a:graphicData uri="http://schemas.openxmlformats.org/presentationml/2006/ole">
              <mc:AlternateContent xmlns:mc="http://schemas.openxmlformats.org/markup-compatibility/2006">
                <mc:Choice xmlns:v="urn:schemas-microsoft-com:vml" Requires="v">
                  <p:oleObj name="Photo Editor Photo" r:id="rId8" imgW="466543" imgH="380852" progId="MSPhotoEd.3">
                    <p:embed/>
                  </p:oleObj>
                </mc:Choice>
                <mc:Fallback>
                  <p:oleObj name="Photo Editor Photo" r:id="rId8" imgW="466543" imgH="380852" progId="MSPhotoEd.3">
                    <p:embed/>
                    <p:pic>
                      <p:nvPicPr>
                        <p:cNvPr id="13507" name="Object 236">
                          <a:extLst>
                            <a:ext uri="{FF2B5EF4-FFF2-40B4-BE49-F238E27FC236}">
                              <a16:creationId xmlns:a16="http://schemas.microsoft.com/office/drawing/2014/main" id="{C97A3139-57E0-4524-B1A7-6B48A2DF18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1575" y="1982746"/>
                          <a:ext cx="257175" cy="21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4" name="Object 290">
              <a:extLst>
                <a:ext uri="{FF2B5EF4-FFF2-40B4-BE49-F238E27FC236}">
                  <a16:creationId xmlns:a16="http://schemas.microsoft.com/office/drawing/2014/main" id="{049BA91B-B3EB-45C9-9266-749F69E6F711}"/>
                </a:ext>
              </a:extLst>
            </p:cNvPr>
            <p:cNvGraphicFramePr>
              <a:graphicFrameLocks noChangeAspect="1"/>
            </p:cNvGraphicFramePr>
            <p:nvPr>
              <p:extLst>
                <p:ext uri="{D42A27DB-BD31-4B8C-83A1-F6EECF244321}">
                  <p14:modId xmlns:p14="http://schemas.microsoft.com/office/powerpoint/2010/main" val="337661144"/>
                </p:ext>
              </p:extLst>
            </p:nvPr>
          </p:nvGraphicFramePr>
          <p:xfrm>
            <a:off x="6808788" y="1990683"/>
            <a:ext cx="257175" cy="211138"/>
          </p:xfrm>
          <a:graphic>
            <a:graphicData uri="http://schemas.openxmlformats.org/presentationml/2006/ole">
              <mc:AlternateContent xmlns:mc="http://schemas.openxmlformats.org/markup-compatibility/2006">
                <mc:Choice xmlns:v="urn:schemas-microsoft-com:vml" Requires="v">
                  <p:oleObj name="Photo Editor Photo" r:id="rId9" imgW="466543" imgH="380852" progId="MSPhotoEd.3">
                    <p:embed/>
                  </p:oleObj>
                </mc:Choice>
                <mc:Fallback>
                  <p:oleObj name="Photo Editor Photo" r:id="rId9" imgW="466543" imgH="380852" progId="MSPhotoEd.3">
                    <p:embed/>
                    <p:pic>
                      <p:nvPicPr>
                        <p:cNvPr id="13516" name="Object 290">
                          <a:extLst>
                            <a:ext uri="{FF2B5EF4-FFF2-40B4-BE49-F238E27FC236}">
                              <a16:creationId xmlns:a16="http://schemas.microsoft.com/office/drawing/2014/main" id="{D4E04A38-6D18-42EF-AE3D-639F11357D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8788" y="1990683"/>
                          <a:ext cx="257175" cy="21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514743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US" altLang="en-US" sz="2400" dirty="0"/>
              <a:t>Large Control System Hierarchy</a:t>
            </a:r>
            <a:endParaRPr lang="en-GB" sz="2400" b="1" dirty="0">
              <a:cs typeface="Arial"/>
            </a:endParaRPr>
          </a:p>
        </p:txBody>
      </p:sp>
      <p:sp>
        <p:nvSpPr>
          <p:cNvPr id="8" name="object 4"/>
          <p:cNvSpPr txBox="1"/>
          <p:nvPr/>
        </p:nvSpPr>
        <p:spPr>
          <a:xfrm>
            <a:off x="155038" y="676203"/>
            <a:ext cx="8236713" cy="320601"/>
          </a:xfrm>
          <a:prstGeom prst="rect">
            <a:avLst/>
          </a:prstGeom>
        </p:spPr>
        <p:txBody>
          <a:bodyPr vert="horz" wrap="square" lIns="0" tIns="12700" rIns="0" bIns="0" rtlCol="0">
            <a:spAutoFit/>
          </a:bodyPr>
          <a:lstStyle/>
          <a:p>
            <a:pPr marL="469900" lvl="1">
              <a:lnSpc>
                <a:spcPct val="100000"/>
              </a:lnSpc>
              <a:spcBef>
                <a:spcPts val="350"/>
              </a:spcBef>
              <a:tabLst>
                <a:tab pos="1002665" algn="l"/>
                <a:tab pos="1003300" algn="l"/>
              </a:tabLst>
            </a:pPr>
            <a:r>
              <a:rPr lang="en-US" altLang="en-US" sz="2000" dirty="0"/>
              <a:t>Buses and processors in industrial plants form this hierarchy</a:t>
            </a:r>
            <a:endParaRPr sz="2000" dirty="0">
              <a:latin typeface="+mn-lt"/>
              <a:cs typeface="Times New Roman"/>
            </a:endParaRPr>
          </a:p>
        </p:txBody>
      </p:sp>
      <p:grpSp>
        <p:nvGrpSpPr>
          <p:cNvPr id="3" name="Group 2">
            <a:extLst>
              <a:ext uri="{FF2B5EF4-FFF2-40B4-BE49-F238E27FC236}">
                <a16:creationId xmlns:a16="http://schemas.microsoft.com/office/drawing/2014/main" id="{C1FA15DA-0445-4756-966B-99BB2F2C7371}"/>
              </a:ext>
            </a:extLst>
          </p:cNvPr>
          <p:cNvGrpSpPr/>
          <p:nvPr/>
        </p:nvGrpSpPr>
        <p:grpSpPr>
          <a:xfrm>
            <a:off x="247650" y="1023938"/>
            <a:ext cx="8718550" cy="5448300"/>
            <a:chOff x="247650" y="1023938"/>
            <a:chExt cx="8718550" cy="5448300"/>
          </a:xfrm>
        </p:grpSpPr>
        <p:sp>
          <p:nvSpPr>
            <p:cNvPr id="208" name="AutoShape 42">
              <a:extLst>
                <a:ext uri="{FF2B5EF4-FFF2-40B4-BE49-F238E27FC236}">
                  <a16:creationId xmlns:a16="http://schemas.microsoft.com/office/drawing/2014/main" id="{FA516DC8-BDA3-426B-B6E7-CEBF18527A9D}"/>
                </a:ext>
              </a:extLst>
            </p:cNvPr>
            <p:cNvSpPr>
              <a:spLocks noChangeArrowheads="1"/>
            </p:cNvSpPr>
            <p:nvPr/>
          </p:nvSpPr>
          <p:spPr bwMode="auto">
            <a:xfrm>
              <a:off x="1193800" y="5875338"/>
              <a:ext cx="7772400" cy="596900"/>
            </a:xfrm>
            <a:prstGeom prst="roundRect">
              <a:avLst>
                <a:gd name="adj" fmla="val 17338"/>
              </a:avLst>
            </a:prstGeom>
            <a:solidFill>
              <a:srgbClr val="FFFF99"/>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209" name="Rectangle 5">
              <a:extLst>
                <a:ext uri="{FF2B5EF4-FFF2-40B4-BE49-F238E27FC236}">
                  <a16:creationId xmlns:a16="http://schemas.microsoft.com/office/drawing/2014/main" id="{1AC4BBA4-C2B9-4F3F-849E-8E4D056CD527}"/>
                </a:ext>
              </a:extLst>
            </p:cNvPr>
            <p:cNvSpPr>
              <a:spLocks noChangeArrowheads="1"/>
            </p:cNvSpPr>
            <p:nvPr/>
          </p:nvSpPr>
          <p:spPr bwMode="auto">
            <a:xfrm>
              <a:off x="2832100" y="3925888"/>
              <a:ext cx="1549400" cy="368300"/>
            </a:xfrm>
            <a:prstGeom prst="rect">
              <a:avLst/>
            </a:prstGeom>
            <a:solidFill>
              <a:srgbClr val="FFFFFF"/>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210" name="Rectangle 6">
              <a:extLst>
                <a:ext uri="{FF2B5EF4-FFF2-40B4-BE49-F238E27FC236}">
                  <a16:creationId xmlns:a16="http://schemas.microsoft.com/office/drawing/2014/main" id="{DF49DE6E-AC1E-4BDF-8483-332A0C9FC80D}"/>
                </a:ext>
              </a:extLst>
            </p:cNvPr>
            <p:cNvSpPr>
              <a:spLocks noChangeArrowheads="1"/>
            </p:cNvSpPr>
            <p:nvPr/>
          </p:nvSpPr>
          <p:spPr bwMode="auto">
            <a:xfrm>
              <a:off x="3090863" y="3867151"/>
              <a:ext cx="93186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PLC nodes</a:t>
              </a:r>
            </a:p>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211" name="Rectangle 7">
              <a:extLst>
                <a:ext uri="{FF2B5EF4-FFF2-40B4-BE49-F238E27FC236}">
                  <a16:creationId xmlns:a16="http://schemas.microsoft.com/office/drawing/2014/main" id="{B4A0C5A5-20C1-4996-A52C-22E06820ADBE}"/>
                </a:ext>
              </a:extLst>
            </p:cNvPr>
            <p:cNvSpPr>
              <a:spLocks noChangeArrowheads="1"/>
            </p:cNvSpPr>
            <p:nvPr/>
          </p:nvSpPr>
          <p:spPr bwMode="auto">
            <a:xfrm>
              <a:off x="2798763" y="4057651"/>
              <a:ext cx="1397000"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(multi-processors)</a:t>
              </a:r>
            </a:p>
          </p:txBody>
        </p:sp>
        <p:sp>
          <p:nvSpPr>
            <p:cNvPr id="212" name="Line 8">
              <a:extLst>
                <a:ext uri="{FF2B5EF4-FFF2-40B4-BE49-F238E27FC236}">
                  <a16:creationId xmlns:a16="http://schemas.microsoft.com/office/drawing/2014/main" id="{EF546B4F-D51E-4F48-8109-4B29525708C6}"/>
                </a:ext>
              </a:extLst>
            </p:cNvPr>
            <p:cNvSpPr>
              <a:spLocks noChangeShapeType="1"/>
            </p:cNvSpPr>
            <p:nvPr/>
          </p:nvSpPr>
          <p:spPr bwMode="auto">
            <a:xfrm flipV="1">
              <a:off x="2514600" y="5754688"/>
              <a:ext cx="0" cy="2540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213" name="Line 9">
              <a:extLst>
                <a:ext uri="{FF2B5EF4-FFF2-40B4-BE49-F238E27FC236}">
                  <a16:creationId xmlns:a16="http://schemas.microsoft.com/office/drawing/2014/main" id="{01AFB564-9E23-4656-8A54-C38188AA9DFC}"/>
                </a:ext>
              </a:extLst>
            </p:cNvPr>
            <p:cNvSpPr>
              <a:spLocks noChangeShapeType="1"/>
            </p:cNvSpPr>
            <p:nvPr/>
          </p:nvSpPr>
          <p:spPr bwMode="auto">
            <a:xfrm>
              <a:off x="6235700" y="2859088"/>
              <a:ext cx="0" cy="165100"/>
            </a:xfrm>
            <a:prstGeom prst="line">
              <a:avLst/>
            </a:prstGeom>
            <a:noFill/>
            <a:ln w="50800">
              <a:solidFill>
                <a:srgbClr val="DD080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214" name="Line 10">
              <a:extLst>
                <a:ext uri="{FF2B5EF4-FFF2-40B4-BE49-F238E27FC236}">
                  <a16:creationId xmlns:a16="http://schemas.microsoft.com/office/drawing/2014/main" id="{3A509EF6-EEA9-4929-90AF-2379AFC573CA}"/>
                </a:ext>
              </a:extLst>
            </p:cNvPr>
            <p:cNvSpPr>
              <a:spLocks noChangeShapeType="1"/>
            </p:cNvSpPr>
            <p:nvPr/>
          </p:nvSpPr>
          <p:spPr bwMode="auto">
            <a:xfrm flipV="1">
              <a:off x="2540000" y="2833688"/>
              <a:ext cx="0" cy="190500"/>
            </a:xfrm>
            <a:prstGeom prst="line">
              <a:avLst/>
            </a:prstGeom>
            <a:noFill/>
            <a:ln w="50800">
              <a:solidFill>
                <a:srgbClr val="DD080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215" name="Line 11">
              <a:extLst>
                <a:ext uri="{FF2B5EF4-FFF2-40B4-BE49-F238E27FC236}">
                  <a16:creationId xmlns:a16="http://schemas.microsoft.com/office/drawing/2014/main" id="{B22BFFF2-DC00-4B88-82FA-051EE0AB5CBF}"/>
                </a:ext>
              </a:extLst>
            </p:cNvPr>
            <p:cNvSpPr>
              <a:spLocks noChangeShapeType="1"/>
            </p:cNvSpPr>
            <p:nvPr/>
          </p:nvSpPr>
          <p:spPr bwMode="auto">
            <a:xfrm>
              <a:off x="5378450" y="2408238"/>
              <a:ext cx="3302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383" name="Rectangle 13">
              <a:extLst>
                <a:ext uri="{FF2B5EF4-FFF2-40B4-BE49-F238E27FC236}">
                  <a16:creationId xmlns:a16="http://schemas.microsoft.com/office/drawing/2014/main" id="{22696B5F-2F3B-4E19-89A0-CDE1EBF88F7E}"/>
                </a:ext>
              </a:extLst>
            </p:cNvPr>
            <p:cNvSpPr>
              <a:spLocks noChangeArrowheads="1"/>
            </p:cNvSpPr>
            <p:nvPr/>
          </p:nvSpPr>
          <p:spPr bwMode="auto">
            <a:xfrm>
              <a:off x="6151563" y="4337051"/>
              <a:ext cx="16462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fieldbus</a:t>
              </a:r>
              <a:r>
                <a:rPr lang="en-US" altLang="en-US" sz="1200" b="0">
                  <a:solidFill>
                    <a:srgbClr val="000000"/>
                  </a:solidFill>
                  <a:latin typeface="Arial" panose="020B0604020202020204" pitchFamily="34" charset="0"/>
                  <a:ea typeface="+mn-ea"/>
                  <a:cs typeface="Arial" panose="020B0604020202020204" pitchFamily="34" charset="0"/>
                </a:rPr>
                <a:t> </a:t>
              </a:r>
              <a:r>
                <a:rPr lang="en-US" altLang="en-US" sz="1200">
                  <a:solidFill>
                    <a:srgbClr val="000000"/>
                  </a:solidFill>
                  <a:latin typeface="Arial" panose="020B0604020202020204" pitchFamily="34" charset="0"/>
                  <a:ea typeface="+mn-ea"/>
                  <a:cs typeface="Arial" panose="020B0604020202020204" pitchFamily="34" charset="0"/>
                </a:rPr>
                <a:t>(30m..2 km)</a:t>
              </a:r>
            </a:p>
            <a:p>
              <a:pPr defTabSz="914400">
                <a:lnSpc>
                  <a:spcPct val="100000"/>
                </a:lnSpc>
                <a:spcBef>
                  <a:spcPct val="0"/>
                </a:spcBef>
                <a:buSzTx/>
                <a:buFontTx/>
                <a:buNone/>
              </a:pPr>
              <a:endParaRPr lang="en-US" altLang="en-US" sz="1200">
                <a:solidFill>
                  <a:srgbClr val="000000"/>
                </a:solidFill>
                <a:latin typeface="Arial" panose="020B0604020202020204" pitchFamily="34" charset="0"/>
                <a:ea typeface="+mn-ea"/>
                <a:cs typeface="Arial" panose="020B0604020202020204" pitchFamily="34" charset="0"/>
              </a:endParaRPr>
            </a:p>
          </p:txBody>
        </p:sp>
        <p:sp>
          <p:nvSpPr>
            <p:cNvPr id="384" name="AutoShape 24">
              <a:extLst>
                <a:ext uri="{FF2B5EF4-FFF2-40B4-BE49-F238E27FC236}">
                  <a16:creationId xmlns:a16="http://schemas.microsoft.com/office/drawing/2014/main" id="{4E03CAA0-3610-4347-844A-094449E7C6DB}"/>
                </a:ext>
              </a:extLst>
            </p:cNvPr>
            <p:cNvSpPr>
              <a:spLocks noChangeArrowheads="1"/>
            </p:cNvSpPr>
            <p:nvPr/>
          </p:nvSpPr>
          <p:spPr bwMode="auto">
            <a:xfrm>
              <a:off x="4048125" y="2051051"/>
              <a:ext cx="339725" cy="203200"/>
            </a:xfrm>
            <a:prstGeom prst="roundRect">
              <a:avLst>
                <a:gd name="adj" fmla="val 27773"/>
              </a:avLst>
            </a:prstGeom>
            <a:solidFill>
              <a:srgbClr val="114FFB"/>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385" name="Freeform 35">
              <a:extLst>
                <a:ext uri="{FF2B5EF4-FFF2-40B4-BE49-F238E27FC236}">
                  <a16:creationId xmlns:a16="http://schemas.microsoft.com/office/drawing/2014/main" id="{84AC5959-0B52-49ED-B10A-AF9B45516388}"/>
                </a:ext>
              </a:extLst>
            </p:cNvPr>
            <p:cNvSpPr>
              <a:spLocks/>
            </p:cNvSpPr>
            <p:nvPr/>
          </p:nvSpPr>
          <p:spPr bwMode="auto">
            <a:xfrm>
              <a:off x="1600200" y="6046788"/>
              <a:ext cx="293688" cy="153988"/>
            </a:xfrm>
            <a:custGeom>
              <a:avLst/>
              <a:gdLst>
                <a:gd name="T0" fmla="*/ 0 w 185"/>
                <a:gd name="T1" fmla="*/ 0 h 97"/>
                <a:gd name="T2" fmla="*/ 0 w 185"/>
                <a:gd name="T3" fmla="*/ 2147483646 h 97"/>
                <a:gd name="T4" fmla="*/ 2147483646 w 185"/>
                <a:gd name="T5" fmla="*/ 0 h 97"/>
                <a:gd name="T6" fmla="*/ 2147483646 w 185"/>
                <a:gd name="T7" fmla="*/ 2147483646 h 97"/>
                <a:gd name="T8" fmla="*/ 0 w 185"/>
                <a:gd name="T9" fmla="*/ 0 h 97"/>
                <a:gd name="T10" fmla="*/ 0 w 185"/>
                <a:gd name="T11" fmla="*/ 2147483646 h 97"/>
                <a:gd name="T12" fmla="*/ 2147483646 w 185"/>
                <a:gd name="T13" fmla="*/ 0 h 97"/>
                <a:gd name="T14" fmla="*/ 2147483646 w 185"/>
                <a:gd name="T15" fmla="*/ 2147483646 h 97"/>
                <a:gd name="T16" fmla="*/ 0 w 185"/>
                <a:gd name="T17" fmla="*/ 0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5" h="97">
                  <a:moveTo>
                    <a:pt x="0" y="0"/>
                  </a:moveTo>
                  <a:lnTo>
                    <a:pt x="0" y="96"/>
                  </a:lnTo>
                  <a:lnTo>
                    <a:pt x="184" y="0"/>
                  </a:lnTo>
                  <a:lnTo>
                    <a:pt x="184" y="96"/>
                  </a:lnTo>
                  <a:lnTo>
                    <a:pt x="0" y="0"/>
                  </a:lnTo>
                  <a:lnTo>
                    <a:pt x="0" y="96"/>
                  </a:lnTo>
                  <a:lnTo>
                    <a:pt x="184" y="0"/>
                  </a:lnTo>
                  <a:lnTo>
                    <a:pt x="184" y="96"/>
                  </a:lnTo>
                  <a:lnTo>
                    <a:pt x="0" y="0"/>
                  </a:lnTo>
                </a:path>
              </a:pathLst>
            </a:custGeom>
            <a:solidFill>
              <a:srgbClr val="FFF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386" name="Line 36">
              <a:extLst>
                <a:ext uri="{FF2B5EF4-FFF2-40B4-BE49-F238E27FC236}">
                  <a16:creationId xmlns:a16="http://schemas.microsoft.com/office/drawing/2014/main" id="{9BDD2372-B830-4C1B-9479-E1845BF6D0C3}"/>
                </a:ext>
              </a:extLst>
            </p:cNvPr>
            <p:cNvSpPr>
              <a:spLocks noChangeShapeType="1"/>
            </p:cNvSpPr>
            <p:nvPr/>
          </p:nvSpPr>
          <p:spPr bwMode="auto">
            <a:xfrm>
              <a:off x="1746250" y="5773738"/>
              <a:ext cx="0" cy="3429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387" name="Line 37">
              <a:extLst>
                <a:ext uri="{FF2B5EF4-FFF2-40B4-BE49-F238E27FC236}">
                  <a16:creationId xmlns:a16="http://schemas.microsoft.com/office/drawing/2014/main" id="{03D5D3F6-75DD-48E0-A09F-0DD0FB1C7153}"/>
                </a:ext>
              </a:extLst>
            </p:cNvPr>
            <p:cNvSpPr>
              <a:spLocks noChangeShapeType="1"/>
            </p:cNvSpPr>
            <p:nvPr/>
          </p:nvSpPr>
          <p:spPr bwMode="auto">
            <a:xfrm>
              <a:off x="2457450" y="5761038"/>
              <a:ext cx="0" cy="2413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388" name="Oval 38">
              <a:extLst>
                <a:ext uri="{FF2B5EF4-FFF2-40B4-BE49-F238E27FC236}">
                  <a16:creationId xmlns:a16="http://schemas.microsoft.com/office/drawing/2014/main" id="{602A213C-165B-46FF-8408-84ED6816FC55}"/>
                </a:ext>
              </a:extLst>
            </p:cNvPr>
            <p:cNvSpPr>
              <a:spLocks noChangeArrowheads="1"/>
            </p:cNvSpPr>
            <p:nvPr/>
          </p:nvSpPr>
          <p:spPr bwMode="auto">
            <a:xfrm>
              <a:off x="2432050" y="6053138"/>
              <a:ext cx="127000" cy="127000"/>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25" name="Rectangle 39">
              <a:extLst>
                <a:ext uri="{FF2B5EF4-FFF2-40B4-BE49-F238E27FC236}">
                  <a16:creationId xmlns:a16="http://schemas.microsoft.com/office/drawing/2014/main" id="{8D6CE615-31BF-47E1-A1CC-697334519B24}"/>
                </a:ext>
              </a:extLst>
            </p:cNvPr>
            <p:cNvSpPr>
              <a:spLocks noChangeArrowheads="1"/>
            </p:cNvSpPr>
            <p:nvPr/>
          </p:nvSpPr>
          <p:spPr bwMode="auto">
            <a:xfrm>
              <a:off x="3543300" y="1538288"/>
              <a:ext cx="1701800" cy="368300"/>
            </a:xfrm>
            <a:prstGeom prst="rect">
              <a:avLst/>
            </a:prstGeom>
            <a:solidFill>
              <a:srgbClr val="FFFFFF"/>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26" name="Rectangle 40">
              <a:extLst>
                <a:ext uri="{FF2B5EF4-FFF2-40B4-BE49-F238E27FC236}">
                  <a16:creationId xmlns:a16="http://schemas.microsoft.com/office/drawing/2014/main" id="{117470E7-855A-4A64-A25A-DEF5BB5208D8}"/>
                </a:ext>
              </a:extLst>
            </p:cNvPr>
            <p:cNvSpPr>
              <a:spLocks noChangeArrowheads="1"/>
            </p:cNvSpPr>
            <p:nvPr/>
          </p:nvSpPr>
          <p:spPr bwMode="auto">
            <a:xfrm>
              <a:off x="3713163" y="1479551"/>
              <a:ext cx="1193800"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Operator panel</a:t>
              </a:r>
            </a:p>
          </p:txBody>
        </p:sp>
        <p:sp>
          <p:nvSpPr>
            <p:cNvPr id="427" name="Rectangle 41">
              <a:extLst>
                <a:ext uri="{FF2B5EF4-FFF2-40B4-BE49-F238E27FC236}">
                  <a16:creationId xmlns:a16="http://schemas.microsoft.com/office/drawing/2014/main" id="{01E2EAB4-A318-41F9-9F21-B2CA8FAC6B65}"/>
                </a:ext>
              </a:extLst>
            </p:cNvPr>
            <p:cNvSpPr>
              <a:spLocks noChangeArrowheads="1"/>
            </p:cNvSpPr>
            <p:nvPr/>
          </p:nvSpPr>
          <p:spPr bwMode="auto">
            <a:xfrm>
              <a:off x="3827463" y="1670051"/>
              <a:ext cx="1008062"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Mimic board</a:t>
              </a:r>
            </a:p>
          </p:txBody>
        </p:sp>
        <p:sp>
          <p:nvSpPr>
            <p:cNvPr id="428" name="Rectangle 43">
              <a:extLst>
                <a:ext uri="{FF2B5EF4-FFF2-40B4-BE49-F238E27FC236}">
                  <a16:creationId xmlns:a16="http://schemas.microsoft.com/office/drawing/2014/main" id="{4A96983A-C83C-4D8B-96AD-271E143C8ADF}"/>
                </a:ext>
              </a:extLst>
            </p:cNvPr>
            <p:cNvSpPr>
              <a:spLocks noChangeArrowheads="1"/>
            </p:cNvSpPr>
            <p:nvPr/>
          </p:nvSpPr>
          <p:spPr bwMode="auto">
            <a:xfrm>
              <a:off x="6756400" y="5992813"/>
              <a:ext cx="1493838"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plant </a:t>
              </a:r>
              <a:r>
                <a:rPr lang="en-US" altLang="en-US" sz="1200" b="0">
                  <a:solidFill>
                    <a:srgbClr val="000000"/>
                  </a:solidFill>
                  <a:latin typeface="Arial" panose="020B0604020202020204" pitchFamily="34" charset="0"/>
                  <a:ea typeface="+mn-ea"/>
                  <a:cs typeface="Arial" panose="020B0604020202020204" pitchFamily="34" charset="0"/>
                </a:rPr>
                <a:t>(</a:t>
              </a:r>
              <a:r>
                <a:rPr lang="de-DE" altLang="en-US" sz="1200" b="0" i="1">
                  <a:solidFill>
                    <a:srgbClr val="000000"/>
                  </a:solidFill>
                  <a:latin typeface="Arial" panose="020B0604020202020204" pitchFamily="34" charset="0"/>
                  <a:ea typeface="+mn-ea"/>
                  <a:cs typeface="Arial" panose="020B0604020202020204" pitchFamily="34" charset="0"/>
                </a:rPr>
                <a:t>Werk</a:t>
              </a:r>
              <a:r>
                <a:rPr lang="en-US" altLang="en-US" sz="1200" b="0">
                  <a:solidFill>
                    <a:srgbClr val="000000"/>
                  </a:solidFill>
                  <a:latin typeface="Arial" panose="020B0604020202020204" pitchFamily="34" charset="0"/>
                  <a:ea typeface="+mn-ea"/>
                  <a:cs typeface="Arial" panose="020B0604020202020204" pitchFamily="34" charset="0"/>
                </a:rPr>
                <a:t>, </a:t>
              </a:r>
              <a:r>
                <a:rPr lang="fr-FR" altLang="en-US" sz="1200" b="0">
                  <a:solidFill>
                    <a:srgbClr val="000000"/>
                  </a:solidFill>
                  <a:latin typeface="Arial" panose="020B0604020202020204" pitchFamily="34" charset="0"/>
                  <a:ea typeface="+mn-ea"/>
                  <a:cs typeface="Arial" panose="020B0604020202020204" pitchFamily="34" charset="0"/>
                </a:rPr>
                <a:t>usine</a:t>
              </a:r>
              <a:r>
                <a:rPr lang="en-US" altLang="en-US" sz="1200" b="0">
                  <a:solidFill>
                    <a:srgbClr val="000000"/>
                  </a:solidFill>
                  <a:latin typeface="Arial" panose="020B0604020202020204" pitchFamily="34" charset="0"/>
                  <a:ea typeface="+mn-ea"/>
                  <a:cs typeface="Arial" panose="020B0604020202020204" pitchFamily="34" charset="0"/>
                </a:rPr>
                <a:t>)</a:t>
              </a:r>
            </a:p>
          </p:txBody>
        </p:sp>
        <p:sp>
          <p:nvSpPr>
            <p:cNvPr id="429" name="Rectangle 44">
              <a:extLst>
                <a:ext uri="{FF2B5EF4-FFF2-40B4-BE49-F238E27FC236}">
                  <a16:creationId xmlns:a16="http://schemas.microsoft.com/office/drawing/2014/main" id="{46E33919-A5E9-4401-B487-46C996FFAB26}"/>
                </a:ext>
              </a:extLst>
            </p:cNvPr>
            <p:cNvSpPr>
              <a:spLocks noChangeArrowheads="1"/>
            </p:cNvSpPr>
            <p:nvPr/>
          </p:nvSpPr>
          <p:spPr bwMode="auto">
            <a:xfrm>
              <a:off x="1682750" y="5621338"/>
              <a:ext cx="127000" cy="1397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30" name="Line 45">
              <a:extLst>
                <a:ext uri="{FF2B5EF4-FFF2-40B4-BE49-F238E27FC236}">
                  <a16:creationId xmlns:a16="http://schemas.microsoft.com/office/drawing/2014/main" id="{FD69AAFE-F8C8-4EAF-84BD-78278EADE159}"/>
                </a:ext>
              </a:extLst>
            </p:cNvPr>
            <p:cNvSpPr>
              <a:spLocks noChangeShapeType="1"/>
            </p:cNvSpPr>
            <p:nvPr/>
          </p:nvSpPr>
          <p:spPr bwMode="auto">
            <a:xfrm flipH="1">
              <a:off x="1676400" y="5621338"/>
              <a:ext cx="15240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31" name="Line 46">
              <a:extLst>
                <a:ext uri="{FF2B5EF4-FFF2-40B4-BE49-F238E27FC236}">
                  <a16:creationId xmlns:a16="http://schemas.microsoft.com/office/drawing/2014/main" id="{81F330EB-434B-4AC7-B90F-2C927789E03A}"/>
                </a:ext>
              </a:extLst>
            </p:cNvPr>
            <p:cNvSpPr>
              <a:spLocks noChangeShapeType="1"/>
            </p:cNvSpPr>
            <p:nvPr/>
          </p:nvSpPr>
          <p:spPr bwMode="auto">
            <a:xfrm>
              <a:off x="2463800" y="6015038"/>
              <a:ext cx="25400" cy="889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32" name="Line 47">
              <a:extLst>
                <a:ext uri="{FF2B5EF4-FFF2-40B4-BE49-F238E27FC236}">
                  <a16:creationId xmlns:a16="http://schemas.microsoft.com/office/drawing/2014/main" id="{2337A160-E543-4FC0-9E09-9D92EFB8CA6C}"/>
                </a:ext>
              </a:extLst>
            </p:cNvPr>
            <p:cNvSpPr>
              <a:spLocks noChangeShapeType="1"/>
            </p:cNvSpPr>
            <p:nvPr/>
          </p:nvSpPr>
          <p:spPr bwMode="auto">
            <a:xfrm flipV="1">
              <a:off x="2489200" y="6008688"/>
              <a:ext cx="50800" cy="1143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33" name="Rectangle 48">
              <a:extLst>
                <a:ext uri="{FF2B5EF4-FFF2-40B4-BE49-F238E27FC236}">
                  <a16:creationId xmlns:a16="http://schemas.microsoft.com/office/drawing/2014/main" id="{522677B8-DF00-446C-A17D-F99C9FE161BB}"/>
                </a:ext>
              </a:extLst>
            </p:cNvPr>
            <p:cNvSpPr>
              <a:spLocks noChangeArrowheads="1"/>
            </p:cNvSpPr>
            <p:nvPr/>
          </p:nvSpPr>
          <p:spPr bwMode="auto">
            <a:xfrm>
              <a:off x="1454150" y="3767138"/>
              <a:ext cx="1358900" cy="711200"/>
            </a:xfrm>
            <a:prstGeom prst="rect">
              <a:avLst/>
            </a:prstGeom>
            <a:solidFill>
              <a:srgbClr val="A2FFA3"/>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34" name="Freeform 49">
              <a:extLst>
                <a:ext uri="{FF2B5EF4-FFF2-40B4-BE49-F238E27FC236}">
                  <a16:creationId xmlns:a16="http://schemas.microsoft.com/office/drawing/2014/main" id="{C7113B65-7AAD-4307-B17B-4FAD4A00C17C}"/>
                </a:ext>
              </a:extLst>
            </p:cNvPr>
            <p:cNvSpPr>
              <a:spLocks/>
            </p:cNvSpPr>
            <p:nvPr/>
          </p:nvSpPr>
          <p:spPr bwMode="auto">
            <a:xfrm>
              <a:off x="1524000" y="4040188"/>
              <a:ext cx="1208088" cy="128588"/>
            </a:xfrm>
            <a:custGeom>
              <a:avLst/>
              <a:gdLst>
                <a:gd name="T0" fmla="*/ 2147483646 w 761"/>
                <a:gd name="T1" fmla="*/ 2147483646 h 81"/>
                <a:gd name="T2" fmla="*/ 2147483646 w 761"/>
                <a:gd name="T3" fmla="*/ 0 h 81"/>
                <a:gd name="T4" fmla="*/ 0 w 761"/>
                <a:gd name="T5" fmla="*/ 2147483646 h 81"/>
                <a:gd name="T6" fmla="*/ 2147483646 w 761"/>
                <a:gd name="T7" fmla="*/ 2147483646 h 81"/>
                <a:gd name="T8" fmla="*/ 2147483646 w 761"/>
                <a:gd name="T9" fmla="*/ 2147483646 h 81"/>
                <a:gd name="T10" fmla="*/ 2147483646 w 761"/>
                <a:gd name="T11" fmla="*/ 2147483646 h 81"/>
                <a:gd name="T12" fmla="*/ 2147483646 w 761"/>
                <a:gd name="T13" fmla="*/ 2147483646 h 81"/>
                <a:gd name="T14" fmla="*/ 2147483646 w 761"/>
                <a:gd name="T15" fmla="*/ 2147483646 h 81"/>
                <a:gd name="T16" fmla="*/ 2147483646 w 761"/>
                <a:gd name="T17" fmla="*/ 0 h 81"/>
                <a:gd name="T18" fmla="*/ 2147483646 w 761"/>
                <a:gd name="T19" fmla="*/ 2147483646 h 81"/>
                <a:gd name="T20" fmla="*/ 2147483646 w 761"/>
                <a:gd name="T21" fmla="*/ 2147483646 h 8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1" h="81">
                  <a:moveTo>
                    <a:pt x="40" y="22"/>
                  </a:moveTo>
                  <a:lnTo>
                    <a:pt x="40" y="0"/>
                  </a:lnTo>
                  <a:lnTo>
                    <a:pt x="0" y="44"/>
                  </a:lnTo>
                  <a:lnTo>
                    <a:pt x="40" y="80"/>
                  </a:lnTo>
                  <a:lnTo>
                    <a:pt x="40" y="65"/>
                  </a:lnTo>
                  <a:lnTo>
                    <a:pt x="713" y="65"/>
                  </a:lnTo>
                  <a:lnTo>
                    <a:pt x="713" y="80"/>
                  </a:lnTo>
                  <a:lnTo>
                    <a:pt x="760" y="44"/>
                  </a:lnTo>
                  <a:lnTo>
                    <a:pt x="713" y="0"/>
                  </a:lnTo>
                  <a:lnTo>
                    <a:pt x="713" y="22"/>
                  </a:lnTo>
                  <a:lnTo>
                    <a:pt x="40" y="22"/>
                  </a:lnTo>
                </a:path>
              </a:pathLst>
            </a:custGeom>
            <a:solidFill>
              <a:srgbClr val="02ABEA"/>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435" name="Freeform 50">
              <a:extLst>
                <a:ext uri="{FF2B5EF4-FFF2-40B4-BE49-F238E27FC236}">
                  <a16:creationId xmlns:a16="http://schemas.microsoft.com/office/drawing/2014/main" id="{761108C2-DAB5-4F56-9F52-A7DF09E945D3}"/>
                </a:ext>
              </a:extLst>
            </p:cNvPr>
            <p:cNvSpPr>
              <a:spLocks/>
            </p:cNvSpPr>
            <p:nvPr/>
          </p:nvSpPr>
          <p:spPr bwMode="auto">
            <a:xfrm>
              <a:off x="1524000" y="4040188"/>
              <a:ext cx="1220788" cy="141288"/>
            </a:xfrm>
            <a:custGeom>
              <a:avLst/>
              <a:gdLst>
                <a:gd name="T0" fmla="*/ 2147483646 w 769"/>
                <a:gd name="T1" fmla="*/ 2147483646 h 89"/>
                <a:gd name="T2" fmla="*/ 2147483646 w 769"/>
                <a:gd name="T3" fmla="*/ 0 h 89"/>
                <a:gd name="T4" fmla="*/ 0 w 769"/>
                <a:gd name="T5" fmla="*/ 2147483646 h 89"/>
                <a:gd name="T6" fmla="*/ 2147483646 w 769"/>
                <a:gd name="T7" fmla="*/ 2147483646 h 89"/>
                <a:gd name="T8" fmla="*/ 2147483646 w 769"/>
                <a:gd name="T9" fmla="*/ 2147483646 h 89"/>
                <a:gd name="T10" fmla="*/ 2147483646 w 769"/>
                <a:gd name="T11" fmla="*/ 2147483646 h 89"/>
                <a:gd name="T12" fmla="*/ 2147483646 w 769"/>
                <a:gd name="T13" fmla="*/ 2147483646 h 89"/>
                <a:gd name="T14" fmla="*/ 2147483646 w 769"/>
                <a:gd name="T15" fmla="*/ 2147483646 h 89"/>
                <a:gd name="T16" fmla="*/ 2147483646 w 769"/>
                <a:gd name="T17" fmla="*/ 0 h 89"/>
                <a:gd name="T18" fmla="*/ 2147483646 w 769"/>
                <a:gd name="T19" fmla="*/ 2147483646 h 89"/>
                <a:gd name="T20" fmla="*/ 2147483646 w 769"/>
                <a:gd name="T21" fmla="*/ 2147483646 h 89"/>
                <a:gd name="T22" fmla="*/ 2147483646 w 769"/>
                <a:gd name="T23" fmla="*/ 0 h 89"/>
                <a:gd name="T24" fmla="*/ 0 w 769"/>
                <a:gd name="T25" fmla="*/ 2147483646 h 89"/>
                <a:gd name="T26" fmla="*/ 2147483646 w 769"/>
                <a:gd name="T27" fmla="*/ 2147483646 h 89"/>
                <a:gd name="T28" fmla="*/ 2147483646 w 769"/>
                <a:gd name="T29" fmla="*/ 2147483646 h 89"/>
                <a:gd name="T30" fmla="*/ 2147483646 w 769"/>
                <a:gd name="T31" fmla="*/ 2147483646 h 89"/>
                <a:gd name="T32" fmla="*/ 2147483646 w 769"/>
                <a:gd name="T33" fmla="*/ 2147483646 h 89"/>
                <a:gd name="T34" fmla="*/ 2147483646 w 769"/>
                <a:gd name="T35" fmla="*/ 2147483646 h 89"/>
                <a:gd name="T36" fmla="*/ 2147483646 w 769"/>
                <a:gd name="T37" fmla="*/ 0 h 89"/>
                <a:gd name="T38" fmla="*/ 2147483646 w 769"/>
                <a:gd name="T39" fmla="*/ 2147483646 h 89"/>
                <a:gd name="T40" fmla="*/ 2147483646 w 769"/>
                <a:gd name="T41" fmla="*/ 2147483646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69" h="89">
                  <a:moveTo>
                    <a:pt x="40" y="24"/>
                  </a:moveTo>
                  <a:lnTo>
                    <a:pt x="40" y="0"/>
                  </a:lnTo>
                  <a:lnTo>
                    <a:pt x="0" y="48"/>
                  </a:lnTo>
                  <a:lnTo>
                    <a:pt x="40" y="88"/>
                  </a:lnTo>
                  <a:lnTo>
                    <a:pt x="40" y="72"/>
                  </a:lnTo>
                  <a:lnTo>
                    <a:pt x="720" y="72"/>
                  </a:lnTo>
                  <a:lnTo>
                    <a:pt x="720" y="88"/>
                  </a:lnTo>
                  <a:lnTo>
                    <a:pt x="768" y="48"/>
                  </a:lnTo>
                  <a:lnTo>
                    <a:pt x="720" y="0"/>
                  </a:lnTo>
                  <a:lnTo>
                    <a:pt x="720" y="24"/>
                  </a:lnTo>
                  <a:lnTo>
                    <a:pt x="40" y="24"/>
                  </a:lnTo>
                  <a:lnTo>
                    <a:pt x="40" y="0"/>
                  </a:lnTo>
                  <a:lnTo>
                    <a:pt x="0" y="48"/>
                  </a:lnTo>
                  <a:lnTo>
                    <a:pt x="40" y="88"/>
                  </a:lnTo>
                  <a:lnTo>
                    <a:pt x="40" y="72"/>
                  </a:lnTo>
                  <a:lnTo>
                    <a:pt x="720" y="72"/>
                  </a:lnTo>
                  <a:lnTo>
                    <a:pt x="720" y="88"/>
                  </a:lnTo>
                  <a:lnTo>
                    <a:pt x="768" y="48"/>
                  </a:lnTo>
                  <a:lnTo>
                    <a:pt x="720" y="0"/>
                  </a:lnTo>
                  <a:lnTo>
                    <a:pt x="720" y="24"/>
                  </a:lnTo>
                  <a:lnTo>
                    <a:pt x="40" y="24"/>
                  </a:lnTo>
                </a:path>
              </a:pathLst>
            </a:custGeom>
            <a:noFill/>
            <a:ln w="12700" cap="rnd" cmpd="sng">
              <a:solidFill>
                <a:srgbClr val="02ABE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436" name="Rectangle 51">
              <a:extLst>
                <a:ext uri="{FF2B5EF4-FFF2-40B4-BE49-F238E27FC236}">
                  <a16:creationId xmlns:a16="http://schemas.microsoft.com/office/drawing/2014/main" id="{091D2A58-18F7-4BDF-949C-C11199231577}"/>
                </a:ext>
              </a:extLst>
            </p:cNvPr>
            <p:cNvSpPr>
              <a:spLocks noChangeArrowheads="1"/>
            </p:cNvSpPr>
            <p:nvPr/>
          </p:nvSpPr>
          <p:spPr bwMode="auto">
            <a:xfrm>
              <a:off x="1606550" y="3830638"/>
              <a:ext cx="2032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37" name="Rectangle 52">
              <a:extLst>
                <a:ext uri="{FF2B5EF4-FFF2-40B4-BE49-F238E27FC236}">
                  <a16:creationId xmlns:a16="http://schemas.microsoft.com/office/drawing/2014/main" id="{3EA84497-9DF8-4351-86F4-B295D30EF78D}"/>
                </a:ext>
              </a:extLst>
            </p:cNvPr>
            <p:cNvSpPr>
              <a:spLocks noChangeArrowheads="1"/>
            </p:cNvSpPr>
            <p:nvPr/>
          </p:nvSpPr>
          <p:spPr bwMode="auto">
            <a:xfrm>
              <a:off x="1579563" y="3778251"/>
              <a:ext cx="28257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a:t>
              </a:r>
            </a:p>
          </p:txBody>
        </p:sp>
        <p:sp>
          <p:nvSpPr>
            <p:cNvPr id="438" name="Rectangle 53">
              <a:extLst>
                <a:ext uri="{FF2B5EF4-FFF2-40B4-BE49-F238E27FC236}">
                  <a16:creationId xmlns:a16="http://schemas.microsoft.com/office/drawing/2014/main" id="{8F2DA1C0-53E5-43FD-9588-50BAD5DEDD31}"/>
                </a:ext>
              </a:extLst>
            </p:cNvPr>
            <p:cNvSpPr>
              <a:spLocks noChangeArrowheads="1"/>
            </p:cNvSpPr>
            <p:nvPr/>
          </p:nvSpPr>
          <p:spPr bwMode="auto">
            <a:xfrm>
              <a:off x="4425950" y="3767138"/>
              <a:ext cx="1435100" cy="711200"/>
            </a:xfrm>
            <a:prstGeom prst="rect">
              <a:avLst/>
            </a:prstGeom>
            <a:solidFill>
              <a:srgbClr val="A2FFA3"/>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39" name="Freeform 54">
              <a:extLst>
                <a:ext uri="{FF2B5EF4-FFF2-40B4-BE49-F238E27FC236}">
                  <a16:creationId xmlns:a16="http://schemas.microsoft.com/office/drawing/2014/main" id="{3DDC04CE-D1AA-49AA-A00D-3D9DC2B05EFC}"/>
                </a:ext>
              </a:extLst>
            </p:cNvPr>
            <p:cNvSpPr>
              <a:spLocks/>
            </p:cNvSpPr>
            <p:nvPr/>
          </p:nvSpPr>
          <p:spPr bwMode="auto">
            <a:xfrm>
              <a:off x="4521200" y="4040188"/>
              <a:ext cx="1220788" cy="128588"/>
            </a:xfrm>
            <a:custGeom>
              <a:avLst/>
              <a:gdLst>
                <a:gd name="T0" fmla="*/ 2147483646 w 769"/>
                <a:gd name="T1" fmla="*/ 2147483646 h 81"/>
                <a:gd name="T2" fmla="*/ 2147483646 w 769"/>
                <a:gd name="T3" fmla="*/ 0 h 81"/>
                <a:gd name="T4" fmla="*/ 0 w 769"/>
                <a:gd name="T5" fmla="*/ 2147483646 h 81"/>
                <a:gd name="T6" fmla="*/ 2147483646 w 769"/>
                <a:gd name="T7" fmla="*/ 2147483646 h 81"/>
                <a:gd name="T8" fmla="*/ 2147483646 w 769"/>
                <a:gd name="T9" fmla="*/ 2147483646 h 81"/>
                <a:gd name="T10" fmla="*/ 2147483646 w 769"/>
                <a:gd name="T11" fmla="*/ 2147483646 h 81"/>
                <a:gd name="T12" fmla="*/ 2147483646 w 769"/>
                <a:gd name="T13" fmla="*/ 2147483646 h 81"/>
                <a:gd name="T14" fmla="*/ 2147483646 w 769"/>
                <a:gd name="T15" fmla="*/ 2147483646 h 81"/>
                <a:gd name="T16" fmla="*/ 2147483646 w 769"/>
                <a:gd name="T17" fmla="*/ 0 h 81"/>
                <a:gd name="T18" fmla="*/ 2147483646 w 769"/>
                <a:gd name="T19" fmla="*/ 2147483646 h 81"/>
                <a:gd name="T20" fmla="*/ 2147483646 w 769"/>
                <a:gd name="T21" fmla="*/ 2147483646 h 8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9" h="81">
                  <a:moveTo>
                    <a:pt x="48" y="22"/>
                  </a:moveTo>
                  <a:lnTo>
                    <a:pt x="48" y="0"/>
                  </a:lnTo>
                  <a:lnTo>
                    <a:pt x="0" y="44"/>
                  </a:lnTo>
                  <a:lnTo>
                    <a:pt x="48" y="80"/>
                  </a:lnTo>
                  <a:lnTo>
                    <a:pt x="48" y="65"/>
                  </a:lnTo>
                  <a:lnTo>
                    <a:pt x="720" y="65"/>
                  </a:lnTo>
                  <a:lnTo>
                    <a:pt x="720" y="80"/>
                  </a:lnTo>
                  <a:lnTo>
                    <a:pt x="768" y="44"/>
                  </a:lnTo>
                  <a:lnTo>
                    <a:pt x="720" y="0"/>
                  </a:lnTo>
                  <a:lnTo>
                    <a:pt x="720" y="22"/>
                  </a:lnTo>
                  <a:lnTo>
                    <a:pt x="48" y="22"/>
                  </a:lnTo>
                </a:path>
              </a:pathLst>
            </a:custGeom>
            <a:solidFill>
              <a:srgbClr val="02ABEA"/>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440" name="Freeform 55">
              <a:extLst>
                <a:ext uri="{FF2B5EF4-FFF2-40B4-BE49-F238E27FC236}">
                  <a16:creationId xmlns:a16="http://schemas.microsoft.com/office/drawing/2014/main" id="{F0D3653B-39DA-4EAB-B0B7-E7EF72A52386}"/>
                </a:ext>
              </a:extLst>
            </p:cNvPr>
            <p:cNvSpPr>
              <a:spLocks/>
            </p:cNvSpPr>
            <p:nvPr/>
          </p:nvSpPr>
          <p:spPr bwMode="auto">
            <a:xfrm>
              <a:off x="4521200" y="4040188"/>
              <a:ext cx="1233488" cy="141288"/>
            </a:xfrm>
            <a:custGeom>
              <a:avLst/>
              <a:gdLst>
                <a:gd name="T0" fmla="*/ 2147483646 w 777"/>
                <a:gd name="T1" fmla="*/ 2147483646 h 89"/>
                <a:gd name="T2" fmla="*/ 2147483646 w 777"/>
                <a:gd name="T3" fmla="*/ 0 h 89"/>
                <a:gd name="T4" fmla="*/ 0 w 777"/>
                <a:gd name="T5" fmla="*/ 2147483646 h 89"/>
                <a:gd name="T6" fmla="*/ 2147483646 w 777"/>
                <a:gd name="T7" fmla="*/ 2147483646 h 89"/>
                <a:gd name="T8" fmla="*/ 2147483646 w 777"/>
                <a:gd name="T9" fmla="*/ 2147483646 h 89"/>
                <a:gd name="T10" fmla="*/ 2147483646 w 777"/>
                <a:gd name="T11" fmla="*/ 2147483646 h 89"/>
                <a:gd name="T12" fmla="*/ 2147483646 w 777"/>
                <a:gd name="T13" fmla="*/ 2147483646 h 89"/>
                <a:gd name="T14" fmla="*/ 2147483646 w 777"/>
                <a:gd name="T15" fmla="*/ 2147483646 h 89"/>
                <a:gd name="T16" fmla="*/ 2147483646 w 777"/>
                <a:gd name="T17" fmla="*/ 0 h 89"/>
                <a:gd name="T18" fmla="*/ 2147483646 w 777"/>
                <a:gd name="T19" fmla="*/ 2147483646 h 89"/>
                <a:gd name="T20" fmla="*/ 2147483646 w 777"/>
                <a:gd name="T21" fmla="*/ 2147483646 h 89"/>
                <a:gd name="T22" fmla="*/ 2147483646 w 777"/>
                <a:gd name="T23" fmla="*/ 0 h 89"/>
                <a:gd name="T24" fmla="*/ 0 w 777"/>
                <a:gd name="T25" fmla="*/ 2147483646 h 89"/>
                <a:gd name="T26" fmla="*/ 2147483646 w 777"/>
                <a:gd name="T27" fmla="*/ 2147483646 h 89"/>
                <a:gd name="T28" fmla="*/ 2147483646 w 777"/>
                <a:gd name="T29" fmla="*/ 2147483646 h 89"/>
                <a:gd name="T30" fmla="*/ 2147483646 w 777"/>
                <a:gd name="T31" fmla="*/ 2147483646 h 89"/>
                <a:gd name="T32" fmla="*/ 2147483646 w 777"/>
                <a:gd name="T33" fmla="*/ 2147483646 h 89"/>
                <a:gd name="T34" fmla="*/ 2147483646 w 777"/>
                <a:gd name="T35" fmla="*/ 2147483646 h 89"/>
                <a:gd name="T36" fmla="*/ 2147483646 w 777"/>
                <a:gd name="T37" fmla="*/ 0 h 89"/>
                <a:gd name="T38" fmla="*/ 2147483646 w 777"/>
                <a:gd name="T39" fmla="*/ 2147483646 h 89"/>
                <a:gd name="T40" fmla="*/ 2147483646 w 777"/>
                <a:gd name="T41" fmla="*/ 2147483646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77" h="89">
                  <a:moveTo>
                    <a:pt x="48" y="24"/>
                  </a:moveTo>
                  <a:lnTo>
                    <a:pt x="48" y="0"/>
                  </a:lnTo>
                  <a:lnTo>
                    <a:pt x="0" y="48"/>
                  </a:lnTo>
                  <a:lnTo>
                    <a:pt x="48" y="88"/>
                  </a:lnTo>
                  <a:lnTo>
                    <a:pt x="48" y="72"/>
                  </a:lnTo>
                  <a:lnTo>
                    <a:pt x="728" y="72"/>
                  </a:lnTo>
                  <a:lnTo>
                    <a:pt x="728" y="88"/>
                  </a:lnTo>
                  <a:lnTo>
                    <a:pt x="776" y="48"/>
                  </a:lnTo>
                  <a:lnTo>
                    <a:pt x="728" y="0"/>
                  </a:lnTo>
                  <a:lnTo>
                    <a:pt x="728" y="24"/>
                  </a:lnTo>
                  <a:lnTo>
                    <a:pt x="48" y="24"/>
                  </a:lnTo>
                  <a:lnTo>
                    <a:pt x="48" y="0"/>
                  </a:lnTo>
                  <a:lnTo>
                    <a:pt x="0" y="48"/>
                  </a:lnTo>
                  <a:lnTo>
                    <a:pt x="48" y="88"/>
                  </a:lnTo>
                  <a:lnTo>
                    <a:pt x="48" y="72"/>
                  </a:lnTo>
                  <a:lnTo>
                    <a:pt x="728" y="72"/>
                  </a:lnTo>
                  <a:lnTo>
                    <a:pt x="728" y="88"/>
                  </a:lnTo>
                  <a:lnTo>
                    <a:pt x="776" y="48"/>
                  </a:lnTo>
                  <a:lnTo>
                    <a:pt x="728" y="0"/>
                  </a:lnTo>
                  <a:lnTo>
                    <a:pt x="728" y="24"/>
                  </a:lnTo>
                  <a:lnTo>
                    <a:pt x="48" y="24"/>
                  </a:lnTo>
                </a:path>
              </a:pathLst>
            </a:custGeom>
            <a:noFill/>
            <a:ln w="12700" cap="rnd" cmpd="sng">
              <a:solidFill>
                <a:srgbClr val="02ABE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441" name="Line 56">
              <a:extLst>
                <a:ext uri="{FF2B5EF4-FFF2-40B4-BE49-F238E27FC236}">
                  <a16:creationId xmlns:a16="http://schemas.microsoft.com/office/drawing/2014/main" id="{2CBC8A05-7630-4BE6-A735-0845C092532E}"/>
                </a:ext>
              </a:extLst>
            </p:cNvPr>
            <p:cNvSpPr>
              <a:spLocks noChangeShapeType="1"/>
            </p:cNvSpPr>
            <p:nvPr/>
          </p:nvSpPr>
          <p:spPr bwMode="auto">
            <a:xfrm>
              <a:off x="4083050" y="5811838"/>
              <a:ext cx="0" cy="3429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42" name="Oval 57">
              <a:extLst>
                <a:ext uri="{FF2B5EF4-FFF2-40B4-BE49-F238E27FC236}">
                  <a16:creationId xmlns:a16="http://schemas.microsoft.com/office/drawing/2014/main" id="{782DE341-A7AB-4234-9A5A-7C7AB5D7439D}"/>
                </a:ext>
              </a:extLst>
            </p:cNvPr>
            <p:cNvSpPr>
              <a:spLocks noChangeArrowheads="1"/>
            </p:cNvSpPr>
            <p:nvPr/>
          </p:nvSpPr>
          <p:spPr bwMode="auto">
            <a:xfrm>
              <a:off x="4006850" y="6065838"/>
              <a:ext cx="127000" cy="127000"/>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43" name="Line 58">
              <a:extLst>
                <a:ext uri="{FF2B5EF4-FFF2-40B4-BE49-F238E27FC236}">
                  <a16:creationId xmlns:a16="http://schemas.microsoft.com/office/drawing/2014/main" id="{CE6F2E17-D3AE-4468-ADB0-EF7336C7A4C6}"/>
                </a:ext>
              </a:extLst>
            </p:cNvPr>
            <p:cNvSpPr>
              <a:spLocks noChangeShapeType="1"/>
            </p:cNvSpPr>
            <p:nvPr/>
          </p:nvSpPr>
          <p:spPr bwMode="auto">
            <a:xfrm>
              <a:off x="5835650" y="5735638"/>
              <a:ext cx="0" cy="3429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44" name="Oval 59">
              <a:extLst>
                <a:ext uri="{FF2B5EF4-FFF2-40B4-BE49-F238E27FC236}">
                  <a16:creationId xmlns:a16="http://schemas.microsoft.com/office/drawing/2014/main" id="{2BC2F5BB-9F7A-4001-8567-7CEFB4073E4D}"/>
                </a:ext>
              </a:extLst>
            </p:cNvPr>
            <p:cNvSpPr>
              <a:spLocks noChangeArrowheads="1"/>
            </p:cNvSpPr>
            <p:nvPr/>
          </p:nvSpPr>
          <p:spPr bwMode="auto">
            <a:xfrm>
              <a:off x="5759450" y="6027738"/>
              <a:ext cx="127000" cy="127000"/>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45" name="Rectangle 60">
              <a:extLst>
                <a:ext uri="{FF2B5EF4-FFF2-40B4-BE49-F238E27FC236}">
                  <a16:creationId xmlns:a16="http://schemas.microsoft.com/office/drawing/2014/main" id="{C0E5CFCD-3A66-4255-B7CE-E67A62D54BC7}"/>
                </a:ext>
              </a:extLst>
            </p:cNvPr>
            <p:cNvSpPr>
              <a:spLocks noChangeArrowheads="1"/>
            </p:cNvSpPr>
            <p:nvPr/>
          </p:nvSpPr>
          <p:spPr bwMode="auto">
            <a:xfrm>
              <a:off x="3892550" y="4833938"/>
              <a:ext cx="711200" cy="266700"/>
            </a:xfrm>
            <a:prstGeom prst="rect">
              <a:avLst/>
            </a:prstGeom>
            <a:solidFill>
              <a:srgbClr val="FAFD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46" name="Rectangle 61" descr="50%">
              <a:extLst>
                <a:ext uri="{FF2B5EF4-FFF2-40B4-BE49-F238E27FC236}">
                  <a16:creationId xmlns:a16="http://schemas.microsoft.com/office/drawing/2014/main" id="{BE33B548-720D-4239-92B7-676474ECC314}"/>
                </a:ext>
              </a:extLst>
            </p:cNvPr>
            <p:cNvSpPr>
              <a:spLocks noChangeArrowheads="1"/>
            </p:cNvSpPr>
            <p:nvPr/>
          </p:nvSpPr>
          <p:spPr bwMode="auto">
            <a:xfrm>
              <a:off x="4006850" y="4833938"/>
              <a:ext cx="127000" cy="266700"/>
            </a:xfrm>
            <a:prstGeom prst="rect">
              <a:avLst/>
            </a:prstGeom>
            <a:pattFill prst="pct50">
              <a:fgClr>
                <a:srgbClr val="000000"/>
              </a:fgClr>
              <a:bgClr>
                <a:srgbClr val="FFFFFF"/>
              </a:bgClr>
            </a:patt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47" name="Rectangle 62" descr="50%">
              <a:extLst>
                <a:ext uri="{FF2B5EF4-FFF2-40B4-BE49-F238E27FC236}">
                  <a16:creationId xmlns:a16="http://schemas.microsoft.com/office/drawing/2014/main" id="{B718F304-6C7A-4CD5-9230-60DB7E5E4332}"/>
                </a:ext>
              </a:extLst>
            </p:cNvPr>
            <p:cNvSpPr>
              <a:spLocks noChangeArrowheads="1"/>
            </p:cNvSpPr>
            <p:nvPr/>
          </p:nvSpPr>
          <p:spPr bwMode="auto">
            <a:xfrm>
              <a:off x="4438650" y="4833938"/>
              <a:ext cx="127000" cy="266700"/>
            </a:xfrm>
            <a:prstGeom prst="rect">
              <a:avLst/>
            </a:prstGeom>
            <a:pattFill prst="pct50">
              <a:fgClr>
                <a:srgbClr val="000000"/>
              </a:fgClr>
              <a:bgClr>
                <a:srgbClr val="FFFFFF"/>
              </a:bgClr>
            </a:patt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48" name="Line 63">
              <a:extLst>
                <a:ext uri="{FF2B5EF4-FFF2-40B4-BE49-F238E27FC236}">
                  <a16:creationId xmlns:a16="http://schemas.microsoft.com/office/drawing/2014/main" id="{E5D7715A-D85F-4D2F-AC62-27213C06FDB7}"/>
                </a:ext>
              </a:extLst>
            </p:cNvPr>
            <p:cNvSpPr>
              <a:spLocks noChangeShapeType="1"/>
            </p:cNvSpPr>
            <p:nvPr/>
          </p:nvSpPr>
          <p:spPr bwMode="auto">
            <a:xfrm>
              <a:off x="4070350" y="5113338"/>
              <a:ext cx="0" cy="533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49" name="Rectangle 64">
              <a:extLst>
                <a:ext uri="{FF2B5EF4-FFF2-40B4-BE49-F238E27FC236}">
                  <a16:creationId xmlns:a16="http://schemas.microsoft.com/office/drawing/2014/main" id="{0EA631A2-EC0E-486F-A44F-383AA381C88C}"/>
                </a:ext>
              </a:extLst>
            </p:cNvPr>
            <p:cNvSpPr>
              <a:spLocks noChangeArrowheads="1"/>
            </p:cNvSpPr>
            <p:nvPr/>
          </p:nvSpPr>
          <p:spPr bwMode="auto">
            <a:xfrm>
              <a:off x="4006850" y="5659438"/>
              <a:ext cx="127000" cy="1270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50" name="Line 65">
              <a:extLst>
                <a:ext uri="{FF2B5EF4-FFF2-40B4-BE49-F238E27FC236}">
                  <a16:creationId xmlns:a16="http://schemas.microsoft.com/office/drawing/2014/main" id="{3A871D9F-A130-4F8A-9D17-68669260643E}"/>
                </a:ext>
              </a:extLst>
            </p:cNvPr>
            <p:cNvSpPr>
              <a:spLocks noChangeShapeType="1"/>
            </p:cNvSpPr>
            <p:nvPr/>
          </p:nvSpPr>
          <p:spPr bwMode="auto">
            <a:xfrm flipH="1">
              <a:off x="4000500" y="5659438"/>
              <a:ext cx="152400"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51" name="Rectangle 66">
              <a:extLst>
                <a:ext uri="{FF2B5EF4-FFF2-40B4-BE49-F238E27FC236}">
                  <a16:creationId xmlns:a16="http://schemas.microsoft.com/office/drawing/2014/main" id="{74B90AC6-684A-4E0D-8F38-65A801697DF5}"/>
                </a:ext>
              </a:extLst>
            </p:cNvPr>
            <p:cNvSpPr>
              <a:spLocks noChangeArrowheads="1"/>
            </p:cNvSpPr>
            <p:nvPr/>
          </p:nvSpPr>
          <p:spPr bwMode="auto">
            <a:xfrm>
              <a:off x="5759450" y="5659438"/>
              <a:ext cx="127000" cy="1270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52" name="Line 67">
              <a:extLst>
                <a:ext uri="{FF2B5EF4-FFF2-40B4-BE49-F238E27FC236}">
                  <a16:creationId xmlns:a16="http://schemas.microsoft.com/office/drawing/2014/main" id="{F9A55590-D4DD-44F7-AFEC-3ADAED238273}"/>
                </a:ext>
              </a:extLst>
            </p:cNvPr>
            <p:cNvSpPr>
              <a:spLocks noChangeShapeType="1"/>
            </p:cNvSpPr>
            <p:nvPr/>
          </p:nvSpPr>
          <p:spPr bwMode="auto">
            <a:xfrm flipH="1">
              <a:off x="5753100" y="5659438"/>
              <a:ext cx="152400"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53" name="Line 68">
              <a:extLst>
                <a:ext uri="{FF2B5EF4-FFF2-40B4-BE49-F238E27FC236}">
                  <a16:creationId xmlns:a16="http://schemas.microsoft.com/office/drawing/2014/main" id="{654AB4B9-5D97-4F64-BB83-3BD54B6B2EBC}"/>
                </a:ext>
              </a:extLst>
            </p:cNvPr>
            <p:cNvSpPr>
              <a:spLocks noChangeShapeType="1"/>
            </p:cNvSpPr>
            <p:nvPr/>
          </p:nvSpPr>
          <p:spPr bwMode="auto">
            <a:xfrm>
              <a:off x="4527550" y="5811838"/>
              <a:ext cx="0" cy="279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54" name="Freeform 69">
              <a:extLst>
                <a:ext uri="{FF2B5EF4-FFF2-40B4-BE49-F238E27FC236}">
                  <a16:creationId xmlns:a16="http://schemas.microsoft.com/office/drawing/2014/main" id="{02CB507D-8F98-4DB5-B7E6-F830F5B4E6BB}"/>
                </a:ext>
              </a:extLst>
            </p:cNvPr>
            <p:cNvSpPr>
              <a:spLocks/>
            </p:cNvSpPr>
            <p:nvPr/>
          </p:nvSpPr>
          <p:spPr bwMode="auto">
            <a:xfrm>
              <a:off x="6299200" y="6008688"/>
              <a:ext cx="293688" cy="153988"/>
            </a:xfrm>
            <a:custGeom>
              <a:avLst/>
              <a:gdLst>
                <a:gd name="T0" fmla="*/ 0 w 185"/>
                <a:gd name="T1" fmla="*/ 0 h 97"/>
                <a:gd name="T2" fmla="*/ 0 w 185"/>
                <a:gd name="T3" fmla="*/ 2147483646 h 97"/>
                <a:gd name="T4" fmla="*/ 2147483646 w 185"/>
                <a:gd name="T5" fmla="*/ 0 h 97"/>
                <a:gd name="T6" fmla="*/ 2147483646 w 185"/>
                <a:gd name="T7" fmla="*/ 2147483646 h 97"/>
                <a:gd name="T8" fmla="*/ 0 w 185"/>
                <a:gd name="T9" fmla="*/ 0 h 97"/>
                <a:gd name="T10" fmla="*/ 0 w 185"/>
                <a:gd name="T11" fmla="*/ 2147483646 h 97"/>
                <a:gd name="T12" fmla="*/ 2147483646 w 185"/>
                <a:gd name="T13" fmla="*/ 0 h 97"/>
                <a:gd name="T14" fmla="*/ 2147483646 w 185"/>
                <a:gd name="T15" fmla="*/ 2147483646 h 97"/>
                <a:gd name="T16" fmla="*/ 0 w 185"/>
                <a:gd name="T17" fmla="*/ 0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5" h="97">
                  <a:moveTo>
                    <a:pt x="0" y="0"/>
                  </a:moveTo>
                  <a:lnTo>
                    <a:pt x="0" y="96"/>
                  </a:lnTo>
                  <a:lnTo>
                    <a:pt x="184" y="0"/>
                  </a:lnTo>
                  <a:lnTo>
                    <a:pt x="184" y="96"/>
                  </a:lnTo>
                  <a:lnTo>
                    <a:pt x="0" y="0"/>
                  </a:lnTo>
                  <a:lnTo>
                    <a:pt x="0" y="96"/>
                  </a:lnTo>
                  <a:lnTo>
                    <a:pt x="184" y="0"/>
                  </a:lnTo>
                  <a:lnTo>
                    <a:pt x="184" y="96"/>
                  </a:lnTo>
                  <a:lnTo>
                    <a:pt x="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455" name="Line 70">
              <a:extLst>
                <a:ext uri="{FF2B5EF4-FFF2-40B4-BE49-F238E27FC236}">
                  <a16:creationId xmlns:a16="http://schemas.microsoft.com/office/drawing/2014/main" id="{CA1EA447-8158-4332-A2A3-58ADC1928256}"/>
                </a:ext>
              </a:extLst>
            </p:cNvPr>
            <p:cNvSpPr>
              <a:spLocks noChangeShapeType="1"/>
            </p:cNvSpPr>
            <p:nvPr/>
          </p:nvSpPr>
          <p:spPr bwMode="auto">
            <a:xfrm>
              <a:off x="6457950" y="5735638"/>
              <a:ext cx="0" cy="3429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56" name="Rectangle 71">
              <a:extLst>
                <a:ext uri="{FF2B5EF4-FFF2-40B4-BE49-F238E27FC236}">
                  <a16:creationId xmlns:a16="http://schemas.microsoft.com/office/drawing/2014/main" id="{54BF1C41-9F15-4469-B7B1-1131AF4FF130}"/>
                </a:ext>
              </a:extLst>
            </p:cNvPr>
            <p:cNvSpPr>
              <a:spLocks noChangeArrowheads="1"/>
            </p:cNvSpPr>
            <p:nvPr/>
          </p:nvSpPr>
          <p:spPr bwMode="auto">
            <a:xfrm>
              <a:off x="5784850" y="4833938"/>
              <a:ext cx="711200" cy="266700"/>
            </a:xfrm>
            <a:prstGeom prst="rect">
              <a:avLst/>
            </a:prstGeom>
            <a:solidFill>
              <a:srgbClr val="FAFD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57" name="Line 72">
              <a:extLst>
                <a:ext uri="{FF2B5EF4-FFF2-40B4-BE49-F238E27FC236}">
                  <a16:creationId xmlns:a16="http://schemas.microsoft.com/office/drawing/2014/main" id="{E18E1B56-FBF6-494F-A862-561B37CBB830}"/>
                </a:ext>
              </a:extLst>
            </p:cNvPr>
            <p:cNvSpPr>
              <a:spLocks noChangeShapeType="1"/>
            </p:cNvSpPr>
            <p:nvPr/>
          </p:nvSpPr>
          <p:spPr bwMode="auto">
            <a:xfrm>
              <a:off x="4514850" y="5100638"/>
              <a:ext cx="0" cy="5461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58" name="Rectangle 73">
              <a:extLst>
                <a:ext uri="{FF2B5EF4-FFF2-40B4-BE49-F238E27FC236}">
                  <a16:creationId xmlns:a16="http://schemas.microsoft.com/office/drawing/2014/main" id="{E794CD05-2874-49D1-B8E2-6D9C58E5808A}"/>
                </a:ext>
              </a:extLst>
            </p:cNvPr>
            <p:cNvSpPr>
              <a:spLocks noChangeArrowheads="1"/>
            </p:cNvSpPr>
            <p:nvPr/>
          </p:nvSpPr>
          <p:spPr bwMode="auto">
            <a:xfrm>
              <a:off x="4451350" y="5659438"/>
              <a:ext cx="127000" cy="1270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59" name="Line 74">
              <a:extLst>
                <a:ext uri="{FF2B5EF4-FFF2-40B4-BE49-F238E27FC236}">
                  <a16:creationId xmlns:a16="http://schemas.microsoft.com/office/drawing/2014/main" id="{68FB11C2-1B32-45DE-B9A1-B675252D1EAB}"/>
                </a:ext>
              </a:extLst>
            </p:cNvPr>
            <p:cNvSpPr>
              <a:spLocks noChangeShapeType="1"/>
            </p:cNvSpPr>
            <p:nvPr/>
          </p:nvSpPr>
          <p:spPr bwMode="auto">
            <a:xfrm flipH="1">
              <a:off x="4445000" y="5659438"/>
              <a:ext cx="152400"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60" name="Rectangle 75">
              <a:extLst>
                <a:ext uri="{FF2B5EF4-FFF2-40B4-BE49-F238E27FC236}">
                  <a16:creationId xmlns:a16="http://schemas.microsoft.com/office/drawing/2014/main" id="{C34E1EF6-27F2-4914-9F41-373B1A896FF2}"/>
                </a:ext>
              </a:extLst>
            </p:cNvPr>
            <p:cNvSpPr>
              <a:spLocks noChangeArrowheads="1"/>
            </p:cNvSpPr>
            <p:nvPr/>
          </p:nvSpPr>
          <p:spPr bwMode="auto">
            <a:xfrm>
              <a:off x="6369050" y="5659438"/>
              <a:ext cx="139700" cy="1270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61" name="Line 76">
              <a:extLst>
                <a:ext uri="{FF2B5EF4-FFF2-40B4-BE49-F238E27FC236}">
                  <a16:creationId xmlns:a16="http://schemas.microsoft.com/office/drawing/2014/main" id="{99959489-1F75-4484-B376-ED2004F60784}"/>
                </a:ext>
              </a:extLst>
            </p:cNvPr>
            <p:cNvSpPr>
              <a:spLocks noChangeShapeType="1"/>
            </p:cNvSpPr>
            <p:nvPr/>
          </p:nvSpPr>
          <p:spPr bwMode="auto">
            <a:xfrm flipH="1">
              <a:off x="6362700" y="5659438"/>
              <a:ext cx="165100"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62" name="Line 77">
              <a:extLst>
                <a:ext uri="{FF2B5EF4-FFF2-40B4-BE49-F238E27FC236}">
                  <a16:creationId xmlns:a16="http://schemas.microsoft.com/office/drawing/2014/main" id="{69161128-ACF1-47E2-85DB-D342C8D8740B}"/>
                </a:ext>
              </a:extLst>
            </p:cNvPr>
            <p:cNvSpPr>
              <a:spLocks noChangeShapeType="1"/>
            </p:cNvSpPr>
            <p:nvPr/>
          </p:nvSpPr>
          <p:spPr bwMode="auto">
            <a:xfrm>
              <a:off x="2495550" y="4402138"/>
              <a:ext cx="0" cy="14732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63" name="Line 78">
              <a:extLst>
                <a:ext uri="{FF2B5EF4-FFF2-40B4-BE49-F238E27FC236}">
                  <a16:creationId xmlns:a16="http://schemas.microsoft.com/office/drawing/2014/main" id="{58944311-FCEF-4FCD-ABEB-FF0F52FB3CEB}"/>
                </a:ext>
              </a:extLst>
            </p:cNvPr>
            <p:cNvSpPr>
              <a:spLocks noChangeShapeType="1"/>
            </p:cNvSpPr>
            <p:nvPr/>
          </p:nvSpPr>
          <p:spPr bwMode="auto">
            <a:xfrm>
              <a:off x="5295900" y="4421188"/>
              <a:ext cx="0" cy="254000"/>
            </a:xfrm>
            <a:prstGeom prst="line">
              <a:avLst/>
            </a:prstGeom>
            <a:noFill/>
            <a:ln w="254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64" name="Rectangle 79">
              <a:extLst>
                <a:ext uri="{FF2B5EF4-FFF2-40B4-BE49-F238E27FC236}">
                  <a16:creationId xmlns:a16="http://schemas.microsoft.com/office/drawing/2014/main" id="{A5A6AC55-4339-4231-BB6C-41C7AEEC9EC2}"/>
                </a:ext>
              </a:extLst>
            </p:cNvPr>
            <p:cNvSpPr>
              <a:spLocks noChangeArrowheads="1"/>
            </p:cNvSpPr>
            <p:nvPr/>
          </p:nvSpPr>
          <p:spPr bwMode="auto">
            <a:xfrm>
              <a:off x="2432050" y="5621338"/>
              <a:ext cx="127000" cy="1397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65" name="Line 80">
              <a:extLst>
                <a:ext uri="{FF2B5EF4-FFF2-40B4-BE49-F238E27FC236}">
                  <a16:creationId xmlns:a16="http://schemas.microsoft.com/office/drawing/2014/main" id="{D29A9875-02A4-4A9A-8FFF-FF9560B67B60}"/>
                </a:ext>
              </a:extLst>
            </p:cNvPr>
            <p:cNvSpPr>
              <a:spLocks noChangeShapeType="1"/>
            </p:cNvSpPr>
            <p:nvPr/>
          </p:nvSpPr>
          <p:spPr bwMode="auto">
            <a:xfrm flipH="1">
              <a:off x="2425700" y="5621338"/>
              <a:ext cx="15240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66" name="Line 81">
              <a:extLst>
                <a:ext uri="{FF2B5EF4-FFF2-40B4-BE49-F238E27FC236}">
                  <a16:creationId xmlns:a16="http://schemas.microsoft.com/office/drawing/2014/main" id="{C0E45CAD-C693-453C-BA61-0C0811FBDBAF}"/>
                </a:ext>
              </a:extLst>
            </p:cNvPr>
            <p:cNvSpPr>
              <a:spLocks noChangeShapeType="1"/>
            </p:cNvSpPr>
            <p:nvPr/>
          </p:nvSpPr>
          <p:spPr bwMode="auto">
            <a:xfrm>
              <a:off x="4635500" y="4979988"/>
              <a:ext cx="88900" cy="0"/>
            </a:xfrm>
            <a:prstGeom prst="line">
              <a:avLst/>
            </a:prstGeom>
            <a:noFill/>
            <a:ln w="508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67" name="Line 82">
              <a:extLst>
                <a:ext uri="{FF2B5EF4-FFF2-40B4-BE49-F238E27FC236}">
                  <a16:creationId xmlns:a16="http://schemas.microsoft.com/office/drawing/2014/main" id="{5C482D79-C22D-4E7A-8B2E-6F2103D7B260}"/>
                </a:ext>
              </a:extLst>
            </p:cNvPr>
            <p:cNvSpPr>
              <a:spLocks noChangeShapeType="1"/>
            </p:cNvSpPr>
            <p:nvPr/>
          </p:nvSpPr>
          <p:spPr bwMode="auto">
            <a:xfrm>
              <a:off x="4749800" y="4700588"/>
              <a:ext cx="0" cy="685800"/>
            </a:xfrm>
            <a:prstGeom prst="line">
              <a:avLst/>
            </a:prstGeom>
            <a:noFill/>
            <a:ln w="254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68" name="Line 83">
              <a:extLst>
                <a:ext uri="{FF2B5EF4-FFF2-40B4-BE49-F238E27FC236}">
                  <a16:creationId xmlns:a16="http://schemas.microsoft.com/office/drawing/2014/main" id="{07B01994-47C8-41A6-9E41-D38F80BD2575}"/>
                </a:ext>
              </a:extLst>
            </p:cNvPr>
            <p:cNvSpPr>
              <a:spLocks noChangeShapeType="1"/>
            </p:cNvSpPr>
            <p:nvPr/>
          </p:nvSpPr>
          <p:spPr bwMode="auto">
            <a:xfrm flipV="1">
              <a:off x="6616700" y="4700588"/>
              <a:ext cx="0" cy="406400"/>
            </a:xfrm>
            <a:prstGeom prst="line">
              <a:avLst/>
            </a:prstGeom>
            <a:noFill/>
            <a:ln w="254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69" name="Line 84">
              <a:extLst>
                <a:ext uri="{FF2B5EF4-FFF2-40B4-BE49-F238E27FC236}">
                  <a16:creationId xmlns:a16="http://schemas.microsoft.com/office/drawing/2014/main" id="{707D74C9-C87E-42AD-A2B9-2DE3DC10B1BA}"/>
                </a:ext>
              </a:extLst>
            </p:cNvPr>
            <p:cNvSpPr>
              <a:spLocks noChangeShapeType="1"/>
            </p:cNvSpPr>
            <p:nvPr/>
          </p:nvSpPr>
          <p:spPr bwMode="auto">
            <a:xfrm>
              <a:off x="2628900" y="3455988"/>
              <a:ext cx="0" cy="342900"/>
            </a:xfrm>
            <a:prstGeom prst="line">
              <a:avLst/>
            </a:prstGeom>
            <a:noFill/>
            <a:ln w="50800">
              <a:solidFill>
                <a:srgbClr val="DD080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70" name="Line 85">
              <a:extLst>
                <a:ext uri="{FF2B5EF4-FFF2-40B4-BE49-F238E27FC236}">
                  <a16:creationId xmlns:a16="http://schemas.microsoft.com/office/drawing/2014/main" id="{78E72D66-85B3-45B5-AF7B-CA8F252373FC}"/>
                </a:ext>
              </a:extLst>
            </p:cNvPr>
            <p:cNvSpPr>
              <a:spLocks noChangeShapeType="1"/>
            </p:cNvSpPr>
            <p:nvPr/>
          </p:nvSpPr>
          <p:spPr bwMode="auto">
            <a:xfrm>
              <a:off x="5270500" y="3455988"/>
              <a:ext cx="0" cy="304800"/>
            </a:xfrm>
            <a:prstGeom prst="line">
              <a:avLst/>
            </a:prstGeom>
            <a:noFill/>
            <a:ln w="50800">
              <a:solidFill>
                <a:srgbClr val="DD080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71" name="Line 86">
              <a:extLst>
                <a:ext uri="{FF2B5EF4-FFF2-40B4-BE49-F238E27FC236}">
                  <a16:creationId xmlns:a16="http://schemas.microsoft.com/office/drawing/2014/main" id="{DC939263-2C97-46DF-9065-45D68704F696}"/>
                </a:ext>
              </a:extLst>
            </p:cNvPr>
            <p:cNvSpPr>
              <a:spLocks noChangeShapeType="1"/>
            </p:cNvSpPr>
            <p:nvPr/>
          </p:nvSpPr>
          <p:spPr bwMode="auto">
            <a:xfrm>
              <a:off x="1746250" y="4414838"/>
              <a:ext cx="0" cy="14605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72" name="Line 87">
              <a:extLst>
                <a:ext uri="{FF2B5EF4-FFF2-40B4-BE49-F238E27FC236}">
                  <a16:creationId xmlns:a16="http://schemas.microsoft.com/office/drawing/2014/main" id="{D281A117-06F5-4165-95A4-FA406792B84E}"/>
                </a:ext>
              </a:extLst>
            </p:cNvPr>
            <p:cNvSpPr>
              <a:spLocks noChangeShapeType="1"/>
            </p:cNvSpPr>
            <p:nvPr/>
          </p:nvSpPr>
          <p:spPr bwMode="auto">
            <a:xfrm flipH="1">
              <a:off x="4064000" y="4687888"/>
              <a:ext cx="203200" cy="0"/>
            </a:xfrm>
            <a:prstGeom prst="line">
              <a:avLst/>
            </a:prstGeom>
            <a:noFill/>
            <a:ln w="254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73" name="Line 88">
              <a:extLst>
                <a:ext uri="{FF2B5EF4-FFF2-40B4-BE49-F238E27FC236}">
                  <a16:creationId xmlns:a16="http://schemas.microsoft.com/office/drawing/2014/main" id="{1F58E6A1-E812-4034-9AF2-4143DF537176}"/>
                </a:ext>
              </a:extLst>
            </p:cNvPr>
            <p:cNvSpPr>
              <a:spLocks noChangeShapeType="1"/>
            </p:cNvSpPr>
            <p:nvPr/>
          </p:nvSpPr>
          <p:spPr bwMode="auto">
            <a:xfrm>
              <a:off x="4267200" y="4687888"/>
              <a:ext cx="2692400" cy="0"/>
            </a:xfrm>
            <a:prstGeom prst="line">
              <a:avLst/>
            </a:prstGeom>
            <a:noFill/>
            <a:ln w="254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grpSp>
          <p:nvGrpSpPr>
            <p:cNvPr id="474" name="Group 98">
              <a:extLst>
                <a:ext uri="{FF2B5EF4-FFF2-40B4-BE49-F238E27FC236}">
                  <a16:creationId xmlns:a16="http://schemas.microsoft.com/office/drawing/2014/main" id="{AAB5B33E-B2BE-4F30-ADD3-EE3D1082BED1}"/>
                </a:ext>
              </a:extLst>
            </p:cNvPr>
            <p:cNvGrpSpPr>
              <a:grpSpLocks/>
            </p:cNvGrpSpPr>
            <p:nvPr/>
          </p:nvGrpSpPr>
          <p:grpSpPr bwMode="auto">
            <a:xfrm>
              <a:off x="2266950" y="1443038"/>
              <a:ext cx="571500" cy="711200"/>
              <a:chOff x="1444" y="700"/>
              <a:chExt cx="360" cy="448"/>
            </a:xfrm>
          </p:grpSpPr>
          <p:sp>
            <p:nvSpPr>
              <p:cNvPr id="475" name="Line 89">
                <a:extLst>
                  <a:ext uri="{FF2B5EF4-FFF2-40B4-BE49-F238E27FC236}">
                    <a16:creationId xmlns:a16="http://schemas.microsoft.com/office/drawing/2014/main" id="{07E6194D-AEF6-4812-9E9E-97DC382ECCD7}"/>
                  </a:ext>
                </a:extLst>
              </p:cNvPr>
              <p:cNvSpPr>
                <a:spLocks noChangeShapeType="1"/>
              </p:cNvSpPr>
              <p:nvPr/>
            </p:nvSpPr>
            <p:spPr bwMode="auto">
              <a:xfrm>
                <a:off x="1628" y="1060"/>
                <a:ext cx="0" cy="8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grpSp>
            <p:nvGrpSpPr>
              <p:cNvPr id="476" name="Group 95">
                <a:extLst>
                  <a:ext uri="{FF2B5EF4-FFF2-40B4-BE49-F238E27FC236}">
                    <a16:creationId xmlns:a16="http://schemas.microsoft.com/office/drawing/2014/main" id="{DCCA2D86-99B0-4A96-9621-8429656A4830}"/>
                  </a:ext>
                </a:extLst>
              </p:cNvPr>
              <p:cNvGrpSpPr>
                <a:grpSpLocks/>
              </p:cNvGrpSpPr>
              <p:nvPr/>
            </p:nvGrpSpPr>
            <p:grpSpPr bwMode="auto">
              <a:xfrm>
                <a:off x="1444" y="700"/>
                <a:ext cx="360" cy="352"/>
                <a:chOff x="1444" y="700"/>
                <a:chExt cx="360" cy="352"/>
              </a:xfrm>
            </p:grpSpPr>
            <p:sp>
              <p:nvSpPr>
                <p:cNvPr id="479" name="Oval 90">
                  <a:extLst>
                    <a:ext uri="{FF2B5EF4-FFF2-40B4-BE49-F238E27FC236}">
                      <a16:creationId xmlns:a16="http://schemas.microsoft.com/office/drawing/2014/main" id="{04AFE31F-7C2A-4283-8362-487D4BC207F4}"/>
                    </a:ext>
                  </a:extLst>
                </p:cNvPr>
                <p:cNvSpPr>
                  <a:spLocks noChangeArrowheads="1"/>
                </p:cNvSpPr>
                <p:nvPr/>
              </p:nvSpPr>
              <p:spPr bwMode="auto">
                <a:xfrm>
                  <a:off x="1444" y="924"/>
                  <a:ext cx="352" cy="128"/>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80" name="Rectangle 91">
                  <a:extLst>
                    <a:ext uri="{FF2B5EF4-FFF2-40B4-BE49-F238E27FC236}">
                      <a16:creationId xmlns:a16="http://schemas.microsoft.com/office/drawing/2014/main" id="{5D47FDD0-30F1-4A1A-A750-F117090E1DA7}"/>
                    </a:ext>
                  </a:extLst>
                </p:cNvPr>
                <p:cNvSpPr>
                  <a:spLocks noChangeArrowheads="1"/>
                </p:cNvSpPr>
                <p:nvPr/>
              </p:nvSpPr>
              <p:spPr bwMode="auto">
                <a:xfrm>
                  <a:off x="1444" y="788"/>
                  <a:ext cx="352" cy="224"/>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81" name="Oval 92" descr="50%">
                  <a:extLst>
                    <a:ext uri="{FF2B5EF4-FFF2-40B4-BE49-F238E27FC236}">
                      <a16:creationId xmlns:a16="http://schemas.microsoft.com/office/drawing/2014/main" id="{02E61E4C-E270-4D0B-86D6-165BB1BCEC94}"/>
                    </a:ext>
                  </a:extLst>
                </p:cNvPr>
                <p:cNvSpPr>
                  <a:spLocks noChangeArrowheads="1"/>
                </p:cNvSpPr>
                <p:nvPr/>
              </p:nvSpPr>
              <p:spPr bwMode="auto">
                <a:xfrm>
                  <a:off x="1444" y="700"/>
                  <a:ext cx="352" cy="128"/>
                </a:xfrm>
                <a:prstGeom prst="ellipse">
                  <a:avLst/>
                </a:prstGeom>
                <a:pattFill prst="pct50">
                  <a:fgClr>
                    <a:srgbClr val="000000"/>
                  </a:fgClr>
                  <a:bgClr>
                    <a:srgbClr val="FFFFFF"/>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82" name="Line 93">
                  <a:extLst>
                    <a:ext uri="{FF2B5EF4-FFF2-40B4-BE49-F238E27FC236}">
                      <a16:creationId xmlns:a16="http://schemas.microsoft.com/office/drawing/2014/main" id="{0B29C67A-0F71-49F8-89EB-7D6B0894BE73}"/>
                    </a:ext>
                  </a:extLst>
                </p:cNvPr>
                <p:cNvSpPr>
                  <a:spLocks noChangeShapeType="1"/>
                </p:cNvSpPr>
                <p:nvPr/>
              </p:nvSpPr>
              <p:spPr bwMode="auto">
                <a:xfrm>
                  <a:off x="1444" y="788"/>
                  <a:ext cx="0" cy="22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83" name="Line 94">
                  <a:extLst>
                    <a:ext uri="{FF2B5EF4-FFF2-40B4-BE49-F238E27FC236}">
                      <a16:creationId xmlns:a16="http://schemas.microsoft.com/office/drawing/2014/main" id="{101D3AB2-E3AB-4A1E-BB69-252F39C1D6B5}"/>
                    </a:ext>
                  </a:extLst>
                </p:cNvPr>
                <p:cNvSpPr>
                  <a:spLocks noChangeShapeType="1"/>
                </p:cNvSpPr>
                <p:nvPr/>
              </p:nvSpPr>
              <p:spPr bwMode="auto">
                <a:xfrm>
                  <a:off x="1804" y="788"/>
                  <a:ext cx="0" cy="22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grpSp>
          <p:sp>
            <p:nvSpPr>
              <p:cNvPr id="477" name="Rectangle 96">
                <a:extLst>
                  <a:ext uri="{FF2B5EF4-FFF2-40B4-BE49-F238E27FC236}">
                    <a16:creationId xmlns:a16="http://schemas.microsoft.com/office/drawing/2014/main" id="{B65C9BD7-F5F0-4104-BB81-E4F9324DBBDA}"/>
                  </a:ext>
                </a:extLst>
              </p:cNvPr>
              <p:cNvSpPr>
                <a:spLocks noChangeArrowheads="1"/>
              </p:cNvSpPr>
              <p:nvPr/>
            </p:nvSpPr>
            <p:spPr bwMode="auto">
              <a:xfrm>
                <a:off x="1512" y="872"/>
                <a:ext cx="216" cy="112"/>
              </a:xfrm>
              <a:prstGeom prst="rect">
                <a:avLst/>
              </a:prstGeom>
              <a:solidFill>
                <a:srgbClr val="FFFFFF"/>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78" name="Rectangle 97">
                <a:extLst>
                  <a:ext uri="{FF2B5EF4-FFF2-40B4-BE49-F238E27FC236}">
                    <a16:creationId xmlns:a16="http://schemas.microsoft.com/office/drawing/2014/main" id="{45782381-FE26-4DF8-9BD3-3B474344F1EE}"/>
                  </a:ext>
                </a:extLst>
              </p:cNvPr>
              <p:cNvSpPr>
                <a:spLocks noChangeArrowheads="1"/>
              </p:cNvSpPr>
              <p:nvPr/>
            </p:nvSpPr>
            <p:spPr bwMode="auto">
              <a:xfrm>
                <a:off x="1467" y="835"/>
                <a:ext cx="284" cy="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disk</a:t>
                </a:r>
              </a:p>
            </p:txBody>
          </p:sp>
        </p:grpSp>
        <p:sp>
          <p:nvSpPr>
            <p:cNvPr id="484" name="AutoShape 99">
              <a:extLst>
                <a:ext uri="{FF2B5EF4-FFF2-40B4-BE49-F238E27FC236}">
                  <a16:creationId xmlns:a16="http://schemas.microsoft.com/office/drawing/2014/main" id="{5977F4D6-179E-4647-8827-88A070D79C90}"/>
                </a:ext>
              </a:extLst>
            </p:cNvPr>
            <p:cNvSpPr>
              <a:spLocks noChangeArrowheads="1"/>
            </p:cNvSpPr>
            <p:nvPr/>
          </p:nvSpPr>
          <p:spPr bwMode="auto">
            <a:xfrm>
              <a:off x="247650" y="3640138"/>
              <a:ext cx="2222500" cy="381000"/>
            </a:xfrm>
            <a:prstGeom prst="roundRect">
              <a:avLst>
                <a:gd name="adj" fmla="val 23431"/>
              </a:avLst>
            </a:prstGeom>
            <a:noFill/>
            <a:ln w="12700">
              <a:pattFill prst="pct50">
                <a:fgClr>
                  <a:srgbClr val="000000"/>
                </a:fgClr>
                <a:bgClr>
                  <a:srgbClr val="FFFFFF"/>
                </a:bgClr>
              </a:patt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85" name="Rectangle 100">
              <a:extLst>
                <a:ext uri="{FF2B5EF4-FFF2-40B4-BE49-F238E27FC236}">
                  <a16:creationId xmlns:a16="http://schemas.microsoft.com/office/drawing/2014/main" id="{C6AEC028-2702-4C07-A03F-F6A03F6BA91B}"/>
                </a:ext>
              </a:extLst>
            </p:cNvPr>
            <p:cNvSpPr>
              <a:spLocks noChangeArrowheads="1"/>
            </p:cNvSpPr>
            <p:nvPr/>
          </p:nvSpPr>
          <p:spPr bwMode="auto">
            <a:xfrm>
              <a:off x="247650" y="3740151"/>
              <a:ext cx="1176338"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processor pool</a:t>
              </a:r>
            </a:p>
          </p:txBody>
        </p:sp>
        <p:sp>
          <p:nvSpPr>
            <p:cNvPr id="486" name="Rectangle 101" descr="50%">
              <a:extLst>
                <a:ext uri="{FF2B5EF4-FFF2-40B4-BE49-F238E27FC236}">
                  <a16:creationId xmlns:a16="http://schemas.microsoft.com/office/drawing/2014/main" id="{3EAC811F-FF13-4907-8382-FCE23BA6074E}"/>
                </a:ext>
              </a:extLst>
            </p:cNvPr>
            <p:cNvSpPr>
              <a:spLocks noChangeArrowheads="1"/>
            </p:cNvSpPr>
            <p:nvPr/>
          </p:nvSpPr>
          <p:spPr bwMode="auto">
            <a:xfrm>
              <a:off x="5861050" y="4833938"/>
              <a:ext cx="127000" cy="266700"/>
            </a:xfrm>
            <a:prstGeom prst="rect">
              <a:avLst/>
            </a:prstGeom>
            <a:pattFill prst="pct50">
              <a:fgClr>
                <a:srgbClr val="000000"/>
              </a:fgClr>
              <a:bgClr>
                <a:srgbClr val="FFFFFF"/>
              </a:bgClr>
            </a:patt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87" name="Line 102">
              <a:extLst>
                <a:ext uri="{FF2B5EF4-FFF2-40B4-BE49-F238E27FC236}">
                  <a16:creationId xmlns:a16="http://schemas.microsoft.com/office/drawing/2014/main" id="{C35EEA07-38CA-4685-84E2-8727FC092FDF}"/>
                </a:ext>
              </a:extLst>
            </p:cNvPr>
            <p:cNvSpPr>
              <a:spLocks noChangeShapeType="1"/>
            </p:cNvSpPr>
            <p:nvPr/>
          </p:nvSpPr>
          <p:spPr bwMode="auto">
            <a:xfrm>
              <a:off x="6527800" y="4979988"/>
              <a:ext cx="76200" cy="0"/>
            </a:xfrm>
            <a:prstGeom prst="line">
              <a:avLst/>
            </a:prstGeom>
            <a:noFill/>
            <a:ln w="508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488" name="Rectangle 103">
              <a:extLst>
                <a:ext uri="{FF2B5EF4-FFF2-40B4-BE49-F238E27FC236}">
                  <a16:creationId xmlns:a16="http://schemas.microsoft.com/office/drawing/2014/main" id="{E2059618-C8D7-4BC0-9557-BC9FAC650381}"/>
                </a:ext>
              </a:extLst>
            </p:cNvPr>
            <p:cNvSpPr>
              <a:spLocks noChangeArrowheads="1"/>
            </p:cNvSpPr>
            <p:nvPr/>
          </p:nvSpPr>
          <p:spPr bwMode="auto">
            <a:xfrm>
              <a:off x="6680200" y="5640388"/>
              <a:ext cx="952500" cy="177800"/>
            </a:xfrm>
            <a:prstGeom prst="rect">
              <a:avLst/>
            </a:prstGeom>
            <a:solidFill>
              <a:srgbClr val="FFFFFF"/>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89" name="Rectangle 104">
              <a:extLst>
                <a:ext uri="{FF2B5EF4-FFF2-40B4-BE49-F238E27FC236}">
                  <a16:creationId xmlns:a16="http://schemas.microsoft.com/office/drawing/2014/main" id="{86A4F119-7D8E-4707-94B7-7DB9EF5D7110}"/>
                </a:ext>
              </a:extLst>
            </p:cNvPr>
            <p:cNvSpPr>
              <a:spLocks noChangeArrowheads="1"/>
            </p:cNvSpPr>
            <p:nvPr/>
          </p:nvSpPr>
          <p:spPr bwMode="auto">
            <a:xfrm>
              <a:off x="6608763" y="5581651"/>
              <a:ext cx="97472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transducers</a:t>
              </a:r>
            </a:p>
          </p:txBody>
        </p:sp>
        <p:sp>
          <p:nvSpPr>
            <p:cNvPr id="490" name="Rectangle 105">
              <a:extLst>
                <a:ext uri="{FF2B5EF4-FFF2-40B4-BE49-F238E27FC236}">
                  <a16:creationId xmlns:a16="http://schemas.microsoft.com/office/drawing/2014/main" id="{57C585B2-55A6-4790-83CD-01A56BC97FB1}"/>
                </a:ext>
              </a:extLst>
            </p:cNvPr>
            <p:cNvSpPr>
              <a:spLocks noChangeArrowheads="1"/>
            </p:cNvSpPr>
            <p:nvPr/>
          </p:nvSpPr>
          <p:spPr bwMode="auto">
            <a:xfrm>
              <a:off x="4894263" y="4730751"/>
              <a:ext cx="63658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control</a:t>
              </a:r>
            </a:p>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91" name="Rectangle 106">
              <a:extLst>
                <a:ext uri="{FF2B5EF4-FFF2-40B4-BE49-F238E27FC236}">
                  <a16:creationId xmlns:a16="http://schemas.microsoft.com/office/drawing/2014/main" id="{D010156D-D92D-4633-800A-F93CCB8E0312}"/>
                </a:ext>
              </a:extLst>
            </p:cNvPr>
            <p:cNvSpPr>
              <a:spLocks noChangeArrowheads="1"/>
            </p:cNvSpPr>
            <p:nvPr/>
          </p:nvSpPr>
          <p:spPr bwMode="auto">
            <a:xfrm>
              <a:off x="4856163" y="4921251"/>
              <a:ext cx="704850"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stations</a:t>
              </a:r>
            </a:p>
          </p:txBody>
        </p:sp>
        <p:sp>
          <p:nvSpPr>
            <p:cNvPr id="492" name="AutoShape 131">
              <a:extLst>
                <a:ext uri="{FF2B5EF4-FFF2-40B4-BE49-F238E27FC236}">
                  <a16:creationId xmlns:a16="http://schemas.microsoft.com/office/drawing/2014/main" id="{40A76526-4B11-46E3-BC20-DFA4645C001B}"/>
                </a:ext>
              </a:extLst>
            </p:cNvPr>
            <p:cNvSpPr>
              <a:spLocks noChangeArrowheads="1"/>
            </p:cNvSpPr>
            <p:nvPr/>
          </p:nvSpPr>
          <p:spPr bwMode="auto">
            <a:xfrm>
              <a:off x="1333500" y="3062288"/>
              <a:ext cx="6197600" cy="406400"/>
            </a:xfrm>
            <a:prstGeom prst="roundRect">
              <a:avLst>
                <a:gd name="adj" fmla="val 49995"/>
              </a:avLst>
            </a:prstGeom>
            <a:noFill/>
            <a:ln w="50800">
              <a:solidFill>
                <a:srgbClr val="DD080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93" name="Rectangle 132">
              <a:extLst>
                <a:ext uri="{FF2B5EF4-FFF2-40B4-BE49-F238E27FC236}">
                  <a16:creationId xmlns:a16="http://schemas.microsoft.com/office/drawing/2014/main" id="{62D580AF-91AE-4570-8B8C-3874E59F20E1}"/>
                </a:ext>
              </a:extLst>
            </p:cNvPr>
            <p:cNvSpPr>
              <a:spLocks noChangeArrowheads="1"/>
            </p:cNvSpPr>
            <p:nvPr/>
          </p:nvSpPr>
          <p:spPr bwMode="auto">
            <a:xfrm>
              <a:off x="3390900" y="3163888"/>
              <a:ext cx="2400300" cy="215900"/>
            </a:xfrm>
            <a:prstGeom prst="rect">
              <a:avLst/>
            </a:prstGeom>
            <a:solidFill>
              <a:srgbClr val="FFFFFF"/>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94" name="Rectangle 133">
              <a:extLst>
                <a:ext uri="{FF2B5EF4-FFF2-40B4-BE49-F238E27FC236}">
                  <a16:creationId xmlns:a16="http://schemas.microsoft.com/office/drawing/2014/main" id="{15C14ABB-918B-4BAA-A910-6174C2AF0934}"/>
                </a:ext>
              </a:extLst>
            </p:cNvPr>
            <p:cNvSpPr>
              <a:spLocks noChangeArrowheads="1"/>
            </p:cNvSpPr>
            <p:nvPr/>
          </p:nvSpPr>
          <p:spPr bwMode="auto">
            <a:xfrm>
              <a:off x="2047875" y="3116263"/>
              <a:ext cx="411162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plant network</a:t>
              </a:r>
              <a:r>
                <a:rPr lang="en-US" altLang="en-US" sz="1200" b="0">
                  <a:solidFill>
                    <a:srgbClr val="000000"/>
                  </a:solidFill>
                  <a:latin typeface="Arial" panose="020B0604020202020204" pitchFamily="34" charset="0"/>
                  <a:ea typeface="+mn-ea"/>
                  <a:cs typeface="Arial" panose="020B0604020202020204" pitchFamily="34" charset="0"/>
                </a:rPr>
                <a:t> (500m .. 3 km) – includes </a:t>
              </a:r>
              <a:r>
                <a:rPr lang="en-US" altLang="en-US" sz="1200">
                  <a:solidFill>
                    <a:srgbClr val="000000"/>
                  </a:solidFill>
                  <a:latin typeface="Arial" panose="020B0604020202020204" pitchFamily="34" charset="0"/>
                  <a:ea typeface="+mn-ea"/>
                  <a:cs typeface="Arial" panose="020B0604020202020204" pitchFamily="34" charset="0"/>
                </a:rPr>
                <a:t>control network</a:t>
              </a:r>
            </a:p>
          </p:txBody>
        </p:sp>
        <p:sp>
          <p:nvSpPr>
            <p:cNvPr id="495" name="Rectangle 135">
              <a:extLst>
                <a:ext uri="{FF2B5EF4-FFF2-40B4-BE49-F238E27FC236}">
                  <a16:creationId xmlns:a16="http://schemas.microsoft.com/office/drawing/2014/main" id="{B8B9E88E-9D72-44BF-A1E4-8E8FC3347910}"/>
                </a:ext>
              </a:extLst>
            </p:cNvPr>
            <p:cNvSpPr>
              <a:spLocks noChangeArrowheads="1"/>
            </p:cNvSpPr>
            <p:nvPr/>
          </p:nvSpPr>
          <p:spPr bwMode="auto">
            <a:xfrm>
              <a:off x="1465263" y="6191251"/>
              <a:ext cx="534987"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valve</a:t>
              </a:r>
            </a:p>
          </p:txBody>
        </p:sp>
        <p:sp>
          <p:nvSpPr>
            <p:cNvPr id="496" name="Rectangle 136">
              <a:extLst>
                <a:ext uri="{FF2B5EF4-FFF2-40B4-BE49-F238E27FC236}">
                  <a16:creationId xmlns:a16="http://schemas.microsoft.com/office/drawing/2014/main" id="{3968ADB2-AF54-467E-B110-76170C2102F8}"/>
                </a:ext>
              </a:extLst>
            </p:cNvPr>
            <p:cNvSpPr>
              <a:spLocks noChangeArrowheads="1"/>
            </p:cNvSpPr>
            <p:nvPr/>
          </p:nvSpPr>
          <p:spPr bwMode="auto">
            <a:xfrm>
              <a:off x="1985963" y="6191251"/>
              <a:ext cx="1150937"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thermo-couple</a:t>
              </a:r>
            </a:p>
          </p:txBody>
        </p:sp>
        <p:sp>
          <p:nvSpPr>
            <p:cNvPr id="497" name="Rectangle 137">
              <a:extLst>
                <a:ext uri="{FF2B5EF4-FFF2-40B4-BE49-F238E27FC236}">
                  <a16:creationId xmlns:a16="http://schemas.microsoft.com/office/drawing/2014/main" id="{C988E519-4349-41D9-B459-39EFB65F336B}"/>
                </a:ext>
              </a:extLst>
            </p:cNvPr>
            <p:cNvSpPr>
              <a:spLocks noChangeArrowheads="1"/>
            </p:cNvSpPr>
            <p:nvPr/>
          </p:nvSpPr>
          <p:spPr bwMode="auto">
            <a:xfrm>
              <a:off x="4813300" y="6249988"/>
              <a:ext cx="4699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498" name="Rectangle 138">
              <a:extLst>
                <a:ext uri="{FF2B5EF4-FFF2-40B4-BE49-F238E27FC236}">
                  <a16:creationId xmlns:a16="http://schemas.microsoft.com/office/drawing/2014/main" id="{56772A30-289A-468D-8799-F29BB4B09734}"/>
                </a:ext>
              </a:extLst>
            </p:cNvPr>
            <p:cNvSpPr>
              <a:spLocks noChangeArrowheads="1"/>
            </p:cNvSpPr>
            <p:nvPr/>
          </p:nvSpPr>
          <p:spPr bwMode="auto">
            <a:xfrm>
              <a:off x="4741863" y="6191251"/>
              <a:ext cx="569912"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motor</a:t>
              </a:r>
            </a:p>
          </p:txBody>
        </p:sp>
        <p:sp>
          <p:nvSpPr>
            <p:cNvPr id="499" name="Line 139">
              <a:extLst>
                <a:ext uri="{FF2B5EF4-FFF2-40B4-BE49-F238E27FC236}">
                  <a16:creationId xmlns:a16="http://schemas.microsoft.com/office/drawing/2014/main" id="{7057F325-3E3F-49D7-B46A-A229FCC8FCF1}"/>
                </a:ext>
              </a:extLst>
            </p:cNvPr>
            <p:cNvSpPr>
              <a:spLocks noChangeShapeType="1"/>
            </p:cNvSpPr>
            <p:nvPr/>
          </p:nvSpPr>
          <p:spPr bwMode="auto">
            <a:xfrm>
              <a:off x="3968750" y="6142038"/>
              <a:ext cx="2032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00" name="Line 140">
              <a:extLst>
                <a:ext uri="{FF2B5EF4-FFF2-40B4-BE49-F238E27FC236}">
                  <a16:creationId xmlns:a16="http://schemas.microsoft.com/office/drawing/2014/main" id="{47255F1D-DCC6-4276-98DF-50AC7364D9AA}"/>
                </a:ext>
              </a:extLst>
            </p:cNvPr>
            <p:cNvSpPr>
              <a:spLocks noChangeShapeType="1"/>
            </p:cNvSpPr>
            <p:nvPr/>
          </p:nvSpPr>
          <p:spPr bwMode="auto">
            <a:xfrm>
              <a:off x="5721350" y="6091238"/>
              <a:ext cx="2032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01" name="Line 141">
              <a:extLst>
                <a:ext uri="{FF2B5EF4-FFF2-40B4-BE49-F238E27FC236}">
                  <a16:creationId xmlns:a16="http://schemas.microsoft.com/office/drawing/2014/main" id="{59D206BF-F0AE-4780-93A1-8E086720D7AF}"/>
                </a:ext>
              </a:extLst>
            </p:cNvPr>
            <p:cNvSpPr>
              <a:spLocks noChangeShapeType="1"/>
            </p:cNvSpPr>
            <p:nvPr/>
          </p:nvSpPr>
          <p:spPr bwMode="auto">
            <a:xfrm flipH="1">
              <a:off x="7023100" y="4687888"/>
              <a:ext cx="203200" cy="0"/>
            </a:xfrm>
            <a:prstGeom prst="line">
              <a:avLst/>
            </a:prstGeom>
            <a:noFill/>
            <a:ln w="254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02" name="Rectangle 143">
              <a:extLst>
                <a:ext uri="{FF2B5EF4-FFF2-40B4-BE49-F238E27FC236}">
                  <a16:creationId xmlns:a16="http://schemas.microsoft.com/office/drawing/2014/main" id="{2C5ADFA2-35C0-4F3F-ACA0-EB3E3D7EC7D5}"/>
                </a:ext>
              </a:extLst>
            </p:cNvPr>
            <p:cNvSpPr>
              <a:spLocks noChangeArrowheads="1"/>
            </p:cNvSpPr>
            <p:nvPr/>
          </p:nvSpPr>
          <p:spPr bwMode="auto">
            <a:xfrm>
              <a:off x="508000" y="1779588"/>
              <a:ext cx="1347788"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Process pictures </a:t>
              </a:r>
            </a:p>
          </p:txBody>
        </p:sp>
        <p:sp>
          <p:nvSpPr>
            <p:cNvPr id="503" name="Rectangle 145">
              <a:extLst>
                <a:ext uri="{FF2B5EF4-FFF2-40B4-BE49-F238E27FC236}">
                  <a16:creationId xmlns:a16="http://schemas.microsoft.com/office/drawing/2014/main" id="{B2774AA7-B51E-45E9-8C52-A6257D22A106}"/>
                </a:ext>
              </a:extLst>
            </p:cNvPr>
            <p:cNvSpPr>
              <a:spLocks noChangeArrowheads="1"/>
            </p:cNvSpPr>
            <p:nvPr/>
          </p:nvSpPr>
          <p:spPr bwMode="auto">
            <a:xfrm>
              <a:off x="431800" y="2160588"/>
              <a:ext cx="1525588"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Process Data Base </a:t>
              </a:r>
            </a:p>
          </p:txBody>
        </p:sp>
        <p:sp>
          <p:nvSpPr>
            <p:cNvPr id="504" name="Rectangle 147">
              <a:extLst>
                <a:ext uri="{FF2B5EF4-FFF2-40B4-BE49-F238E27FC236}">
                  <a16:creationId xmlns:a16="http://schemas.microsoft.com/office/drawing/2014/main" id="{8533507A-B187-434C-BCEF-EECC87EF28F8}"/>
                </a:ext>
              </a:extLst>
            </p:cNvPr>
            <p:cNvSpPr>
              <a:spLocks noChangeArrowheads="1"/>
            </p:cNvSpPr>
            <p:nvPr/>
          </p:nvSpPr>
          <p:spPr bwMode="auto">
            <a:xfrm>
              <a:off x="1160463" y="2546351"/>
              <a:ext cx="719137"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Logging</a:t>
              </a:r>
            </a:p>
          </p:txBody>
        </p:sp>
        <p:sp>
          <p:nvSpPr>
            <p:cNvPr id="505" name="Rectangle 148">
              <a:extLst>
                <a:ext uri="{FF2B5EF4-FFF2-40B4-BE49-F238E27FC236}">
                  <a16:creationId xmlns:a16="http://schemas.microsoft.com/office/drawing/2014/main" id="{46CEBB27-A0F4-4D0F-8514-C479696E7D3B}"/>
                </a:ext>
              </a:extLst>
            </p:cNvPr>
            <p:cNvSpPr>
              <a:spLocks noChangeArrowheads="1"/>
            </p:cNvSpPr>
            <p:nvPr/>
          </p:nvSpPr>
          <p:spPr bwMode="auto">
            <a:xfrm>
              <a:off x="3573463" y="6191251"/>
              <a:ext cx="703262"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position</a:t>
              </a:r>
            </a:p>
          </p:txBody>
        </p:sp>
        <p:sp>
          <p:nvSpPr>
            <p:cNvPr id="506" name="Rectangle 149">
              <a:extLst>
                <a:ext uri="{FF2B5EF4-FFF2-40B4-BE49-F238E27FC236}">
                  <a16:creationId xmlns:a16="http://schemas.microsoft.com/office/drawing/2014/main" id="{B8E8B405-6263-4011-83DB-32F5FD517EEE}"/>
                </a:ext>
              </a:extLst>
            </p:cNvPr>
            <p:cNvSpPr>
              <a:spLocks noChangeArrowheads="1"/>
            </p:cNvSpPr>
            <p:nvPr/>
          </p:nvSpPr>
          <p:spPr bwMode="auto">
            <a:xfrm>
              <a:off x="6727825" y="4768851"/>
              <a:ext cx="1239838"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backplane bus</a:t>
              </a:r>
            </a:p>
          </p:txBody>
        </p:sp>
        <p:sp>
          <p:nvSpPr>
            <p:cNvPr id="507" name="Rectangle 151">
              <a:extLst>
                <a:ext uri="{FF2B5EF4-FFF2-40B4-BE49-F238E27FC236}">
                  <a16:creationId xmlns:a16="http://schemas.microsoft.com/office/drawing/2014/main" id="{A5D38AE3-17E5-4137-866C-A5583D2E3299}"/>
                </a:ext>
              </a:extLst>
            </p:cNvPr>
            <p:cNvSpPr>
              <a:spLocks noChangeArrowheads="1"/>
            </p:cNvSpPr>
            <p:nvPr/>
          </p:nvSpPr>
          <p:spPr bwMode="auto">
            <a:xfrm>
              <a:off x="5935663" y="3976688"/>
              <a:ext cx="903287"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node bus </a:t>
              </a:r>
            </a:p>
          </p:txBody>
        </p:sp>
        <p:sp>
          <p:nvSpPr>
            <p:cNvPr id="508" name="Rectangle 152">
              <a:extLst>
                <a:ext uri="{FF2B5EF4-FFF2-40B4-BE49-F238E27FC236}">
                  <a16:creationId xmlns:a16="http://schemas.microsoft.com/office/drawing/2014/main" id="{79B5BAC3-7A59-4E66-9C13-77B03725CF44}"/>
                </a:ext>
              </a:extLst>
            </p:cNvPr>
            <p:cNvSpPr>
              <a:spLocks noChangeArrowheads="1"/>
            </p:cNvSpPr>
            <p:nvPr/>
          </p:nvSpPr>
          <p:spPr bwMode="auto">
            <a:xfrm>
              <a:off x="6727825" y="2176463"/>
              <a:ext cx="1350963"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workstation bus</a:t>
              </a:r>
            </a:p>
          </p:txBody>
        </p:sp>
        <p:sp>
          <p:nvSpPr>
            <p:cNvPr id="509" name="Rectangle 153">
              <a:extLst>
                <a:ext uri="{FF2B5EF4-FFF2-40B4-BE49-F238E27FC236}">
                  <a16:creationId xmlns:a16="http://schemas.microsoft.com/office/drawing/2014/main" id="{7B29ACA1-3B72-4164-A0C5-6C7A9FF4334A}"/>
                </a:ext>
              </a:extLst>
            </p:cNvPr>
            <p:cNvSpPr>
              <a:spLocks noChangeArrowheads="1"/>
            </p:cNvSpPr>
            <p:nvPr/>
          </p:nvSpPr>
          <p:spPr bwMode="auto">
            <a:xfrm>
              <a:off x="3775075" y="1023938"/>
              <a:ext cx="12827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instrument bus</a:t>
              </a:r>
            </a:p>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(mimic board)</a:t>
              </a:r>
            </a:p>
          </p:txBody>
        </p:sp>
        <p:sp>
          <p:nvSpPr>
            <p:cNvPr id="510" name="Line 154">
              <a:extLst>
                <a:ext uri="{FF2B5EF4-FFF2-40B4-BE49-F238E27FC236}">
                  <a16:creationId xmlns:a16="http://schemas.microsoft.com/office/drawing/2014/main" id="{2C392896-336D-4DEE-90F9-C966810405F1}"/>
                </a:ext>
              </a:extLst>
            </p:cNvPr>
            <p:cNvSpPr>
              <a:spLocks noChangeShapeType="1"/>
            </p:cNvSpPr>
            <p:nvPr/>
          </p:nvSpPr>
          <p:spPr bwMode="auto">
            <a:xfrm>
              <a:off x="4749800" y="5487988"/>
              <a:ext cx="0" cy="63500"/>
            </a:xfrm>
            <a:prstGeom prst="line">
              <a:avLst/>
            </a:prstGeom>
            <a:noFill/>
            <a:ln w="254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11" name="Line 155">
              <a:extLst>
                <a:ext uri="{FF2B5EF4-FFF2-40B4-BE49-F238E27FC236}">
                  <a16:creationId xmlns:a16="http://schemas.microsoft.com/office/drawing/2014/main" id="{658F8E88-6874-4598-9A4D-D2053676C78D}"/>
                </a:ext>
              </a:extLst>
            </p:cNvPr>
            <p:cNvSpPr>
              <a:spLocks noChangeShapeType="1"/>
            </p:cNvSpPr>
            <p:nvPr/>
          </p:nvSpPr>
          <p:spPr bwMode="auto">
            <a:xfrm>
              <a:off x="6629400" y="5157788"/>
              <a:ext cx="0" cy="76200"/>
            </a:xfrm>
            <a:prstGeom prst="line">
              <a:avLst/>
            </a:prstGeom>
            <a:noFill/>
            <a:ln w="254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12" name="Freeform 156">
              <a:extLst>
                <a:ext uri="{FF2B5EF4-FFF2-40B4-BE49-F238E27FC236}">
                  <a16:creationId xmlns:a16="http://schemas.microsoft.com/office/drawing/2014/main" id="{22F15572-C770-407C-9E03-590212A798CF}"/>
                </a:ext>
              </a:extLst>
            </p:cNvPr>
            <p:cNvSpPr>
              <a:spLocks/>
            </p:cNvSpPr>
            <p:nvPr/>
          </p:nvSpPr>
          <p:spPr bwMode="auto">
            <a:xfrm>
              <a:off x="5384800" y="5233988"/>
              <a:ext cx="1119188" cy="293688"/>
            </a:xfrm>
            <a:custGeom>
              <a:avLst/>
              <a:gdLst>
                <a:gd name="T0" fmla="*/ 2147483646 w 705"/>
                <a:gd name="T1" fmla="*/ 0 h 185"/>
                <a:gd name="T2" fmla="*/ 2147483646 w 705"/>
                <a:gd name="T3" fmla="*/ 0 h 185"/>
                <a:gd name="T4" fmla="*/ 2147483646 w 705"/>
                <a:gd name="T5" fmla="*/ 0 h 185"/>
                <a:gd name="T6" fmla="*/ 2147483646 w 705"/>
                <a:gd name="T7" fmla="*/ 0 h 185"/>
                <a:gd name="T8" fmla="*/ 2147483646 w 705"/>
                <a:gd name="T9" fmla="*/ 0 h 185"/>
                <a:gd name="T10" fmla="*/ 2147483646 w 705"/>
                <a:gd name="T11" fmla="*/ 0 h 185"/>
                <a:gd name="T12" fmla="*/ 2147483646 w 705"/>
                <a:gd name="T13" fmla="*/ 0 h 185"/>
                <a:gd name="T14" fmla="*/ 2147483646 w 705"/>
                <a:gd name="T15" fmla="*/ 0 h 185"/>
                <a:gd name="T16" fmla="*/ 2147483646 w 705"/>
                <a:gd name="T17" fmla="*/ 0 h 185"/>
                <a:gd name="T18" fmla="*/ 2147483646 w 705"/>
                <a:gd name="T19" fmla="*/ 0 h 185"/>
                <a:gd name="T20" fmla="*/ 2147483646 w 705"/>
                <a:gd name="T21" fmla="*/ 0 h 185"/>
                <a:gd name="T22" fmla="*/ 2147483646 w 705"/>
                <a:gd name="T23" fmla="*/ 0 h 185"/>
                <a:gd name="T24" fmla="*/ 2147483646 w 705"/>
                <a:gd name="T25" fmla="*/ 0 h 185"/>
                <a:gd name="T26" fmla="*/ 2147483646 w 705"/>
                <a:gd name="T27" fmla="*/ 0 h 185"/>
                <a:gd name="T28" fmla="*/ 2147483646 w 705"/>
                <a:gd name="T29" fmla="*/ 0 h 185"/>
                <a:gd name="T30" fmla="*/ 2147483646 w 705"/>
                <a:gd name="T31" fmla="*/ 0 h 185"/>
                <a:gd name="T32" fmla="*/ 2147483646 w 705"/>
                <a:gd name="T33" fmla="*/ 0 h 185"/>
                <a:gd name="T34" fmla="*/ 2147483646 w 705"/>
                <a:gd name="T35" fmla="*/ 0 h 185"/>
                <a:gd name="T36" fmla="*/ 2147483646 w 705"/>
                <a:gd name="T37" fmla="*/ 2147483646 h 185"/>
                <a:gd name="T38" fmla="*/ 0 w 705"/>
                <a:gd name="T39" fmla="*/ 2147483646 h 185"/>
                <a:gd name="T40" fmla="*/ 0 w 705"/>
                <a:gd name="T41" fmla="*/ 2147483646 h 185"/>
                <a:gd name="T42" fmla="*/ 0 w 705"/>
                <a:gd name="T43" fmla="*/ 2147483646 h 185"/>
                <a:gd name="T44" fmla="*/ 0 w 705"/>
                <a:gd name="T45" fmla="*/ 2147483646 h 185"/>
                <a:gd name="T46" fmla="*/ 0 w 705"/>
                <a:gd name="T47" fmla="*/ 2147483646 h 185"/>
                <a:gd name="T48" fmla="*/ 0 w 705"/>
                <a:gd name="T49" fmla="*/ 2147483646 h 185"/>
                <a:gd name="T50" fmla="*/ 0 w 705"/>
                <a:gd name="T51" fmla="*/ 2147483646 h 185"/>
                <a:gd name="T52" fmla="*/ 0 w 705"/>
                <a:gd name="T53" fmla="*/ 2147483646 h 185"/>
                <a:gd name="T54" fmla="*/ 0 w 705"/>
                <a:gd name="T55" fmla="*/ 2147483646 h 185"/>
                <a:gd name="T56" fmla="*/ 0 w 705"/>
                <a:gd name="T57" fmla="*/ 2147483646 h 185"/>
                <a:gd name="T58" fmla="*/ 2147483646 w 705"/>
                <a:gd name="T59" fmla="*/ 2147483646 h 185"/>
                <a:gd name="T60" fmla="*/ 2147483646 w 705"/>
                <a:gd name="T61" fmla="*/ 2147483646 h 185"/>
                <a:gd name="T62" fmla="*/ 2147483646 w 705"/>
                <a:gd name="T63" fmla="*/ 2147483646 h 185"/>
                <a:gd name="T64" fmla="*/ 2147483646 w 705"/>
                <a:gd name="T65" fmla="*/ 2147483646 h 185"/>
                <a:gd name="T66" fmla="*/ 2147483646 w 705"/>
                <a:gd name="T67" fmla="*/ 2147483646 h 185"/>
                <a:gd name="T68" fmla="*/ 2147483646 w 705"/>
                <a:gd name="T69" fmla="*/ 2147483646 h 185"/>
                <a:gd name="T70" fmla="*/ 2147483646 w 705"/>
                <a:gd name="T71" fmla="*/ 2147483646 h 185"/>
                <a:gd name="T72" fmla="*/ 2147483646 w 705"/>
                <a:gd name="T73" fmla="*/ 2147483646 h 185"/>
                <a:gd name="T74" fmla="*/ 2147483646 w 705"/>
                <a:gd name="T75" fmla="*/ 2147483646 h 185"/>
                <a:gd name="T76" fmla="*/ 2147483646 w 705"/>
                <a:gd name="T77" fmla="*/ 2147483646 h 185"/>
                <a:gd name="T78" fmla="*/ 2147483646 w 705"/>
                <a:gd name="T79" fmla="*/ 2147483646 h 185"/>
                <a:gd name="T80" fmla="*/ 2147483646 w 705"/>
                <a:gd name="T81" fmla="*/ 2147483646 h 185"/>
                <a:gd name="T82" fmla="*/ 2147483646 w 705"/>
                <a:gd name="T83" fmla="*/ 2147483646 h 185"/>
                <a:gd name="T84" fmla="*/ 2147483646 w 705"/>
                <a:gd name="T85" fmla="*/ 2147483646 h 185"/>
                <a:gd name="T86" fmla="*/ 2147483646 w 705"/>
                <a:gd name="T87" fmla="*/ 2147483646 h 185"/>
                <a:gd name="T88" fmla="*/ 2147483646 w 705"/>
                <a:gd name="T89" fmla="*/ 2147483646 h 185"/>
                <a:gd name="T90" fmla="*/ 2147483646 w 705"/>
                <a:gd name="T91" fmla="*/ 2147483646 h 185"/>
                <a:gd name="T92" fmla="*/ 2147483646 w 705"/>
                <a:gd name="T93" fmla="*/ 2147483646 h 185"/>
                <a:gd name="T94" fmla="*/ 2147483646 w 705"/>
                <a:gd name="T95" fmla="*/ 2147483646 h 185"/>
                <a:gd name="T96" fmla="*/ 2147483646 w 705"/>
                <a:gd name="T97" fmla="*/ 2147483646 h 18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05" h="185">
                  <a:moveTo>
                    <a:pt x="704" y="0"/>
                  </a:moveTo>
                  <a:lnTo>
                    <a:pt x="664" y="0"/>
                  </a:lnTo>
                  <a:lnTo>
                    <a:pt x="592" y="0"/>
                  </a:lnTo>
                  <a:lnTo>
                    <a:pt x="528" y="0"/>
                  </a:lnTo>
                  <a:lnTo>
                    <a:pt x="464" y="0"/>
                  </a:lnTo>
                  <a:lnTo>
                    <a:pt x="408" y="0"/>
                  </a:lnTo>
                  <a:lnTo>
                    <a:pt x="360" y="0"/>
                  </a:lnTo>
                  <a:lnTo>
                    <a:pt x="304" y="0"/>
                  </a:lnTo>
                  <a:lnTo>
                    <a:pt x="264" y="0"/>
                  </a:lnTo>
                  <a:lnTo>
                    <a:pt x="224" y="0"/>
                  </a:lnTo>
                  <a:lnTo>
                    <a:pt x="184" y="0"/>
                  </a:lnTo>
                  <a:lnTo>
                    <a:pt x="152" y="0"/>
                  </a:lnTo>
                  <a:lnTo>
                    <a:pt x="128" y="0"/>
                  </a:lnTo>
                  <a:lnTo>
                    <a:pt x="104" y="0"/>
                  </a:lnTo>
                  <a:lnTo>
                    <a:pt x="80" y="0"/>
                  </a:lnTo>
                  <a:lnTo>
                    <a:pt x="72" y="0"/>
                  </a:lnTo>
                  <a:lnTo>
                    <a:pt x="56" y="0"/>
                  </a:lnTo>
                  <a:lnTo>
                    <a:pt x="40" y="0"/>
                  </a:lnTo>
                  <a:lnTo>
                    <a:pt x="16" y="8"/>
                  </a:lnTo>
                  <a:lnTo>
                    <a:pt x="0" y="24"/>
                  </a:lnTo>
                  <a:lnTo>
                    <a:pt x="0" y="40"/>
                  </a:lnTo>
                  <a:lnTo>
                    <a:pt x="0" y="56"/>
                  </a:lnTo>
                  <a:lnTo>
                    <a:pt x="0" y="72"/>
                  </a:lnTo>
                  <a:lnTo>
                    <a:pt x="0" y="88"/>
                  </a:lnTo>
                  <a:lnTo>
                    <a:pt x="0" y="96"/>
                  </a:lnTo>
                  <a:lnTo>
                    <a:pt x="0" y="104"/>
                  </a:lnTo>
                  <a:lnTo>
                    <a:pt x="0" y="120"/>
                  </a:lnTo>
                  <a:lnTo>
                    <a:pt x="0" y="128"/>
                  </a:lnTo>
                  <a:lnTo>
                    <a:pt x="0" y="144"/>
                  </a:lnTo>
                  <a:lnTo>
                    <a:pt x="8" y="168"/>
                  </a:lnTo>
                  <a:lnTo>
                    <a:pt x="16" y="184"/>
                  </a:lnTo>
                  <a:lnTo>
                    <a:pt x="32" y="184"/>
                  </a:lnTo>
                  <a:lnTo>
                    <a:pt x="40" y="184"/>
                  </a:lnTo>
                  <a:lnTo>
                    <a:pt x="56" y="184"/>
                  </a:lnTo>
                  <a:lnTo>
                    <a:pt x="64" y="184"/>
                  </a:lnTo>
                  <a:lnTo>
                    <a:pt x="88" y="184"/>
                  </a:lnTo>
                  <a:lnTo>
                    <a:pt x="112" y="184"/>
                  </a:lnTo>
                  <a:lnTo>
                    <a:pt x="136" y="184"/>
                  </a:lnTo>
                  <a:lnTo>
                    <a:pt x="168" y="184"/>
                  </a:lnTo>
                  <a:lnTo>
                    <a:pt x="208" y="184"/>
                  </a:lnTo>
                  <a:lnTo>
                    <a:pt x="248" y="184"/>
                  </a:lnTo>
                  <a:lnTo>
                    <a:pt x="296" y="184"/>
                  </a:lnTo>
                  <a:lnTo>
                    <a:pt x="344" y="184"/>
                  </a:lnTo>
                  <a:lnTo>
                    <a:pt x="400" y="184"/>
                  </a:lnTo>
                  <a:lnTo>
                    <a:pt x="456" y="184"/>
                  </a:lnTo>
                  <a:lnTo>
                    <a:pt x="520" y="184"/>
                  </a:lnTo>
                  <a:lnTo>
                    <a:pt x="592" y="184"/>
                  </a:lnTo>
                  <a:lnTo>
                    <a:pt x="664" y="184"/>
                  </a:lnTo>
                  <a:lnTo>
                    <a:pt x="704" y="184"/>
                  </a:lnTo>
                </a:path>
              </a:pathLst>
            </a:custGeom>
            <a:noFill/>
            <a:ln w="25400" cap="rnd" cmpd="sng">
              <a:solidFill>
                <a:srgbClr val="0000D4"/>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513" name="Line 157">
              <a:extLst>
                <a:ext uri="{FF2B5EF4-FFF2-40B4-BE49-F238E27FC236}">
                  <a16:creationId xmlns:a16="http://schemas.microsoft.com/office/drawing/2014/main" id="{8E7251B0-9EAD-4A3A-98E6-27AE12704C7B}"/>
                </a:ext>
              </a:extLst>
            </p:cNvPr>
            <p:cNvSpPr>
              <a:spLocks noChangeShapeType="1"/>
            </p:cNvSpPr>
            <p:nvPr/>
          </p:nvSpPr>
          <p:spPr bwMode="auto">
            <a:xfrm flipV="1">
              <a:off x="5816600" y="5519738"/>
              <a:ext cx="0" cy="139700"/>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14" name="Line 158">
              <a:extLst>
                <a:ext uri="{FF2B5EF4-FFF2-40B4-BE49-F238E27FC236}">
                  <a16:creationId xmlns:a16="http://schemas.microsoft.com/office/drawing/2014/main" id="{B278F420-5153-4011-8E92-D219D3C77CDC}"/>
                </a:ext>
              </a:extLst>
            </p:cNvPr>
            <p:cNvSpPr>
              <a:spLocks noChangeShapeType="1"/>
            </p:cNvSpPr>
            <p:nvPr/>
          </p:nvSpPr>
          <p:spPr bwMode="auto">
            <a:xfrm flipV="1">
              <a:off x="6426200" y="5519738"/>
              <a:ext cx="0" cy="139700"/>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15" name="Line 159">
              <a:extLst>
                <a:ext uri="{FF2B5EF4-FFF2-40B4-BE49-F238E27FC236}">
                  <a16:creationId xmlns:a16="http://schemas.microsoft.com/office/drawing/2014/main" id="{2FD69D26-1D18-47AB-9736-A2B7B86A6566}"/>
                </a:ext>
              </a:extLst>
            </p:cNvPr>
            <p:cNvSpPr>
              <a:spLocks noChangeShapeType="1"/>
            </p:cNvSpPr>
            <p:nvPr/>
          </p:nvSpPr>
          <p:spPr bwMode="auto">
            <a:xfrm>
              <a:off x="5492750" y="5735638"/>
              <a:ext cx="0" cy="3429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16" name="Oval 160">
              <a:extLst>
                <a:ext uri="{FF2B5EF4-FFF2-40B4-BE49-F238E27FC236}">
                  <a16:creationId xmlns:a16="http://schemas.microsoft.com/office/drawing/2014/main" id="{B955E5F3-D075-4973-9A47-EA1070E4DD8A}"/>
                </a:ext>
              </a:extLst>
            </p:cNvPr>
            <p:cNvSpPr>
              <a:spLocks noChangeArrowheads="1"/>
            </p:cNvSpPr>
            <p:nvPr/>
          </p:nvSpPr>
          <p:spPr bwMode="auto">
            <a:xfrm>
              <a:off x="5429250" y="6027738"/>
              <a:ext cx="127000" cy="127000"/>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17" name="Rectangle 161">
              <a:extLst>
                <a:ext uri="{FF2B5EF4-FFF2-40B4-BE49-F238E27FC236}">
                  <a16:creationId xmlns:a16="http://schemas.microsoft.com/office/drawing/2014/main" id="{F2740D2B-63B8-4915-9E79-08C027ACFC57}"/>
                </a:ext>
              </a:extLst>
            </p:cNvPr>
            <p:cNvSpPr>
              <a:spLocks noChangeArrowheads="1"/>
            </p:cNvSpPr>
            <p:nvPr/>
          </p:nvSpPr>
          <p:spPr bwMode="auto">
            <a:xfrm>
              <a:off x="5416550" y="5659438"/>
              <a:ext cx="139700" cy="1270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18" name="Line 162">
              <a:extLst>
                <a:ext uri="{FF2B5EF4-FFF2-40B4-BE49-F238E27FC236}">
                  <a16:creationId xmlns:a16="http://schemas.microsoft.com/office/drawing/2014/main" id="{4F1593F6-CAA4-441B-94D8-AF7E29A9B14D}"/>
                </a:ext>
              </a:extLst>
            </p:cNvPr>
            <p:cNvSpPr>
              <a:spLocks noChangeShapeType="1"/>
            </p:cNvSpPr>
            <p:nvPr/>
          </p:nvSpPr>
          <p:spPr bwMode="auto">
            <a:xfrm flipH="1">
              <a:off x="5410200" y="5659438"/>
              <a:ext cx="165100"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19" name="Line 163">
              <a:extLst>
                <a:ext uri="{FF2B5EF4-FFF2-40B4-BE49-F238E27FC236}">
                  <a16:creationId xmlns:a16="http://schemas.microsoft.com/office/drawing/2014/main" id="{3E6FCAE8-F570-4DDF-BE14-20A91C3D91BC}"/>
                </a:ext>
              </a:extLst>
            </p:cNvPr>
            <p:cNvSpPr>
              <a:spLocks noChangeShapeType="1"/>
            </p:cNvSpPr>
            <p:nvPr/>
          </p:nvSpPr>
          <p:spPr bwMode="auto">
            <a:xfrm>
              <a:off x="5378450" y="6091238"/>
              <a:ext cx="2032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20" name="Line 164">
              <a:extLst>
                <a:ext uri="{FF2B5EF4-FFF2-40B4-BE49-F238E27FC236}">
                  <a16:creationId xmlns:a16="http://schemas.microsoft.com/office/drawing/2014/main" id="{D7DAFDC0-3B1B-4184-BF29-C1AC8CB66C0D}"/>
                </a:ext>
              </a:extLst>
            </p:cNvPr>
            <p:cNvSpPr>
              <a:spLocks noChangeShapeType="1"/>
            </p:cNvSpPr>
            <p:nvPr/>
          </p:nvSpPr>
          <p:spPr bwMode="auto">
            <a:xfrm flipV="1">
              <a:off x="5486400" y="5519738"/>
              <a:ext cx="0" cy="139700"/>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21" name="Line 165">
              <a:extLst>
                <a:ext uri="{FF2B5EF4-FFF2-40B4-BE49-F238E27FC236}">
                  <a16:creationId xmlns:a16="http://schemas.microsoft.com/office/drawing/2014/main" id="{3E213E3C-B4EA-4E62-8494-FAAF6A74249C}"/>
                </a:ext>
              </a:extLst>
            </p:cNvPr>
            <p:cNvSpPr>
              <a:spLocks noChangeShapeType="1"/>
            </p:cNvSpPr>
            <p:nvPr/>
          </p:nvSpPr>
          <p:spPr bwMode="auto">
            <a:xfrm flipV="1">
              <a:off x="6146800" y="5792788"/>
              <a:ext cx="0" cy="2540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22" name="Line 166">
              <a:extLst>
                <a:ext uri="{FF2B5EF4-FFF2-40B4-BE49-F238E27FC236}">
                  <a16:creationId xmlns:a16="http://schemas.microsoft.com/office/drawing/2014/main" id="{A3546F39-DA83-49F0-A60D-65AAAD27E526}"/>
                </a:ext>
              </a:extLst>
            </p:cNvPr>
            <p:cNvSpPr>
              <a:spLocks noChangeShapeType="1"/>
            </p:cNvSpPr>
            <p:nvPr/>
          </p:nvSpPr>
          <p:spPr bwMode="auto">
            <a:xfrm>
              <a:off x="6089650" y="5799138"/>
              <a:ext cx="0" cy="2413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23" name="Oval 167">
              <a:extLst>
                <a:ext uri="{FF2B5EF4-FFF2-40B4-BE49-F238E27FC236}">
                  <a16:creationId xmlns:a16="http://schemas.microsoft.com/office/drawing/2014/main" id="{5FA5F2A2-0502-46F6-870C-5B6B3781A2E4}"/>
                </a:ext>
              </a:extLst>
            </p:cNvPr>
            <p:cNvSpPr>
              <a:spLocks noChangeArrowheads="1"/>
            </p:cNvSpPr>
            <p:nvPr/>
          </p:nvSpPr>
          <p:spPr bwMode="auto">
            <a:xfrm>
              <a:off x="6051550" y="6078538"/>
              <a:ext cx="139700" cy="139700"/>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24" name="Line 168">
              <a:extLst>
                <a:ext uri="{FF2B5EF4-FFF2-40B4-BE49-F238E27FC236}">
                  <a16:creationId xmlns:a16="http://schemas.microsoft.com/office/drawing/2014/main" id="{FD319BD9-E4E5-46AB-8CAD-F8F561949286}"/>
                </a:ext>
              </a:extLst>
            </p:cNvPr>
            <p:cNvSpPr>
              <a:spLocks noChangeShapeType="1"/>
            </p:cNvSpPr>
            <p:nvPr/>
          </p:nvSpPr>
          <p:spPr bwMode="auto">
            <a:xfrm>
              <a:off x="6096000" y="6053138"/>
              <a:ext cx="25400" cy="889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25" name="Line 169">
              <a:extLst>
                <a:ext uri="{FF2B5EF4-FFF2-40B4-BE49-F238E27FC236}">
                  <a16:creationId xmlns:a16="http://schemas.microsoft.com/office/drawing/2014/main" id="{347D311C-1975-4B3A-9A66-73A09065EA01}"/>
                </a:ext>
              </a:extLst>
            </p:cNvPr>
            <p:cNvSpPr>
              <a:spLocks noChangeShapeType="1"/>
            </p:cNvSpPr>
            <p:nvPr/>
          </p:nvSpPr>
          <p:spPr bwMode="auto">
            <a:xfrm flipV="1">
              <a:off x="6121400" y="6034088"/>
              <a:ext cx="38100" cy="1270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26" name="Rectangle 170">
              <a:extLst>
                <a:ext uri="{FF2B5EF4-FFF2-40B4-BE49-F238E27FC236}">
                  <a16:creationId xmlns:a16="http://schemas.microsoft.com/office/drawing/2014/main" id="{3AB57A3F-7C39-4E99-A23C-E229BF7BB4EB}"/>
                </a:ext>
              </a:extLst>
            </p:cNvPr>
            <p:cNvSpPr>
              <a:spLocks noChangeArrowheads="1"/>
            </p:cNvSpPr>
            <p:nvPr/>
          </p:nvSpPr>
          <p:spPr bwMode="auto">
            <a:xfrm>
              <a:off x="6051550" y="5659438"/>
              <a:ext cx="139700" cy="1397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27" name="Line 171">
              <a:extLst>
                <a:ext uri="{FF2B5EF4-FFF2-40B4-BE49-F238E27FC236}">
                  <a16:creationId xmlns:a16="http://schemas.microsoft.com/office/drawing/2014/main" id="{98DB68E5-1464-4905-A843-9037863DE70E}"/>
                </a:ext>
              </a:extLst>
            </p:cNvPr>
            <p:cNvSpPr>
              <a:spLocks noChangeShapeType="1"/>
            </p:cNvSpPr>
            <p:nvPr/>
          </p:nvSpPr>
          <p:spPr bwMode="auto">
            <a:xfrm flipH="1">
              <a:off x="6045200" y="5659438"/>
              <a:ext cx="16510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28" name="Line 172">
              <a:extLst>
                <a:ext uri="{FF2B5EF4-FFF2-40B4-BE49-F238E27FC236}">
                  <a16:creationId xmlns:a16="http://schemas.microsoft.com/office/drawing/2014/main" id="{E76CF352-70D4-419B-9B77-18642E823092}"/>
                </a:ext>
              </a:extLst>
            </p:cNvPr>
            <p:cNvSpPr>
              <a:spLocks noChangeShapeType="1"/>
            </p:cNvSpPr>
            <p:nvPr/>
          </p:nvSpPr>
          <p:spPr bwMode="auto">
            <a:xfrm>
              <a:off x="5943600" y="5119688"/>
              <a:ext cx="0" cy="88900"/>
            </a:xfrm>
            <a:prstGeom prst="line">
              <a:avLst/>
            </a:prstGeom>
            <a:noFill/>
            <a:ln w="254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29" name="Rectangle 173">
              <a:extLst>
                <a:ext uri="{FF2B5EF4-FFF2-40B4-BE49-F238E27FC236}">
                  <a16:creationId xmlns:a16="http://schemas.microsoft.com/office/drawing/2014/main" id="{133A2E93-6B29-402C-964B-43436B316FDC}"/>
                </a:ext>
              </a:extLst>
            </p:cNvPr>
            <p:cNvSpPr>
              <a:spLocks noChangeArrowheads="1"/>
            </p:cNvSpPr>
            <p:nvPr/>
          </p:nvSpPr>
          <p:spPr bwMode="auto">
            <a:xfrm>
              <a:off x="5549900" y="5284788"/>
              <a:ext cx="1003300" cy="177800"/>
            </a:xfrm>
            <a:prstGeom prst="rect">
              <a:avLst/>
            </a:prstGeom>
            <a:solidFill>
              <a:srgbClr val="FFFFFF"/>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30" name="Rectangle 174">
              <a:extLst>
                <a:ext uri="{FF2B5EF4-FFF2-40B4-BE49-F238E27FC236}">
                  <a16:creationId xmlns:a16="http://schemas.microsoft.com/office/drawing/2014/main" id="{871C7D4B-A456-4B61-87E5-22971F133ABF}"/>
                </a:ext>
              </a:extLst>
            </p:cNvPr>
            <p:cNvSpPr>
              <a:spLocks noChangeArrowheads="1"/>
            </p:cNvSpPr>
            <p:nvPr/>
          </p:nvSpPr>
          <p:spPr bwMode="auto">
            <a:xfrm>
              <a:off x="5478463" y="5226051"/>
              <a:ext cx="99377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D4"/>
                  </a:solidFill>
                  <a:latin typeface="Arial" panose="020B0604020202020204" pitchFamily="34" charset="0"/>
                  <a:ea typeface="+mn-ea"/>
                  <a:cs typeface="Arial" panose="020B0604020202020204" pitchFamily="34" charset="0"/>
                </a:rPr>
                <a:t>sensor bus</a:t>
              </a:r>
            </a:p>
          </p:txBody>
        </p:sp>
        <p:sp>
          <p:nvSpPr>
            <p:cNvPr id="531" name="Rectangle 175">
              <a:extLst>
                <a:ext uri="{FF2B5EF4-FFF2-40B4-BE49-F238E27FC236}">
                  <a16:creationId xmlns:a16="http://schemas.microsoft.com/office/drawing/2014/main" id="{E9079F40-F399-49E5-BA47-22428B3F969A}"/>
                </a:ext>
              </a:extLst>
            </p:cNvPr>
            <p:cNvSpPr>
              <a:spLocks noChangeArrowheads="1"/>
            </p:cNvSpPr>
            <p:nvPr/>
          </p:nvSpPr>
          <p:spPr bwMode="auto">
            <a:xfrm>
              <a:off x="1320800" y="4713288"/>
              <a:ext cx="1638300" cy="558800"/>
            </a:xfrm>
            <a:prstGeom prst="rect">
              <a:avLst/>
            </a:prstGeom>
            <a:solidFill>
              <a:srgbClr val="FFFFFF"/>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32" name="Rectangle 176">
              <a:extLst>
                <a:ext uri="{FF2B5EF4-FFF2-40B4-BE49-F238E27FC236}">
                  <a16:creationId xmlns:a16="http://schemas.microsoft.com/office/drawing/2014/main" id="{07275C5A-0749-42FC-9618-6F723556C1C8}"/>
                </a:ext>
              </a:extLst>
            </p:cNvPr>
            <p:cNvSpPr>
              <a:spLocks noChangeArrowheads="1"/>
            </p:cNvSpPr>
            <p:nvPr/>
          </p:nvSpPr>
          <p:spPr bwMode="auto">
            <a:xfrm>
              <a:off x="1439863" y="4654551"/>
              <a:ext cx="1277937"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directly coupled </a:t>
              </a:r>
            </a:p>
          </p:txBody>
        </p:sp>
        <p:sp>
          <p:nvSpPr>
            <p:cNvPr id="533" name="Rectangle 177">
              <a:extLst>
                <a:ext uri="{FF2B5EF4-FFF2-40B4-BE49-F238E27FC236}">
                  <a16:creationId xmlns:a16="http://schemas.microsoft.com/office/drawing/2014/main" id="{AE094D58-02F5-4D6B-B9CD-88089887C4FF}"/>
                </a:ext>
              </a:extLst>
            </p:cNvPr>
            <p:cNvSpPr>
              <a:spLocks noChangeArrowheads="1"/>
            </p:cNvSpPr>
            <p:nvPr/>
          </p:nvSpPr>
          <p:spPr bwMode="auto">
            <a:xfrm>
              <a:off x="1846263" y="4845051"/>
              <a:ext cx="5524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input/</a:t>
              </a:r>
            </a:p>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34" name="Rectangle 178">
              <a:extLst>
                <a:ext uri="{FF2B5EF4-FFF2-40B4-BE49-F238E27FC236}">
                  <a16:creationId xmlns:a16="http://schemas.microsoft.com/office/drawing/2014/main" id="{7D8467FA-DA59-41CD-A0E5-999BC7E0FDFD}"/>
                </a:ext>
              </a:extLst>
            </p:cNvPr>
            <p:cNvSpPr>
              <a:spLocks noChangeArrowheads="1"/>
            </p:cNvSpPr>
            <p:nvPr/>
          </p:nvSpPr>
          <p:spPr bwMode="auto">
            <a:xfrm>
              <a:off x="1808163" y="5035551"/>
              <a:ext cx="603250"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output</a:t>
              </a:r>
            </a:p>
          </p:txBody>
        </p:sp>
        <p:sp>
          <p:nvSpPr>
            <p:cNvPr id="535" name="Line 179">
              <a:extLst>
                <a:ext uri="{FF2B5EF4-FFF2-40B4-BE49-F238E27FC236}">
                  <a16:creationId xmlns:a16="http://schemas.microsoft.com/office/drawing/2014/main" id="{90CFF48D-3BD4-4D30-BBE7-A2A52AC7551D}"/>
                </a:ext>
              </a:extLst>
            </p:cNvPr>
            <p:cNvSpPr>
              <a:spLocks noChangeShapeType="1"/>
            </p:cNvSpPr>
            <p:nvPr/>
          </p:nvSpPr>
          <p:spPr bwMode="auto">
            <a:xfrm flipV="1">
              <a:off x="6121400" y="5519738"/>
              <a:ext cx="0" cy="139700"/>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36" name="Line 180">
              <a:extLst>
                <a:ext uri="{FF2B5EF4-FFF2-40B4-BE49-F238E27FC236}">
                  <a16:creationId xmlns:a16="http://schemas.microsoft.com/office/drawing/2014/main" id="{54E4F105-4E34-4910-9FD6-4F5B49C3D06E}"/>
                </a:ext>
              </a:extLst>
            </p:cNvPr>
            <p:cNvSpPr>
              <a:spLocks noChangeShapeType="1"/>
            </p:cNvSpPr>
            <p:nvPr/>
          </p:nvSpPr>
          <p:spPr bwMode="auto">
            <a:xfrm flipV="1">
              <a:off x="6223000" y="1773238"/>
              <a:ext cx="0" cy="355600"/>
            </a:xfrm>
            <a:prstGeom prst="line">
              <a:avLst/>
            </a:prstGeom>
            <a:noFill/>
            <a:ln w="12700">
              <a:solidFill>
                <a:srgbClr val="02AB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37" name="Line 181">
              <a:extLst>
                <a:ext uri="{FF2B5EF4-FFF2-40B4-BE49-F238E27FC236}">
                  <a16:creationId xmlns:a16="http://schemas.microsoft.com/office/drawing/2014/main" id="{B8F0D5FD-2806-421F-9AEC-B1FD5DCF6A32}"/>
                </a:ext>
              </a:extLst>
            </p:cNvPr>
            <p:cNvSpPr>
              <a:spLocks noChangeShapeType="1"/>
            </p:cNvSpPr>
            <p:nvPr/>
          </p:nvSpPr>
          <p:spPr bwMode="auto">
            <a:xfrm>
              <a:off x="5619750" y="1760538"/>
              <a:ext cx="1168400" cy="0"/>
            </a:xfrm>
            <a:prstGeom prst="line">
              <a:avLst/>
            </a:prstGeom>
            <a:noFill/>
            <a:ln w="12700">
              <a:solidFill>
                <a:srgbClr val="02AB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38" name="Rectangle 182">
              <a:extLst>
                <a:ext uri="{FF2B5EF4-FFF2-40B4-BE49-F238E27FC236}">
                  <a16:creationId xmlns:a16="http://schemas.microsoft.com/office/drawing/2014/main" id="{7824B361-9462-4199-841C-3ED635572AD4}"/>
                </a:ext>
              </a:extLst>
            </p:cNvPr>
            <p:cNvSpPr>
              <a:spLocks noChangeArrowheads="1"/>
            </p:cNvSpPr>
            <p:nvPr/>
          </p:nvSpPr>
          <p:spPr bwMode="auto">
            <a:xfrm>
              <a:off x="6076950" y="1697038"/>
              <a:ext cx="279400" cy="127000"/>
            </a:xfrm>
            <a:prstGeom prst="rect">
              <a:avLst/>
            </a:prstGeom>
            <a:solidFill>
              <a:srgbClr val="02ABEA"/>
            </a:solidFill>
            <a:ln w="12700">
              <a:solidFill>
                <a:srgbClr val="02ABE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39" name="Rectangle 183">
              <a:extLst>
                <a:ext uri="{FF2B5EF4-FFF2-40B4-BE49-F238E27FC236}">
                  <a16:creationId xmlns:a16="http://schemas.microsoft.com/office/drawing/2014/main" id="{C9727948-DB99-4129-A544-A7F2BBE6C2F4}"/>
                </a:ext>
              </a:extLst>
            </p:cNvPr>
            <p:cNvSpPr>
              <a:spLocks noChangeArrowheads="1"/>
            </p:cNvSpPr>
            <p:nvPr/>
          </p:nvSpPr>
          <p:spPr bwMode="auto">
            <a:xfrm>
              <a:off x="5648325" y="1312863"/>
              <a:ext cx="162242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open network, WAN</a:t>
              </a:r>
            </a:p>
          </p:txBody>
        </p:sp>
        <p:sp>
          <p:nvSpPr>
            <p:cNvPr id="540" name="Line 185">
              <a:extLst>
                <a:ext uri="{FF2B5EF4-FFF2-40B4-BE49-F238E27FC236}">
                  <a16:creationId xmlns:a16="http://schemas.microsoft.com/office/drawing/2014/main" id="{BA139133-AB1A-4785-874A-87494C2401E5}"/>
                </a:ext>
              </a:extLst>
            </p:cNvPr>
            <p:cNvSpPr>
              <a:spLocks noChangeShapeType="1"/>
            </p:cNvSpPr>
            <p:nvPr/>
          </p:nvSpPr>
          <p:spPr bwMode="auto">
            <a:xfrm>
              <a:off x="5378450" y="2484438"/>
              <a:ext cx="3302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41" name="Line 186">
              <a:extLst>
                <a:ext uri="{FF2B5EF4-FFF2-40B4-BE49-F238E27FC236}">
                  <a16:creationId xmlns:a16="http://schemas.microsoft.com/office/drawing/2014/main" id="{005BB26D-523B-49FA-AC52-931AA2AFE039}"/>
                </a:ext>
              </a:extLst>
            </p:cNvPr>
            <p:cNvSpPr>
              <a:spLocks noChangeShapeType="1"/>
            </p:cNvSpPr>
            <p:nvPr/>
          </p:nvSpPr>
          <p:spPr bwMode="auto">
            <a:xfrm>
              <a:off x="5378450" y="2560638"/>
              <a:ext cx="3302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42" name="Line 187">
              <a:extLst>
                <a:ext uri="{FF2B5EF4-FFF2-40B4-BE49-F238E27FC236}">
                  <a16:creationId xmlns:a16="http://schemas.microsoft.com/office/drawing/2014/main" id="{345E8851-DFA2-4D03-9A14-16BC9E8BE626}"/>
                </a:ext>
              </a:extLst>
            </p:cNvPr>
            <p:cNvSpPr>
              <a:spLocks noChangeShapeType="1"/>
            </p:cNvSpPr>
            <p:nvPr/>
          </p:nvSpPr>
          <p:spPr bwMode="auto">
            <a:xfrm>
              <a:off x="5378450" y="2636838"/>
              <a:ext cx="3302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43" name="Line 188">
              <a:extLst>
                <a:ext uri="{FF2B5EF4-FFF2-40B4-BE49-F238E27FC236}">
                  <a16:creationId xmlns:a16="http://schemas.microsoft.com/office/drawing/2014/main" id="{54FD1A0F-A6B3-4034-97E3-95B0FC8DF9F0}"/>
                </a:ext>
              </a:extLst>
            </p:cNvPr>
            <p:cNvSpPr>
              <a:spLocks noChangeShapeType="1"/>
            </p:cNvSpPr>
            <p:nvPr/>
          </p:nvSpPr>
          <p:spPr bwMode="auto">
            <a:xfrm>
              <a:off x="5378450" y="2713038"/>
              <a:ext cx="3302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44" name="Rectangle 189">
              <a:extLst>
                <a:ext uri="{FF2B5EF4-FFF2-40B4-BE49-F238E27FC236}">
                  <a16:creationId xmlns:a16="http://schemas.microsoft.com/office/drawing/2014/main" id="{8B536E75-2DC4-4854-83F5-3DBE30245D50}"/>
                </a:ext>
              </a:extLst>
            </p:cNvPr>
            <p:cNvSpPr>
              <a:spLocks noChangeArrowheads="1"/>
            </p:cNvSpPr>
            <p:nvPr/>
          </p:nvSpPr>
          <p:spPr bwMode="auto">
            <a:xfrm>
              <a:off x="5708650" y="2084388"/>
              <a:ext cx="990600" cy="742950"/>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45" name="Rectangle 191">
              <a:extLst>
                <a:ext uri="{FF2B5EF4-FFF2-40B4-BE49-F238E27FC236}">
                  <a16:creationId xmlns:a16="http://schemas.microsoft.com/office/drawing/2014/main" id="{4F59BDD2-C0BA-42A7-B4F1-DDC818AB7C7E}"/>
                </a:ext>
              </a:extLst>
            </p:cNvPr>
            <p:cNvSpPr>
              <a:spLocks noChangeArrowheads="1"/>
            </p:cNvSpPr>
            <p:nvPr/>
          </p:nvSpPr>
          <p:spPr bwMode="auto">
            <a:xfrm>
              <a:off x="5842000" y="2478088"/>
              <a:ext cx="762000"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algn="ct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station</a:t>
              </a:r>
            </a:p>
          </p:txBody>
        </p:sp>
        <p:sp>
          <p:nvSpPr>
            <p:cNvPr id="546" name="Freeform 192">
              <a:extLst>
                <a:ext uri="{FF2B5EF4-FFF2-40B4-BE49-F238E27FC236}">
                  <a16:creationId xmlns:a16="http://schemas.microsoft.com/office/drawing/2014/main" id="{32EA740D-3302-49A4-8418-2AAEBDD79F22}"/>
                </a:ext>
              </a:extLst>
            </p:cNvPr>
            <p:cNvSpPr>
              <a:spLocks/>
            </p:cNvSpPr>
            <p:nvPr/>
          </p:nvSpPr>
          <p:spPr bwMode="auto">
            <a:xfrm>
              <a:off x="5791200" y="2160588"/>
              <a:ext cx="839788" cy="280988"/>
            </a:xfrm>
            <a:custGeom>
              <a:avLst/>
              <a:gdLst>
                <a:gd name="T0" fmla="*/ 0 w 529"/>
                <a:gd name="T1" fmla="*/ 2147483646 h 177"/>
                <a:gd name="T2" fmla="*/ 2147483646 w 529"/>
                <a:gd name="T3" fmla="*/ 0 h 177"/>
                <a:gd name="T4" fmla="*/ 2147483646 w 529"/>
                <a:gd name="T5" fmla="*/ 2147483646 h 177"/>
                <a:gd name="T6" fmla="*/ 2147483646 w 529"/>
                <a:gd name="T7" fmla="*/ 2147483646 h 177"/>
                <a:gd name="T8" fmla="*/ 2147483646 w 529"/>
                <a:gd name="T9" fmla="*/ 0 h 177"/>
                <a:gd name="T10" fmla="*/ 2147483646 w 529"/>
                <a:gd name="T11" fmla="*/ 2147483646 h 177"/>
                <a:gd name="T12" fmla="*/ 2147483646 w 529"/>
                <a:gd name="T13" fmla="*/ 2147483646 h 177"/>
                <a:gd name="T14" fmla="*/ 2147483646 w 529"/>
                <a:gd name="T15" fmla="*/ 2147483646 h 177"/>
                <a:gd name="T16" fmla="*/ 2147483646 w 529"/>
                <a:gd name="T17" fmla="*/ 2147483646 h 177"/>
                <a:gd name="T18" fmla="*/ 2147483646 w 529"/>
                <a:gd name="T19" fmla="*/ 2147483646 h 177"/>
                <a:gd name="T20" fmla="*/ 0 w 529"/>
                <a:gd name="T21" fmla="*/ 2147483646 h 1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29" h="177">
                  <a:moveTo>
                    <a:pt x="0" y="92"/>
                  </a:moveTo>
                  <a:lnTo>
                    <a:pt x="110" y="0"/>
                  </a:lnTo>
                  <a:lnTo>
                    <a:pt x="110" y="46"/>
                  </a:lnTo>
                  <a:lnTo>
                    <a:pt x="426" y="46"/>
                  </a:lnTo>
                  <a:lnTo>
                    <a:pt x="426" y="0"/>
                  </a:lnTo>
                  <a:lnTo>
                    <a:pt x="528" y="92"/>
                  </a:lnTo>
                  <a:lnTo>
                    <a:pt x="426" y="176"/>
                  </a:lnTo>
                  <a:lnTo>
                    <a:pt x="426" y="130"/>
                  </a:lnTo>
                  <a:lnTo>
                    <a:pt x="110" y="130"/>
                  </a:lnTo>
                  <a:lnTo>
                    <a:pt x="110" y="176"/>
                  </a:lnTo>
                  <a:lnTo>
                    <a:pt x="0" y="92"/>
                  </a:lnTo>
                </a:path>
              </a:pathLst>
            </a:custGeom>
            <a:solidFill>
              <a:srgbClr val="F20884"/>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547" name="Rectangle 194">
              <a:extLst>
                <a:ext uri="{FF2B5EF4-FFF2-40B4-BE49-F238E27FC236}">
                  <a16:creationId xmlns:a16="http://schemas.microsoft.com/office/drawing/2014/main" id="{D9027DE4-ACA4-4A0F-AF96-4F2A10A41E08}"/>
                </a:ext>
              </a:extLst>
            </p:cNvPr>
            <p:cNvSpPr>
              <a:spLocks noChangeArrowheads="1"/>
            </p:cNvSpPr>
            <p:nvPr/>
          </p:nvSpPr>
          <p:spPr bwMode="auto">
            <a:xfrm>
              <a:off x="1911350" y="3830638"/>
              <a:ext cx="2032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48" name="Rectangle 195">
              <a:extLst>
                <a:ext uri="{FF2B5EF4-FFF2-40B4-BE49-F238E27FC236}">
                  <a16:creationId xmlns:a16="http://schemas.microsoft.com/office/drawing/2014/main" id="{5E573CBB-57A5-4B4E-9F1B-8A57948EDEB9}"/>
                </a:ext>
              </a:extLst>
            </p:cNvPr>
            <p:cNvSpPr>
              <a:spLocks noChangeArrowheads="1"/>
            </p:cNvSpPr>
            <p:nvPr/>
          </p:nvSpPr>
          <p:spPr bwMode="auto">
            <a:xfrm>
              <a:off x="1884363" y="3778251"/>
              <a:ext cx="28257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a:t>
              </a:r>
            </a:p>
          </p:txBody>
        </p:sp>
        <p:sp>
          <p:nvSpPr>
            <p:cNvPr id="549" name="Rectangle 196">
              <a:extLst>
                <a:ext uri="{FF2B5EF4-FFF2-40B4-BE49-F238E27FC236}">
                  <a16:creationId xmlns:a16="http://schemas.microsoft.com/office/drawing/2014/main" id="{EB8C2F13-6967-41FE-A610-B65367023189}"/>
                </a:ext>
              </a:extLst>
            </p:cNvPr>
            <p:cNvSpPr>
              <a:spLocks noChangeArrowheads="1"/>
            </p:cNvSpPr>
            <p:nvPr/>
          </p:nvSpPr>
          <p:spPr bwMode="auto">
            <a:xfrm>
              <a:off x="2216150" y="3830638"/>
              <a:ext cx="2032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50" name="Rectangle 197">
              <a:extLst>
                <a:ext uri="{FF2B5EF4-FFF2-40B4-BE49-F238E27FC236}">
                  <a16:creationId xmlns:a16="http://schemas.microsoft.com/office/drawing/2014/main" id="{99F363C3-5654-468F-AA06-7D44AAE8F229}"/>
                </a:ext>
              </a:extLst>
            </p:cNvPr>
            <p:cNvSpPr>
              <a:spLocks noChangeArrowheads="1"/>
            </p:cNvSpPr>
            <p:nvPr/>
          </p:nvSpPr>
          <p:spPr bwMode="auto">
            <a:xfrm>
              <a:off x="2189163" y="3778251"/>
              <a:ext cx="28257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a:t>
              </a:r>
            </a:p>
          </p:txBody>
        </p:sp>
        <p:sp>
          <p:nvSpPr>
            <p:cNvPr id="551" name="Rectangle 198">
              <a:extLst>
                <a:ext uri="{FF2B5EF4-FFF2-40B4-BE49-F238E27FC236}">
                  <a16:creationId xmlns:a16="http://schemas.microsoft.com/office/drawing/2014/main" id="{9EFD7E24-D320-4427-A7ED-A01842BDD09F}"/>
                </a:ext>
              </a:extLst>
            </p:cNvPr>
            <p:cNvSpPr>
              <a:spLocks noChangeArrowheads="1"/>
            </p:cNvSpPr>
            <p:nvPr/>
          </p:nvSpPr>
          <p:spPr bwMode="auto">
            <a:xfrm>
              <a:off x="2520950" y="3830638"/>
              <a:ext cx="2032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52" name="Rectangle 199">
              <a:extLst>
                <a:ext uri="{FF2B5EF4-FFF2-40B4-BE49-F238E27FC236}">
                  <a16:creationId xmlns:a16="http://schemas.microsoft.com/office/drawing/2014/main" id="{1AEDFC07-6460-4A94-B03D-F88CE1EA8627}"/>
                </a:ext>
              </a:extLst>
            </p:cNvPr>
            <p:cNvSpPr>
              <a:spLocks noChangeArrowheads="1"/>
            </p:cNvSpPr>
            <p:nvPr/>
          </p:nvSpPr>
          <p:spPr bwMode="auto">
            <a:xfrm>
              <a:off x="2481263" y="3778251"/>
              <a:ext cx="290512"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C</a:t>
              </a:r>
            </a:p>
          </p:txBody>
        </p:sp>
        <p:sp>
          <p:nvSpPr>
            <p:cNvPr id="553" name="Rectangle 200">
              <a:extLst>
                <a:ext uri="{FF2B5EF4-FFF2-40B4-BE49-F238E27FC236}">
                  <a16:creationId xmlns:a16="http://schemas.microsoft.com/office/drawing/2014/main" id="{1C457AE7-F422-4B5C-9ADA-B072275F7226}"/>
                </a:ext>
              </a:extLst>
            </p:cNvPr>
            <p:cNvSpPr>
              <a:spLocks noChangeArrowheads="1"/>
            </p:cNvSpPr>
            <p:nvPr/>
          </p:nvSpPr>
          <p:spPr bwMode="auto">
            <a:xfrm>
              <a:off x="1631950" y="4237038"/>
              <a:ext cx="2159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54" name="Rectangle 201">
              <a:extLst>
                <a:ext uri="{FF2B5EF4-FFF2-40B4-BE49-F238E27FC236}">
                  <a16:creationId xmlns:a16="http://schemas.microsoft.com/office/drawing/2014/main" id="{9D92FA98-AD55-400A-8728-B5B982FFAC8D}"/>
                </a:ext>
              </a:extLst>
            </p:cNvPr>
            <p:cNvSpPr>
              <a:spLocks noChangeArrowheads="1"/>
            </p:cNvSpPr>
            <p:nvPr/>
          </p:nvSpPr>
          <p:spPr bwMode="auto">
            <a:xfrm>
              <a:off x="1566863" y="4208463"/>
              <a:ext cx="385762"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I/O</a:t>
              </a:r>
            </a:p>
          </p:txBody>
        </p:sp>
        <p:sp>
          <p:nvSpPr>
            <p:cNvPr id="555" name="Rectangle 202">
              <a:extLst>
                <a:ext uri="{FF2B5EF4-FFF2-40B4-BE49-F238E27FC236}">
                  <a16:creationId xmlns:a16="http://schemas.microsoft.com/office/drawing/2014/main" id="{10B7B96B-627B-4FB8-987C-8E07E2C8B942}"/>
                </a:ext>
              </a:extLst>
            </p:cNvPr>
            <p:cNvSpPr>
              <a:spLocks noChangeArrowheads="1"/>
            </p:cNvSpPr>
            <p:nvPr/>
          </p:nvSpPr>
          <p:spPr bwMode="auto">
            <a:xfrm>
              <a:off x="1936750" y="4237038"/>
              <a:ext cx="3683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56" name="Rectangle 203">
              <a:extLst>
                <a:ext uri="{FF2B5EF4-FFF2-40B4-BE49-F238E27FC236}">
                  <a16:creationId xmlns:a16="http://schemas.microsoft.com/office/drawing/2014/main" id="{DBEFF5D4-6426-4865-8DB7-038395A0D6C3}"/>
                </a:ext>
              </a:extLst>
            </p:cNvPr>
            <p:cNvSpPr>
              <a:spLocks noChangeArrowheads="1"/>
            </p:cNvSpPr>
            <p:nvPr/>
          </p:nvSpPr>
          <p:spPr bwMode="auto">
            <a:xfrm>
              <a:off x="1858963" y="4208463"/>
              <a:ext cx="53657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MEM</a:t>
              </a:r>
            </a:p>
          </p:txBody>
        </p:sp>
        <p:sp>
          <p:nvSpPr>
            <p:cNvPr id="557" name="Rectangle 204">
              <a:extLst>
                <a:ext uri="{FF2B5EF4-FFF2-40B4-BE49-F238E27FC236}">
                  <a16:creationId xmlns:a16="http://schemas.microsoft.com/office/drawing/2014/main" id="{39A9A6D7-8711-4216-A1B4-4DFE1A676533}"/>
                </a:ext>
              </a:extLst>
            </p:cNvPr>
            <p:cNvSpPr>
              <a:spLocks noChangeArrowheads="1"/>
            </p:cNvSpPr>
            <p:nvPr/>
          </p:nvSpPr>
          <p:spPr bwMode="auto">
            <a:xfrm>
              <a:off x="2393950" y="4237038"/>
              <a:ext cx="2159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58" name="Rectangle 205">
              <a:extLst>
                <a:ext uri="{FF2B5EF4-FFF2-40B4-BE49-F238E27FC236}">
                  <a16:creationId xmlns:a16="http://schemas.microsoft.com/office/drawing/2014/main" id="{5E2B0CF2-7344-4D4B-9540-41050239FCF9}"/>
                </a:ext>
              </a:extLst>
            </p:cNvPr>
            <p:cNvSpPr>
              <a:spLocks noChangeArrowheads="1"/>
            </p:cNvSpPr>
            <p:nvPr/>
          </p:nvSpPr>
          <p:spPr bwMode="auto">
            <a:xfrm>
              <a:off x="2328863" y="4208463"/>
              <a:ext cx="385762"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I/O</a:t>
              </a:r>
            </a:p>
          </p:txBody>
        </p:sp>
        <p:sp>
          <p:nvSpPr>
            <p:cNvPr id="559" name="Rectangle 206">
              <a:extLst>
                <a:ext uri="{FF2B5EF4-FFF2-40B4-BE49-F238E27FC236}">
                  <a16:creationId xmlns:a16="http://schemas.microsoft.com/office/drawing/2014/main" id="{749AEE96-18ED-4FDD-996D-7B2A67C0DE78}"/>
                </a:ext>
              </a:extLst>
            </p:cNvPr>
            <p:cNvSpPr>
              <a:spLocks noChangeArrowheads="1"/>
            </p:cNvSpPr>
            <p:nvPr/>
          </p:nvSpPr>
          <p:spPr bwMode="auto">
            <a:xfrm>
              <a:off x="4552950" y="3830638"/>
              <a:ext cx="2032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60" name="Rectangle 207">
              <a:extLst>
                <a:ext uri="{FF2B5EF4-FFF2-40B4-BE49-F238E27FC236}">
                  <a16:creationId xmlns:a16="http://schemas.microsoft.com/office/drawing/2014/main" id="{8CDE0F3E-BF5B-40DA-AE0D-36830C47851B}"/>
                </a:ext>
              </a:extLst>
            </p:cNvPr>
            <p:cNvSpPr>
              <a:spLocks noChangeArrowheads="1"/>
            </p:cNvSpPr>
            <p:nvPr/>
          </p:nvSpPr>
          <p:spPr bwMode="auto">
            <a:xfrm>
              <a:off x="4525963" y="3778251"/>
              <a:ext cx="28257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a:t>
              </a:r>
            </a:p>
          </p:txBody>
        </p:sp>
        <p:sp>
          <p:nvSpPr>
            <p:cNvPr id="561" name="Rectangle 208">
              <a:extLst>
                <a:ext uri="{FF2B5EF4-FFF2-40B4-BE49-F238E27FC236}">
                  <a16:creationId xmlns:a16="http://schemas.microsoft.com/office/drawing/2014/main" id="{72492FE4-AACB-478D-95CF-22F025E66AA5}"/>
                </a:ext>
              </a:extLst>
            </p:cNvPr>
            <p:cNvSpPr>
              <a:spLocks noChangeArrowheads="1"/>
            </p:cNvSpPr>
            <p:nvPr/>
          </p:nvSpPr>
          <p:spPr bwMode="auto">
            <a:xfrm>
              <a:off x="4857750" y="3830638"/>
              <a:ext cx="2032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62" name="Rectangle 209">
              <a:extLst>
                <a:ext uri="{FF2B5EF4-FFF2-40B4-BE49-F238E27FC236}">
                  <a16:creationId xmlns:a16="http://schemas.microsoft.com/office/drawing/2014/main" id="{0E401C76-C9FE-45C5-B0D4-2A7127A51D06}"/>
                </a:ext>
              </a:extLst>
            </p:cNvPr>
            <p:cNvSpPr>
              <a:spLocks noChangeArrowheads="1"/>
            </p:cNvSpPr>
            <p:nvPr/>
          </p:nvSpPr>
          <p:spPr bwMode="auto">
            <a:xfrm>
              <a:off x="4830763" y="3778251"/>
              <a:ext cx="28257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a:t>
              </a:r>
            </a:p>
          </p:txBody>
        </p:sp>
        <p:sp>
          <p:nvSpPr>
            <p:cNvPr id="563" name="Rectangle 210">
              <a:extLst>
                <a:ext uri="{FF2B5EF4-FFF2-40B4-BE49-F238E27FC236}">
                  <a16:creationId xmlns:a16="http://schemas.microsoft.com/office/drawing/2014/main" id="{E79F5D06-9F1B-4B91-9E5F-346F514FB878}"/>
                </a:ext>
              </a:extLst>
            </p:cNvPr>
            <p:cNvSpPr>
              <a:spLocks noChangeArrowheads="1"/>
            </p:cNvSpPr>
            <p:nvPr/>
          </p:nvSpPr>
          <p:spPr bwMode="auto">
            <a:xfrm>
              <a:off x="5162550" y="3830638"/>
              <a:ext cx="2032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64" name="Rectangle 211">
              <a:extLst>
                <a:ext uri="{FF2B5EF4-FFF2-40B4-BE49-F238E27FC236}">
                  <a16:creationId xmlns:a16="http://schemas.microsoft.com/office/drawing/2014/main" id="{F673635A-ED2D-47A0-92A4-6D050BC52886}"/>
                </a:ext>
              </a:extLst>
            </p:cNvPr>
            <p:cNvSpPr>
              <a:spLocks noChangeArrowheads="1"/>
            </p:cNvSpPr>
            <p:nvPr/>
          </p:nvSpPr>
          <p:spPr bwMode="auto">
            <a:xfrm>
              <a:off x="5122863" y="3778251"/>
              <a:ext cx="290512"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C</a:t>
              </a:r>
            </a:p>
          </p:txBody>
        </p:sp>
        <p:sp>
          <p:nvSpPr>
            <p:cNvPr id="565" name="Rectangle 212">
              <a:extLst>
                <a:ext uri="{FF2B5EF4-FFF2-40B4-BE49-F238E27FC236}">
                  <a16:creationId xmlns:a16="http://schemas.microsoft.com/office/drawing/2014/main" id="{341AC988-9CF5-4FFD-9A44-06A1D2B81ED4}"/>
                </a:ext>
              </a:extLst>
            </p:cNvPr>
            <p:cNvSpPr>
              <a:spLocks noChangeArrowheads="1"/>
            </p:cNvSpPr>
            <p:nvPr/>
          </p:nvSpPr>
          <p:spPr bwMode="auto">
            <a:xfrm>
              <a:off x="5467350" y="3830638"/>
              <a:ext cx="2032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66" name="Rectangle 213">
              <a:extLst>
                <a:ext uri="{FF2B5EF4-FFF2-40B4-BE49-F238E27FC236}">
                  <a16:creationId xmlns:a16="http://schemas.microsoft.com/office/drawing/2014/main" id="{0C05AD3F-F0A2-49B5-8039-343779E3747D}"/>
                </a:ext>
              </a:extLst>
            </p:cNvPr>
            <p:cNvSpPr>
              <a:spLocks noChangeArrowheads="1"/>
            </p:cNvSpPr>
            <p:nvPr/>
          </p:nvSpPr>
          <p:spPr bwMode="auto">
            <a:xfrm>
              <a:off x="5440363" y="3778251"/>
              <a:ext cx="28257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P</a:t>
              </a:r>
            </a:p>
          </p:txBody>
        </p:sp>
        <p:sp>
          <p:nvSpPr>
            <p:cNvPr id="567" name="Rectangle 214">
              <a:extLst>
                <a:ext uri="{FF2B5EF4-FFF2-40B4-BE49-F238E27FC236}">
                  <a16:creationId xmlns:a16="http://schemas.microsoft.com/office/drawing/2014/main" id="{A91766E4-5D0D-43FF-905D-7D76909698F7}"/>
                </a:ext>
              </a:extLst>
            </p:cNvPr>
            <p:cNvSpPr>
              <a:spLocks noChangeArrowheads="1"/>
            </p:cNvSpPr>
            <p:nvPr/>
          </p:nvSpPr>
          <p:spPr bwMode="auto">
            <a:xfrm>
              <a:off x="4718050" y="4249738"/>
              <a:ext cx="3810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68" name="Rectangle 215">
              <a:extLst>
                <a:ext uri="{FF2B5EF4-FFF2-40B4-BE49-F238E27FC236}">
                  <a16:creationId xmlns:a16="http://schemas.microsoft.com/office/drawing/2014/main" id="{5847BDCA-BC87-49A0-A592-5381325746C9}"/>
                </a:ext>
              </a:extLst>
            </p:cNvPr>
            <p:cNvSpPr>
              <a:spLocks noChangeArrowheads="1"/>
            </p:cNvSpPr>
            <p:nvPr/>
          </p:nvSpPr>
          <p:spPr bwMode="auto">
            <a:xfrm>
              <a:off x="4652963" y="4221163"/>
              <a:ext cx="53657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MEM</a:t>
              </a:r>
            </a:p>
          </p:txBody>
        </p:sp>
        <p:sp>
          <p:nvSpPr>
            <p:cNvPr id="569" name="Rectangle 216">
              <a:extLst>
                <a:ext uri="{FF2B5EF4-FFF2-40B4-BE49-F238E27FC236}">
                  <a16:creationId xmlns:a16="http://schemas.microsoft.com/office/drawing/2014/main" id="{D67AA0A4-4DBF-424D-864C-07BBFDCDE992}"/>
                </a:ext>
              </a:extLst>
            </p:cNvPr>
            <p:cNvSpPr>
              <a:spLocks noChangeArrowheads="1"/>
            </p:cNvSpPr>
            <p:nvPr/>
          </p:nvSpPr>
          <p:spPr bwMode="auto">
            <a:xfrm>
              <a:off x="5175250" y="4249738"/>
              <a:ext cx="228600" cy="165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70" name="Rectangle 217">
              <a:extLst>
                <a:ext uri="{FF2B5EF4-FFF2-40B4-BE49-F238E27FC236}">
                  <a16:creationId xmlns:a16="http://schemas.microsoft.com/office/drawing/2014/main" id="{8F0BED5B-E957-446F-94C9-C6AA46EEC844}"/>
                </a:ext>
              </a:extLst>
            </p:cNvPr>
            <p:cNvSpPr>
              <a:spLocks noChangeArrowheads="1"/>
            </p:cNvSpPr>
            <p:nvPr/>
          </p:nvSpPr>
          <p:spPr bwMode="auto">
            <a:xfrm>
              <a:off x="5110163" y="4221163"/>
              <a:ext cx="392112"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BC</a:t>
              </a:r>
            </a:p>
          </p:txBody>
        </p:sp>
        <p:sp>
          <p:nvSpPr>
            <p:cNvPr id="571" name="Rectangle 218">
              <a:extLst>
                <a:ext uri="{FF2B5EF4-FFF2-40B4-BE49-F238E27FC236}">
                  <a16:creationId xmlns:a16="http://schemas.microsoft.com/office/drawing/2014/main" id="{1C879FC4-1EE0-4BB5-9CDC-6BA9D33D5039}"/>
                </a:ext>
              </a:extLst>
            </p:cNvPr>
            <p:cNvSpPr>
              <a:spLocks noChangeArrowheads="1"/>
            </p:cNvSpPr>
            <p:nvPr/>
          </p:nvSpPr>
          <p:spPr bwMode="auto">
            <a:xfrm>
              <a:off x="2152650" y="2128838"/>
              <a:ext cx="787400" cy="698500"/>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72" name="Rectangle 220">
              <a:extLst>
                <a:ext uri="{FF2B5EF4-FFF2-40B4-BE49-F238E27FC236}">
                  <a16:creationId xmlns:a16="http://schemas.microsoft.com/office/drawing/2014/main" id="{74BCC3CC-B7EA-495D-B9E6-B5403AAB96EF}"/>
                </a:ext>
              </a:extLst>
            </p:cNvPr>
            <p:cNvSpPr>
              <a:spLocks noChangeArrowheads="1"/>
            </p:cNvSpPr>
            <p:nvPr/>
          </p:nvSpPr>
          <p:spPr bwMode="auto">
            <a:xfrm>
              <a:off x="2184400" y="2541588"/>
              <a:ext cx="628650"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station</a:t>
              </a:r>
            </a:p>
          </p:txBody>
        </p:sp>
        <p:sp>
          <p:nvSpPr>
            <p:cNvPr id="573" name="Freeform 221">
              <a:extLst>
                <a:ext uri="{FF2B5EF4-FFF2-40B4-BE49-F238E27FC236}">
                  <a16:creationId xmlns:a16="http://schemas.microsoft.com/office/drawing/2014/main" id="{B1BA0128-635E-4E10-8A94-F665BD44D0FA}"/>
                </a:ext>
              </a:extLst>
            </p:cNvPr>
            <p:cNvSpPr>
              <a:spLocks/>
            </p:cNvSpPr>
            <p:nvPr/>
          </p:nvSpPr>
          <p:spPr bwMode="auto">
            <a:xfrm>
              <a:off x="2197100" y="2224088"/>
              <a:ext cx="700088" cy="280988"/>
            </a:xfrm>
            <a:custGeom>
              <a:avLst/>
              <a:gdLst>
                <a:gd name="T0" fmla="*/ 0 w 441"/>
                <a:gd name="T1" fmla="*/ 2147483646 h 177"/>
                <a:gd name="T2" fmla="*/ 2147483646 w 441"/>
                <a:gd name="T3" fmla="*/ 0 h 177"/>
                <a:gd name="T4" fmla="*/ 2147483646 w 441"/>
                <a:gd name="T5" fmla="*/ 2147483646 h 177"/>
                <a:gd name="T6" fmla="*/ 2147483646 w 441"/>
                <a:gd name="T7" fmla="*/ 2147483646 h 177"/>
                <a:gd name="T8" fmla="*/ 2147483646 w 441"/>
                <a:gd name="T9" fmla="*/ 0 h 177"/>
                <a:gd name="T10" fmla="*/ 2147483646 w 441"/>
                <a:gd name="T11" fmla="*/ 2147483646 h 177"/>
                <a:gd name="T12" fmla="*/ 2147483646 w 441"/>
                <a:gd name="T13" fmla="*/ 2147483646 h 177"/>
                <a:gd name="T14" fmla="*/ 2147483646 w 441"/>
                <a:gd name="T15" fmla="*/ 2147483646 h 177"/>
                <a:gd name="T16" fmla="*/ 2147483646 w 441"/>
                <a:gd name="T17" fmla="*/ 2147483646 h 177"/>
                <a:gd name="T18" fmla="*/ 2147483646 w 441"/>
                <a:gd name="T19" fmla="*/ 2147483646 h 177"/>
                <a:gd name="T20" fmla="*/ 0 w 441"/>
                <a:gd name="T21" fmla="*/ 2147483646 h 1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41" h="177">
                  <a:moveTo>
                    <a:pt x="0" y="92"/>
                  </a:moveTo>
                  <a:lnTo>
                    <a:pt x="86" y="0"/>
                  </a:lnTo>
                  <a:lnTo>
                    <a:pt x="86" y="46"/>
                  </a:lnTo>
                  <a:lnTo>
                    <a:pt x="354" y="46"/>
                  </a:lnTo>
                  <a:lnTo>
                    <a:pt x="354" y="0"/>
                  </a:lnTo>
                  <a:lnTo>
                    <a:pt x="440" y="92"/>
                  </a:lnTo>
                  <a:lnTo>
                    <a:pt x="354" y="176"/>
                  </a:lnTo>
                  <a:lnTo>
                    <a:pt x="354" y="130"/>
                  </a:lnTo>
                  <a:lnTo>
                    <a:pt x="86" y="130"/>
                  </a:lnTo>
                  <a:lnTo>
                    <a:pt x="86" y="176"/>
                  </a:lnTo>
                  <a:lnTo>
                    <a:pt x="0" y="92"/>
                  </a:lnTo>
                </a:path>
              </a:pathLst>
            </a:custGeom>
            <a:solidFill>
              <a:srgbClr val="F20884"/>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574" name="Oval 223">
              <a:extLst>
                <a:ext uri="{FF2B5EF4-FFF2-40B4-BE49-F238E27FC236}">
                  <a16:creationId xmlns:a16="http://schemas.microsoft.com/office/drawing/2014/main" id="{0F8FFCB9-6BDE-4DA3-9B8B-E5D78F60E7BA}"/>
                </a:ext>
              </a:extLst>
            </p:cNvPr>
            <p:cNvSpPr>
              <a:spLocks noChangeArrowheads="1"/>
            </p:cNvSpPr>
            <p:nvPr/>
          </p:nvSpPr>
          <p:spPr bwMode="auto">
            <a:xfrm>
              <a:off x="4375150" y="6027738"/>
              <a:ext cx="266700" cy="266700"/>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75" name="Rectangle 224">
              <a:extLst>
                <a:ext uri="{FF2B5EF4-FFF2-40B4-BE49-F238E27FC236}">
                  <a16:creationId xmlns:a16="http://schemas.microsoft.com/office/drawing/2014/main" id="{20CEE975-1F42-4510-BDF7-EAD4D580A926}"/>
                </a:ext>
              </a:extLst>
            </p:cNvPr>
            <p:cNvSpPr>
              <a:spLocks noChangeArrowheads="1"/>
            </p:cNvSpPr>
            <p:nvPr/>
          </p:nvSpPr>
          <p:spPr bwMode="auto">
            <a:xfrm>
              <a:off x="4445000" y="6084888"/>
              <a:ext cx="152400" cy="177800"/>
            </a:xfrm>
            <a:prstGeom prst="rect">
              <a:avLst/>
            </a:prstGeom>
            <a:solidFill>
              <a:srgbClr val="FFFFFF"/>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576" name="Rectangle 225">
              <a:extLst>
                <a:ext uri="{FF2B5EF4-FFF2-40B4-BE49-F238E27FC236}">
                  <a16:creationId xmlns:a16="http://schemas.microsoft.com/office/drawing/2014/main" id="{4C30BA19-E6D8-4E46-B6D3-3DD78E46A25B}"/>
                </a:ext>
              </a:extLst>
            </p:cNvPr>
            <p:cNvSpPr>
              <a:spLocks noChangeArrowheads="1"/>
            </p:cNvSpPr>
            <p:nvPr/>
          </p:nvSpPr>
          <p:spPr bwMode="auto">
            <a:xfrm>
              <a:off x="4373563" y="6026151"/>
              <a:ext cx="30797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b="0">
                  <a:solidFill>
                    <a:srgbClr val="000000"/>
                  </a:solidFill>
                  <a:latin typeface="Arial" panose="020B0604020202020204" pitchFamily="34" charset="0"/>
                  <a:ea typeface="+mn-ea"/>
                  <a:cs typeface="Arial" panose="020B0604020202020204" pitchFamily="34" charset="0"/>
                </a:rPr>
                <a:t>M</a:t>
              </a:r>
            </a:p>
          </p:txBody>
        </p:sp>
        <p:sp>
          <p:nvSpPr>
            <p:cNvPr id="577" name="Freeform 226">
              <a:extLst>
                <a:ext uri="{FF2B5EF4-FFF2-40B4-BE49-F238E27FC236}">
                  <a16:creationId xmlns:a16="http://schemas.microsoft.com/office/drawing/2014/main" id="{35FE4B00-1D6C-4011-90CE-232616E577E5}"/>
                </a:ext>
              </a:extLst>
            </p:cNvPr>
            <p:cNvSpPr>
              <a:spLocks/>
            </p:cNvSpPr>
            <p:nvPr/>
          </p:nvSpPr>
          <p:spPr bwMode="auto">
            <a:xfrm>
              <a:off x="5803900" y="4929188"/>
              <a:ext cx="649288" cy="65088"/>
            </a:xfrm>
            <a:custGeom>
              <a:avLst/>
              <a:gdLst>
                <a:gd name="T0" fmla="*/ 2147483646 w 409"/>
                <a:gd name="T1" fmla="*/ 2147483646 h 41"/>
                <a:gd name="T2" fmla="*/ 2147483646 w 409"/>
                <a:gd name="T3" fmla="*/ 0 h 41"/>
                <a:gd name="T4" fmla="*/ 0 w 409"/>
                <a:gd name="T5" fmla="*/ 2147483646 h 41"/>
                <a:gd name="T6" fmla="*/ 2147483646 w 409"/>
                <a:gd name="T7" fmla="*/ 2147483646 h 41"/>
                <a:gd name="T8" fmla="*/ 2147483646 w 409"/>
                <a:gd name="T9" fmla="*/ 2147483646 h 41"/>
                <a:gd name="T10" fmla="*/ 2147483646 w 409"/>
                <a:gd name="T11" fmla="*/ 2147483646 h 41"/>
                <a:gd name="T12" fmla="*/ 2147483646 w 409"/>
                <a:gd name="T13" fmla="*/ 2147483646 h 41"/>
                <a:gd name="T14" fmla="*/ 2147483646 w 409"/>
                <a:gd name="T15" fmla="*/ 2147483646 h 41"/>
                <a:gd name="T16" fmla="*/ 2147483646 w 409"/>
                <a:gd name="T17" fmla="*/ 0 h 41"/>
                <a:gd name="T18" fmla="*/ 2147483646 w 409"/>
                <a:gd name="T19" fmla="*/ 2147483646 h 41"/>
                <a:gd name="T20" fmla="*/ 2147483646 w 409"/>
                <a:gd name="T21" fmla="*/ 2147483646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9" h="41">
                  <a:moveTo>
                    <a:pt x="24" y="13"/>
                  </a:moveTo>
                  <a:lnTo>
                    <a:pt x="24" y="0"/>
                  </a:lnTo>
                  <a:lnTo>
                    <a:pt x="0" y="20"/>
                  </a:lnTo>
                  <a:lnTo>
                    <a:pt x="24" y="40"/>
                  </a:lnTo>
                  <a:lnTo>
                    <a:pt x="24" y="33"/>
                  </a:lnTo>
                  <a:lnTo>
                    <a:pt x="384" y="33"/>
                  </a:lnTo>
                  <a:lnTo>
                    <a:pt x="384" y="40"/>
                  </a:lnTo>
                  <a:lnTo>
                    <a:pt x="408" y="20"/>
                  </a:lnTo>
                  <a:lnTo>
                    <a:pt x="384" y="0"/>
                  </a:lnTo>
                  <a:lnTo>
                    <a:pt x="384" y="13"/>
                  </a:lnTo>
                  <a:lnTo>
                    <a:pt x="24" y="13"/>
                  </a:lnTo>
                </a:path>
              </a:pathLst>
            </a:custGeom>
            <a:solidFill>
              <a:srgbClr val="008011"/>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578" name="Freeform 227">
              <a:extLst>
                <a:ext uri="{FF2B5EF4-FFF2-40B4-BE49-F238E27FC236}">
                  <a16:creationId xmlns:a16="http://schemas.microsoft.com/office/drawing/2014/main" id="{40606A09-B800-40CD-89A4-0E4BB63DF9CB}"/>
                </a:ext>
              </a:extLst>
            </p:cNvPr>
            <p:cNvSpPr>
              <a:spLocks/>
            </p:cNvSpPr>
            <p:nvPr/>
          </p:nvSpPr>
          <p:spPr bwMode="auto">
            <a:xfrm>
              <a:off x="5803900" y="4929188"/>
              <a:ext cx="661988" cy="77788"/>
            </a:xfrm>
            <a:custGeom>
              <a:avLst/>
              <a:gdLst>
                <a:gd name="T0" fmla="*/ 2147483646 w 417"/>
                <a:gd name="T1" fmla="*/ 2147483646 h 49"/>
                <a:gd name="T2" fmla="*/ 2147483646 w 417"/>
                <a:gd name="T3" fmla="*/ 0 h 49"/>
                <a:gd name="T4" fmla="*/ 0 w 417"/>
                <a:gd name="T5" fmla="*/ 2147483646 h 49"/>
                <a:gd name="T6" fmla="*/ 2147483646 w 417"/>
                <a:gd name="T7" fmla="*/ 2147483646 h 49"/>
                <a:gd name="T8" fmla="*/ 2147483646 w 417"/>
                <a:gd name="T9" fmla="*/ 2147483646 h 49"/>
                <a:gd name="T10" fmla="*/ 2147483646 w 417"/>
                <a:gd name="T11" fmla="*/ 2147483646 h 49"/>
                <a:gd name="T12" fmla="*/ 2147483646 w 417"/>
                <a:gd name="T13" fmla="*/ 2147483646 h 49"/>
                <a:gd name="T14" fmla="*/ 2147483646 w 417"/>
                <a:gd name="T15" fmla="*/ 2147483646 h 49"/>
                <a:gd name="T16" fmla="*/ 2147483646 w 417"/>
                <a:gd name="T17" fmla="*/ 0 h 49"/>
                <a:gd name="T18" fmla="*/ 2147483646 w 417"/>
                <a:gd name="T19" fmla="*/ 2147483646 h 49"/>
                <a:gd name="T20" fmla="*/ 2147483646 w 417"/>
                <a:gd name="T21" fmla="*/ 2147483646 h 49"/>
                <a:gd name="T22" fmla="*/ 2147483646 w 417"/>
                <a:gd name="T23" fmla="*/ 0 h 49"/>
                <a:gd name="T24" fmla="*/ 0 w 417"/>
                <a:gd name="T25" fmla="*/ 2147483646 h 49"/>
                <a:gd name="T26" fmla="*/ 2147483646 w 417"/>
                <a:gd name="T27" fmla="*/ 2147483646 h 49"/>
                <a:gd name="T28" fmla="*/ 2147483646 w 417"/>
                <a:gd name="T29" fmla="*/ 2147483646 h 49"/>
                <a:gd name="T30" fmla="*/ 2147483646 w 417"/>
                <a:gd name="T31" fmla="*/ 2147483646 h 49"/>
                <a:gd name="T32" fmla="*/ 2147483646 w 417"/>
                <a:gd name="T33" fmla="*/ 2147483646 h 49"/>
                <a:gd name="T34" fmla="*/ 2147483646 w 417"/>
                <a:gd name="T35" fmla="*/ 2147483646 h 49"/>
                <a:gd name="T36" fmla="*/ 2147483646 w 417"/>
                <a:gd name="T37" fmla="*/ 0 h 49"/>
                <a:gd name="T38" fmla="*/ 2147483646 w 417"/>
                <a:gd name="T39" fmla="*/ 2147483646 h 49"/>
                <a:gd name="T40" fmla="*/ 2147483646 w 417"/>
                <a:gd name="T41" fmla="*/ 2147483646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17" h="49">
                  <a:moveTo>
                    <a:pt x="24" y="16"/>
                  </a:moveTo>
                  <a:lnTo>
                    <a:pt x="24" y="0"/>
                  </a:lnTo>
                  <a:lnTo>
                    <a:pt x="0" y="24"/>
                  </a:lnTo>
                  <a:lnTo>
                    <a:pt x="24" y="48"/>
                  </a:lnTo>
                  <a:lnTo>
                    <a:pt x="24" y="40"/>
                  </a:lnTo>
                  <a:lnTo>
                    <a:pt x="392" y="40"/>
                  </a:lnTo>
                  <a:lnTo>
                    <a:pt x="392" y="48"/>
                  </a:lnTo>
                  <a:lnTo>
                    <a:pt x="416" y="24"/>
                  </a:lnTo>
                  <a:lnTo>
                    <a:pt x="392" y="0"/>
                  </a:lnTo>
                  <a:lnTo>
                    <a:pt x="392" y="16"/>
                  </a:lnTo>
                  <a:lnTo>
                    <a:pt x="24" y="16"/>
                  </a:lnTo>
                  <a:lnTo>
                    <a:pt x="24" y="0"/>
                  </a:lnTo>
                  <a:lnTo>
                    <a:pt x="0" y="24"/>
                  </a:lnTo>
                  <a:lnTo>
                    <a:pt x="24" y="48"/>
                  </a:lnTo>
                  <a:lnTo>
                    <a:pt x="24" y="40"/>
                  </a:lnTo>
                  <a:lnTo>
                    <a:pt x="392" y="40"/>
                  </a:lnTo>
                  <a:lnTo>
                    <a:pt x="392" y="48"/>
                  </a:lnTo>
                  <a:lnTo>
                    <a:pt x="416" y="24"/>
                  </a:lnTo>
                  <a:lnTo>
                    <a:pt x="392" y="0"/>
                  </a:lnTo>
                  <a:lnTo>
                    <a:pt x="392" y="16"/>
                  </a:lnTo>
                  <a:lnTo>
                    <a:pt x="24" y="16"/>
                  </a:lnTo>
                </a:path>
              </a:pathLst>
            </a:custGeom>
            <a:noFill/>
            <a:ln w="12700" cap="rnd" cmpd="sng">
              <a:solidFill>
                <a:srgbClr val="00801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579" name="Freeform 228">
              <a:extLst>
                <a:ext uri="{FF2B5EF4-FFF2-40B4-BE49-F238E27FC236}">
                  <a16:creationId xmlns:a16="http://schemas.microsoft.com/office/drawing/2014/main" id="{8E81D726-9FBF-4D45-B7FA-C940233B465C}"/>
                </a:ext>
              </a:extLst>
            </p:cNvPr>
            <p:cNvSpPr>
              <a:spLocks/>
            </p:cNvSpPr>
            <p:nvPr/>
          </p:nvSpPr>
          <p:spPr bwMode="auto">
            <a:xfrm>
              <a:off x="3911600" y="4929188"/>
              <a:ext cx="661988" cy="65088"/>
            </a:xfrm>
            <a:custGeom>
              <a:avLst/>
              <a:gdLst>
                <a:gd name="T0" fmla="*/ 2147483646 w 417"/>
                <a:gd name="T1" fmla="*/ 2147483646 h 41"/>
                <a:gd name="T2" fmla="*/ 2147483646 w 417"/>
                <a:gd name="T3" fmla="*/ 0 h 41"/>
                <a:gd name="T4" fmla="*/ 0 w 417"/>
                <a:gd name="T5" fmla="*/ 2147483646 h 41"/>
                <a:gd name="T6" fmla="*/ 2147483646 w 417"/>
                <a:gd name="T7" fmla="*/ 2147483646 h 41"/>
                <a:gd name="T8" fmla="*/ 2147483646 w 417"/>
                <a:gd name="T9" fmla="*/ 2147483646 h 41"/>
                <a:gd name="T10" fmla="*/ 2147483646 w 417"/>
                <a:gd name="T11" fmla="*/ 2147483646 h 41"/>
                <a:gd name="T12" fmla="*/ 2147483646 w 417"/>
                <a:gd name="T13" fmla="*/ 2147483646 h 41"/>
                <a:gd name="T14" fmla="*/ 2147483646 w 417"/>
                <a:gd name="T15" fmla="*/ 2147483646 h 41"/>
                <a:gd name="T16" fmla="*/ 2147483646 w 417"/>
                <a:gd name="T17" fmla="*/ 0 h 41"/>
                <a:gd name="T18" fmla="*/ 2147483646 w 417"/>
                <a:gd name="T19" fmla="*/ 2147483646 h 41"/>
                <a:gd name="T20" fmla="*/ 2147483646 w 417"/>
                <a:gd name="T21" fmla="*/ 2147483646 h 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17" h="41">
                  <a:moveTo>
                    <a:pt x="24" y="13"/>
                  </a:moveTo>
                  <a:lnTo>
                    <a:pt x="24" y="0"/>
                  </a:lnTo>
                  <a:lnTo>
                    <a:pt x="0" y="20"/>
                  </a:lnTo>
                  <a:lnTo>
                    <a:pt x="24" y="40"/>
                  </a:lnTo>
                  <a:lnTo>
                    <a:pt x="24" y="33"/>
                  </a:lnTo>
                  <a:lnTo>
                    <a:pt x="392" y="33"/>
                  </a:lnTo>
                  <a:lnTo>
                    <a:pt x="392" y="40"/>
                  </a:lnTo>
                  <a:lnTo>
                    <a:pt x="416" y="20"/>
                  </a:lnTo>
                  <a:lnTo>
                    <a:pt x="392" y="0"/>
                  </a:lnTo>
                  <a:lnTo>
                    <a:pt x="392" y="13"/>
                  </a:lnTo>
                  <a:lnTo>
                    <a:pt x="24" y="13"/>
                  </a:lnTo>
                </a:path>
              </a:pathLst>
            </a:custGeom>
            <a:solidFill>
              <a:srgbClr val="008011"/>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580" name="Freeform 229">
              <a:extLst>
                <a:ext uri="{FF2B5EF4-FFF2-40B4-BE49-F238E27FC236}">
                  <a16:creationId xmlns:a16="http://schemas.microsoft.com/office/drawing/2014/main" id="{67C2EAB2-71E4-4627-A550-65230897ADE7}"/>
                </a:ext>
              </a:extLst>
            </p:cNvPr>
            <p:cNvSpPr>
              <a:spLocks/>
            </p:cNvSpPr>
            <p:nvPr/>
          </p:nvSpPr>
          <p:spPr bwMode="auto">
            <a:xfrm>
              <a:off x="3911600" y="4929188"/>
              <a:ext cx="674688" cy="77788"/>
            </a:xfrm>
            <a:custGeom>
              <a:avLst/>
              <a:gdLst>
                <a:gd name="T0" fmla="*/ 2147483646 w 425"/>
                <a:gd name="T1" fmla="*/ 2147483646 h 49"/>
                <a:gd name="T2" fmla="*/ 2147483646 w 425"/>
                <a:gd name="T3" fmla="*/ 0 h 49"/>
                <a:gd name="T4" fmla="*/ 0 w 425"/>
                <a:gd name="T5" fmla="*/ 2147483646 h 49"/>
                <a:gd name="T6" fmla="*/ 2147483646 w 425"/>
                <a:gd name="T7" fmla="*/ 2147483646 h 49"/>
                <a:gd name="T8" fmla="*/ 2147483646 w 425"/>
                <a:gd name="T9" fmla="*/ 2147483646 h 49"/>
                <a:gd name="T10" fmla="*/ 2147483646 w 425"/>
                <a:gd name="T11" fmla="*/ 2147483646 h 49"/>
                <a:gd name="T12" fmla="*/ 2147483646 w 425"/>
                <a:gd name="T13" fmla="*/ 2147483646 h 49"/>
                <a:gd name="T14" fmla="*/ 2147483646 w 425"/>
                <a:gd name="T15" fmla="*/ 2147483646 h 49"/>
                <a:gd name="T16" fmla="*/ 2147483646 w 425"/>
                <a:gd name="T17" fmla="*/ 0 h 49"/>
                <a:gd name="T18" fmla="*/ 2147483646 w 425"/>
                <a:gd name="T19" fmla="*/ 2147483646 h 49"/>
                <a:gd name="T20" fmla="*/ 2147483646 w 425"/>
                <a:gd name="T21" fmla="*/ 2147483646 h 49"/>
                <a:gd name="T22" fmla="*/ 2147483646 w 425"/>
                <a:gd name="T23" fmla="*/ 0 h 49"/>
                <a:gd name="T24" fmla="*/ 0 w 425"/>
                <a:gd name="T25" fmla="*/ 2147483646 h 49"/>
                <a:gd name="T26" fmla="*/ 2147483646 w 425"/>
                <a:gd name="T27" fmla="*/ 2147483646 h 49"/>
                <a:gd name="T28" fmla="*/ 2147483646 w 425"/>
                <a:gd name="T29" fmla="*/ 2147483646 h 49"/>
                <a:gd name="T30" fmla="*/ 2147483646 w 425"/>
                <a:gd name="T31" fmla="*/ 2147483646 h 49"/>
                <a:gd name="T32" fmla="*/ 2147483646 w 425"/>
                <a:gd name="T33" fmla="*/ 2147483646 h 49"/>
                <a:gd name="T34" fmla="*/ 2147483646 w 425"/>
                <a:gd name="T35" fmla="*/ 2147483646 h 49"/>
                <a:gd name="T36" fmla="*/ 2147483646 w 425"/>
                <a:gd name="T37" fmla="*/ 0 h 49"/>
                <a:gd name="T38" fmla="*/ 2147483646 w 425"/>
                <a:gd name="T39" fmla="*/ 2147483646 h 49"/>
                <a:gd name="T40" fmla="*/ 2147483646 w 425"/>
                <a:gd name="T41" fmla="*/ 2147483646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5" h="49">
                  <a:moveTo>
                    <a:pt x="24" y="16"/>
                  </a:moveTo>
                  <a:lnTo>
                    <a:pt x="24" y="0"/>
                  </a:lnTo>
                  <a:lnTo>
                    <a:pt x="0" y="24"/>
                  </a:lnTo>
                  <a:lnTo>
                    <a:pt x="24" y="48"/>
                  </a:lnTo>
                  <a:lnTo>
                    <a:pt x="24" y="40"/>
                  </a:lnTo>
                  <a:lnTo>
                    <a:pt x="400" y="40"/>
                  </a:lnTo>
                  <a:lnTo>
                    <a:pt x="400" y="48"/>
                  </a:lnTo>
                  <a:lnTo>
                    <a:pt x="424" y="24"/>
                  </a:lnTo>
                  <a:lnTo>
                    <a:pt x="400" y="0"/>
                  </a:lnTo>
                  <a:lnTo>
                    <a:pt x="400" y="16"/>
                  </a:lnTo>
                  <a:lnTo>
                    <a:pt x="24" y="16"/>
                  </a:lnTo>
                  <a:lnTo>
                    <a:pt x="24" y="0"/>
                  </a:lnTo>
                  <a:lnTo>
                    <a:pt x="0" y="24"/>
                  </a:lnTo>
                  <a:lnTo>
                    <a:pt x="24" y="48"/>
                  </a:lnTo>
                  <a:lnTo>
                    <a:pt x="24" y="40"/>
                  </a:lnTo>
                  <a:lnTo>
                    <a:pt x="400" y="40"/>
                  </a:lnTo>
                  <a:lnTo>
                    <a:pt x="400" y="48"/>
                  </a:lnTo>
                  <a:lnTo>
                    <a:pt x="424" y="24"/>
                  </a:lnTo>
                  <a:lnTo>
                    <a:pt x="400" y="0"/>
                  </a:lnTo>
                  <a:lnTo>
                    <a:pt x="400" y="16"/>
                  </a:lnTo>
                  <a:lnTo>
                    <a:pt x="24" y="16"/>
                  </a:lnTo>
                </a:path>
              </a:pathLst>
            </a:custGeom>
            <a:noFill/>
            <a:ln w="12700" cap="rnd" cmpd="sng">
              <a:solidFill>
                <a:srgbClr val="00801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581" name="Rectangle 231">
              <a:extLst>
                <a:ext uri="{FF2B5EF4-FFF2-40B4-BE49-F238E27FC236}">
                  <a16:creationId xmlns:a16="http://schemas.microsoft.com/office/drawing/2014/main" id="{74898D9F-BC08-470F-9568-E375897FEC3F}"/>
                </a:ext>
              </a:extLst>
            </p:cNvPr>
            <p:cNvSpPr>
              <a:spLocks noChangeArrowheads="1"/>
            </p:cNvSpPr>
            <p:nvPr/>
          </p:nvSpPr>
          <p:spPr bwMode="auto">
            <a:xfrm>
              <a:off x="6727825" y="5200651"/>
              <a:ext cx="1824038"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r>
                <a:rPr lang="en-US" altLang="en-US" sz="1200">
                  <a:solidFill>
                    <a:srgbClr val="000000"/>
                  </a:solidFill>
                  <a:latin typeface="Arial" panose="020B0604020202020204" pitchFamily="34" charset="0"/>
                  <a:ea typeface="+mn-ea"/>
                  <a:cs typeface="Arial" panose="020B0604020202020204" pitchFamily="34" charset="0"/>
                </a:rPr>
                <a:t>sensor bus (0,5.. 30 m)</a:t>
              </a:r>
            </a:p>
          </p:txBody>
        </p:sp>
        <p:sp>
          <p:nvSpPr>
            <p:cNvPr id="582" name="Line 232">
              <a:extLst>
                <a:ext uri="{FF2B5EF4-FFF2-40B4-BE49-F238E27FC236}">
                  <a16:creationId xmlns:a16="http://schemas.microsoft.com/office/drawing/2014/main" id="{D30E06F6-BAD5-45A1-B164-190FF39CC1E3}"/>
                </a:ext>
              </a:extLst>
            </p:cNvPr>
            <p:cNvSpPr>
              <a:spLocks noChangeShapeType="1"/>
            </p:cNvSpPr>
            <p:nvPr/>
          </p:nvSpPr>
          <p:spPr bwMode="auto">
            <a:xfrm flipH="1">
              <a:off x="3822700" y="4687888"/>
              <a:ext cx="203200" cy="0"/>
            </a:xfrm>
            <a:prstGeom prst="line">
              <a:avLst/>
            </a:prstGeom>
            <a:noFill/>
            <a:ln w="25400">
              <a:solidFill>
                <a:srgbClr val="0080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en-GB" sz="1200">
                <a:solidFill>
                  <a:srgbClr val="000000"/>
                </a:solidFill>
                <a:ea typeface="+mn-ea"/>
                <a:cs typeface="Arial" panose="020B0604020202020204" pitchFamily="34" charset="0"/>
              </a:endParaRPr>
            </a:p>
          </p:txBody>
        </p:sp>
        <p:sp>
          <p:nvSpPr>
            <p:cNvPr id="583" name="Rectangle 234">
              <a:extLst>
                <a:ext uri="{FF2B5EF4-FFF2-40B4-BE49-F238E27FC236}">
                  <a16:creationId xmlns:a16="http://schemas.microsoft.com/office/drawing/2014/main" id="{386FBCC8-D404-48FE-9969-453B6508759A}"/>
                </a:ext>
              </a:extLst>
            </p:cNvPr>
            <p:cNvSpPr>
              <a:spLocks noChangeArrowheads="1"/>
            </p:cNvSpPr>
            <p:nvPr/>
          </p:nvSpPr>
          <p:spPr bwMode="auto">
            <a:xfrm>
              <a:off x="4098925" y="2374901"/>
              <a:ext cx="609600" cy="42862"/>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84" name="Freeform 235">
              <a:extLst>
                <a:ext uri="{FF2B5EF4-FFF2-40B4-BE49-F238E27FC236}">
                  <a16:creationId xmlns:a16="http://schemas.microsoft.com/office/drawing/2014/main" id="{9E391714-1020-4EC1-8431-883BD2D15AE8}"/>
                </a:ext>
              </a:extLst>
            </p:cNvPr>
            <p:cNvSpPr>
              <a:spLocks/>
            </p:cNvSpPr>
            <p:nvPr/>
          </p:nvSpPr>
          <p:spPr bwMode="auto">
            <a:xfrm>
              <a:off x="3952875" y="2297113"/>
              <a:ext cx="909638" cy="77788"/>
            </a:xfrm>
            <a:custGeom>
              <a:avLst/>
              <a:gdLst>
                <a:gd name="T0" fmla="*/ 0 w 573"/>
                <a:gd name="T1" fmla="*/ 0 h 40"/>
                <a:gd name="T2" fmla="*/ 2147483646 w 573"/>
                <a:gd name="T3" fmla="*/ 0 h 40"/>
                <a:gd name="T4" fmla="*/ 2147483646 w 573"/>
                <a:gd name="T5" fmla="*/ 2147483646 h 40"/>
                <a:gd name="T6" fmla="*/ 2147483646 w 573"/>
                <a:gd name="T7" fmla="*/ 2147483646 h 40"/>
                <a:gd name="T8" fmla="*/ 0 w 573"/>
                <a:gd name="T9" fmla="*/ 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3" h="40">
                  <a:moveTo>
                    <a:pt x="0" y="0"/>
                  </a:moveTo>
                  <a:lnTo>
                    <a:pt x="573" y="0"/>
                  </a:lnTo>
                  <a:lnTo>
                    <a:pt x="484" y="40"/>
                  </a:lnTo>
                  <a:lnTo>
                    <a:pt x="96" y="40"/>
                  </a:lnTo>
                  <a:lnTo>
                    <a:pt x="0" y="0"/>
                  </a:lnTo>
                  <a:close/>
                </a:path>
              </a:pathLst>
            </a:custGeom>
            <a:solidFill>
              <a:srgbClr val="A2FFA3"/>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85" name="Freeform 240">
              <a:extLst>
                <a:ext uri="{FF2B5EF4-FFF2-40B4-BE49-F238E27FC236}">
                  <a16:creationId xmlns:a16="http://schemas.microsoft.com/office/drawing/2014/main" id="{BF49108E-B038-43F7-BAD1-BA76486949A5}"/>
                </a:ext>
              </a:extLst>
            </p:cNvPr>
            <p:cNvSpPr>
              <a:spLocks/>
            </p:cNvSpPr>
            <p:nvPr/>
          </p:nvSpPr>
          <p:spPr bwMode="auto">
            <a:xfrm>
              <a:off x="3770313" y="1970088"/>
              <a:ext cx="1262062" cy="36513"/>
            </a:xfrm>
            <a:custGeom>
              <a:avLst/>
              <a:gdLst>
                <a:gd name="T0" fmla="*/ 0 w 795"/>
                <a:gd name="T1" fmla="*/ 0 h 23"/>
                <a:gd name="T2" fmla="*/ 2147483646 w 795"/>
                <a:gd name="T3" fmla="*/ 0 h 23"/>
                <a:gd name="T4" fmla="*/ 2147483646 w 795"/>
                <a:gd name="T5" fmla="*/ 2147483646 h 23"/>
                <a:gd name="T6" fmla="*/ 2147483646 w 795"/>
                <a:gd name="T7" fmla="*/ 2147483646 h 23"/>
                <a:gd name="T8" fmla="*/ 0 w 795"/>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5" h="23">
                  <a:moveTo>
                    <a:pt x="0" y="0"/>
                  </a:moveTo>
                  <a:lnTo>
                    <a:pt x="795" y="0"/>
                  </a:lnTo>
                  <a:lnTo>
                    <a:pt x="746" y="23"/>
                  </a:lnTo>
                  <a:lnTo>
                    <a:pt x="61" y="23"/>
                  </a:lnTo>
                  <a:lnTo>
                    <a:pt x="0" y="0"/>
                  </a:lnTo>
                  <a:close/>
                </a:path>
              </a:pathLst>
            </a:custGeom>
            <a:solidFill>
              <a:srgbClr val="CCFF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grpSp>
          <p:nvGrpSpPr>
            <p:cNvPr id="586" name="Group 250">
              <a:extLst>
                <a:ext uri="{FF2B5EF4-FFF2-40B4-BE49-F238E27FC236}">
                  <a16:creationId xmlns:a16="http://schemas.microsoft.com/office/drawing/2014/main" id="{2C234AB0-1A3F-4522-A22B-DA009CF69D52}"/>
                </a:ext>
              </a:extLst>
            </p:cNvPr>
            <p:cNvGrpSpPr>
              <a:grpSpLocks/>
            </p:cNvGrpSpPr>
            <p:nvPr/>
          </p:nvGrpSpPr>
          <p:grpSpPr bwMode="auto">
            <a:xfrm>
              <a:off x="3419475" y="1973263"/>
              <a:ext cx="684213" cy="858838"/>
              <a:chOff x="2170" y="1034"/>
              <a:chExt cx="431" cy="541"/>
            </a:xfrm>
          </p:grpSpPr>
          <p:sp>
            <p:nvSpPr>
              <p:cNvPr id="587" name="Freeform 243">
                <a:extLst>
                  <a:ext uri="{FF2B5EF4-FFF2-40B4-BE49-F238E27FC236}">
                    <a16:creationId xmlns:a16="http://schemas.microsoft.com/office/drawing/2014/main" id="{0C2DB927-582F-4D99-9B29-B8886E8CB3C0}"/>
                  </a:ext>
                </a:extLst>
              </p:cNvPr>
              <p:cNvSpPr>
                <a:spLocks/>
              </p:cNvSpPr>
              <p:nvPr/>
            </p:nvSpPr>
            <p:spPr bwMode="auto">
              <a:xfrm>
                <a:off x="2258" y="1266"/>
                <a:ext cx="222" cy="308"/>
              </a:xfrm>
              <a:custGeom>
                <a:avLst/>
                <a:gdLst>
                  <a:gd name="T0" fmla="*/ 27 w 222"/>
                  <a:gd name="T1" fmla="*/ 141 h 308"/>
                  <a:gd name="T2" fmla="*/ 0 w 222"/>
                  <a:gd name="T3" fmla="*/ 308 h 308"/>
                  <a:gd name="T4" fmla="*/ 198 w 222"/>
                  <a:gd name="T5" fmla="*/ 144 h 308"/>
                  <a:gd name="T6" fmla="*/ 222 w 222"/>
                  <a:gd name="T7" fmla="*/ 0 h 308"/>
                  <a:gd name="T8" fmla="*/ 27 w 222"/>
                  <a:gd name="T9" fmla="*/ 141 h 3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2" h="308">
                    <a:moveTo>
                      <a:pt x="27" y="141"/>
                    </a:moveTo>
                    <a:lnTo>
                      <a:pt x="0" y="308"/>
                    </a:lnTo>
                    <a:lnTo>
                      <a:pt x="198" y="144"/>
                    </a:lnTo>
                    <a:lnTo>
                      <a:pt x="222" y="0"/>
                    </a:lnTo>
                    <a:lnTo>
                      <a:pt x="27" y="141"/>
                    </a:lnTo>
                    <a:close/>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88" name="Line 28">
                <a:extLst>
                  <a:ext uri="{FF2B5EF4-FFF2-40B4-BE49-F238E27FC236}">
                    <a16:creationId xmlns:a16="http://schemas.microsoft.com/office/drawing/2014/main" id="{D5CDB494-90C8-4F3B-9C8C-D369F30B112F}"/>
                  </a:ext>
                </a:extLst>
              </p:cNvPr>
              <p:cNvSpPr>
                <a:spLocks noChangeShapeType="1"/>
              </p:cNvSpPr>
              <p:nvPr/>
            </p:nvSpPr>
            <p:spPr bwMode="auto">
              <a:xfrm flipV="1">
                <a:off x="2427" y="1314"/>
                <a:ext cx="174" cy="13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89" name="Line 31">
                <a:extLst>
                  <a:ext uri="{FF2B5EF4-FFF2-40B4-BE49-F238E27FC236}">
                    <a16:creationId xmlns:a16="http://schemas.microsoft.com/office/drawing/2014/main" id="{345318DE-6A27-4D42-B394-61C9D0D378FB}"/>
                  </a:ext>
                </a:extLst>
              </p:cNvPr>
              <p:cNvSpPr>
                <a:spLocks noChangeShapeType="1"/>
              </p:cNvSpPr>
              <p:nvPr/>
            </p:nvSpPr>
            <p:spPr bwMode="auto">
              <a:xfrm>
                <a:off x="2596" y="1292"/>
                <a:ext cx="0" cy="1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0" name="Freeform 236">
                <a:extLst>
                  <a:ext uri="{FF2B5EF4-FFF2-40B4-BE49-F238E27FC236}">
                    <a16:creationId xmlns:a16="http://schemas.microsoft.com/office/drawing/2014/main" id="{21DE6881-99FF-4572-BB3C-382FE621F200}"/>
                  </a:ext>
                </a:extLst>
              </p:cNvPr>
              <p:cNvSpPr>
                <a:spLocks/>
              </p:cNvSpPr>
              <p:nvPr/>
            </p:nvSpPr>
            <p:spPr bwMode="auto">
              <a:xfrm>
                <a:off x="2170" y="1124"/>
                <a:ext cx="254" cy="451"/>
              </a:xfrm>
              <a:custGeom>
                <a:avLst/>
                <a:gdLst>
                  <a:gd name="T0" fmla="*/ 0 w 254"/>
                  <a:gd name="T1" fmla="*/ 1 h 451"/>
                  <a:gd name="T2" fmla="*/ 0 w 254"/>
                  <a:gd name="T3" fmla="*/ 450 h 451"/>
                  <a:gd name="T4" fmla="*/ 88 w 254"/>
                  <a:gd name="T5" fmla="*/ 451 h 451"/>
                  <a:gd name="T6" fmla="*/ 115 w 254"/>
                  <a:gd name="T7" fmla="*/ 285 h 451"/>
                  <a:gd name="T8" fmla="*/ 254 w 254"/>
                  <a:gd name="T9" fmla="*/ 325 h 451"/>
                  <a:gd name="T10" fmla="*/ 252 w 254"/>
                  <a:gd name="T11" fmla="*/ 298 h 451"/>
                  <a:gd name="T12" fmla="*/ 153 w 254"/>
                  <a:gd name="T13" fmla="*/ 247 h 451"/>
                  <a:gd name="T14" fmla="*/ 98 w 254"/>
                  <a:gd name="T15" fmla="*/ 0 h 451"/>
                  <a:gd name="T16" fmla="*/ 0 w 254"/>
                  <a:gd name="T17" fmla="*/ 1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4" h="451">
                    <a:moveTo>
                      <a:pt x="0" y="1"/>
                    </a:moveTo>
                    <a:lnTo>
                      <a:pt x="0" y="450"/>
                    </a:lnTo>
                    <a:lnTo>
                      <a:pt x="88" y="451"/>
                    </a:lnTo>
                    <a:lnTo>
                      <a:pt x="115" y="285"/>
                    </a:lnTo>
                    <a:lnTo>
                      <a:pt x="254" y="325"/>
                    </a:lnTo>
                    <a:lnTo>
                      <a:pt x="252" y="298"/>
                    </a:lnTo>
                    <a:lnTo>
                      <a:pt x="153" y="247"/>
                    </a:lnTo>
                    <a:lnTo>
                      <a:pt x="98" y="0"/>
                    </a:lnTo>
                    <a:lnTo>
                      <a:pt x="0" y="1"/>
                    </a:lnTo>
                    <a:close/>
                  </a:path>
                </a:pathLst>
              </a:custGeom>
              <a:solidFill>
                <a:srgbClr val="CCFF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1" name="Freeform 237">
                <a:extLst>
                  <a:ext uri="{FF2B5EF4-FFF2-40B4-BE49-F238E27FC236}">
                    <a16:creationId xmlns:a16="http://schemas.microsoft.com/office/drawing/2014/main" id="{8C94C5D2-B350-48D3-9351-54F8532914ED}"/>
                  </a:ext>
                </a:extLst>
              </p:cNvPr>
              <p:cNvSpPr>
                <a:spLocks/>
              </p:cNvSpPr>
              <p:nvPr/>
            </p:nvSpPr>
            <p:spPr bwMode="auto">
              <a:xfrm>
                <a:off x="2268" y="1052"/>
                <a:ext cx="234" cy="316"/>
              </a:xfrm>
              <a:custGeom>
                <a:avLst/>
                <a:gdLst>
                  <a:gd name="T0" fmla="*/ 0 w 234"/>
                  <a:gd name="T1" fmla="*/ 70 h 316"/>
                  <a:gd name="T2" fmla="*/ 57 w 234"/>
                  <a:gd name="T3" fmla="*/ 316 h 316"/>
                  <a:gd name="T4" fmla="*/ 234 w 234"/>
                  <a:gd name="T5" fmla="*/ 190 h 316"/>
                  <a:gd name="T6" fmla="*/ 182 w 234"/>
                  <a:gd name="T7" fmla="*/ 0 h 316"/>
                  <a:gd name="T8" fmla="*/ 0 w 234"/>
                  <a:gd name="T9" fmla="*/ 70 h 3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4" h="316">
                    <a:moveTo>
                      <a:pt x="0" y="70"/>
                    </a:moveTo>
                    <a:lnTo>
                      <a:pt x="57" y="316"/>
                    </a:lnTo>
                    <a:lnTo>
                      <a:pt x="234" y="190"/>
                    </a:lnTo>
                    <a:lnTo>
                      <a:pt x="182" y="0"/>
                    </a:lnTo>
                    <a:lnTo>
                      <a:pt x="0" y="70"/>
                    </a:lnTo>
                    <a:close/>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2" name="Freeform 238">
                <a:extLst>
                  <a:ext uri="{FF2B5EF4-FFF2-40B4-BE49-F238E27FC236}">
                    <a16:creationId xmlns:a16="http://schemas.microsoft.com/office/drawing/2014/main" id="{676B0371-C4F6-4187-8AB8-E53CB696332B}"/>
                  </a:ext>
                </a:extLst>
              </p:cNvPr>
              <p:cNvSpPr>
                <a:spLocks/>
              </p:cNvSpPr>
              <p:nvPr/>
            </p:nvSpPr>
            <p:spPr bwMode="auto">
              <a:xfrm>
                <a:off x="2291" y="1073"/>
                <a:ext cx="184" cy="258"/>
              </a:xfrm>
              <a:custGeom>
                <a:avLst/>
                <a:gdLst>
                  <a:gd name="T0" fmla="*/ 0 w 184"/>
                  <a:gd name="T1" fmla="*/ 57 h 258"/>
                  <a:gd name="T2" fmla="*/ 46 w 184"/>
                  <a:gd name="T3" fmla="*/ 258 h 258"/>
                  <a:gd name="T4" fmla="*/ 184 w 184"/>
                  <a:gd name="T5" fmla="*/ 162 h 258"/>
                  <a:gd name="T6" fmla="*/ 145 w 184"/>
                  <a:gd name="T7" fmla="*/ 0 h 258"/>
                  <a:gd name="T8" fmla="*/ 0 w 184"/>
                  <a:gd name="T9" fmla="*/ 57 h 2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258">
                    <a:moveTo>
                      <a:pt x="0" y="57"/>
                    </a:moveTo>
                    <a:lnTo>
                      <a:pt x="46" y="258"/>
                    </a:lnTo>
                    <a:lnTo>
                      <a:pt x="184" y="162"/>
                    </a:lnTo>
                    <a:lnTo>
                      <a:pt x="145" y="0"/>
                    </a:lnTo>
                    <a:lnTo>
                      <a:pt x="0" y="57"/>
                    </a:lnTo>
                    <a:close/>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3" name="Freeform 239">
                <a:extLst>
                  <a:ext uri="{FF2B5EF4-FFF2-40B4-BE49-F238E27FC236}">
                    <a16:creationId xmlns:a16="http://schemas.microsoft.com/office/drawing/2014/main" id="{69B622ED-B5F6-45BB-85FF-A7CD06F8306E}"/>
                  </a:ext>
                </a:extLst>
              </p:cNvPr>
              <p:cNvSpPr>
                <a:spLocks/>
              </p:cNvSpPr>
              <p:nvPr/>
            </p:nvSpPr>
            <p:spPr bwMode="auto">
              <a:xfrm>
                <a:off x="2171" y="1034"/>
                <a:ext cx="279" cy="90"/>
              </a:xfrm>
              <a:custGeom>
                <a:avLst/>
                <a:gdLst>
                  <a:gd name="T0" fmla="*/ 0 w 279"/>
                  <a:gd name="T1" fmla="*/ 90 h 90"/>
                  <a:gd name="T2" fmla="*/ 97 w 279"/>
                  <a:gd name="T3" fmla="*/ 90 h 90"/>
                  <a:gd name="T4" fmla="*/ 279 w 279"/>
                  <a:gd name="T5" fmla="*/ 16 h 90"/>
                  <a:gd name="T6" fmla="*/ 225 w 279"/>
                  <a:gd name="T7" fmla="*/ 0 h 90"/>
                  <a:gd name="T8" fmla="*/ 0 w 279"/>
                  <a:gd name="T9" fmla="*/ 90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90">
                    <a:moveTo>
                      <a:pt x="0" y="90"/>
                    </a:moveTo>
                    <a:lnTo>
                      <a:pt x="97" y="90"/>
                    </a:lnTo>
                    <a:lnTo>
                      <a:pt x="279" y="16"/>
                    </a:lnTo>
                    <a:lnTo>
                      <a:pt x="225" y="0"/>
                    </a:lnTo>
                    <a:lnTo>
                      <a:pt x="0" y="90"/>
                    </a:lnTo>
                    <a:close/>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4" name="Freeform 242">
                <a:extLst>
                  <a:ext uri="{FF2B5EF4-FFF2-40B4-BE49-F238E27FC236}">
                    <a16:creationId xmlns:a16="http://schemas.microsoft.com/office/drawing/2014/main" id="{DF87377E-87EA-4CAD-9110-A241DAD00104}"/>
                  </a:ext>
                </a:extLst>
              </p:cNvPr>
              <p:cNvSpPr>
                <a:spLocks/>
              </p:cNvSpPr>
              <p:nvPr/>
            </p:nvSpPr>
            <p:spPr bwMode="auto">
              <a:xfrm>
                <a:off x="2424" y="1286"/>
                <a:ext cx="176" cy="160"/>
              </a:xfrm>
              <a:custGeom>
                <a:avLst/>
                <a:gdLst>
                  <a:gd name="T0" fmla="*/ 0 w 176"/>
                  <a:gd name="T1" fmla="*/ 135 h 160"/>
                  <a:gd name="T2" fmla="*/ 176 w 176"/>
                  <a:gd name="T3" fmla="*/ 0 h 160"/>
                  <a:gd name="T4" fmla="*/ 174 w 176"/>
                  <a:gd name="T5" fmla="*/ 27 h 160"/>
                  <a:gd name="T6" fmla="*/ 3 w 176"/>
                  <a:gd name="T7" fmla="*/ 160 h 160"/>
                  <a:gd name="T8" fmla="*/ 0 w 176"/>
                  <a:gd name="T9" fmla="*/ 135 h 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6" h="160">
                    <a:moveTo>
                      <a:pt x="0" y="135"/>
                    </a:moveTo>
                    <a:lnTo>
                      <a:pt x="176" y="0"/>
                    </a:lnTo>
                    <a:lnTo>
                      <a:pt x="174" y="27"/>
                    </a:lnTo>
                    <a:lnTo>
                      <a:pt x="3" y="160"/>
                    </a:lnTo>
                    <a:lnTo>
                      <a:pt x="0" y="135"/>
                    </a:lnTo>
                    <a:close/>
                  </a:path>
                </a:pathLst>
              </a:custGeom>
              <a:solidFill>
                <a:srgbClr val="CCFF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5" name="Freeform 244">
                <a:extLst>
                  <a:ext uri="{FF2B5EF4-FFF2-40B4-BE49-F238E27FC236}">
                    <a16:creationId xmlns:a16="http://schemas.microsoft.com/office/drawing/2014/main" id="{827BC1A1-AAA3-4848-B2FE-691B0DC09DD7}"/>
                  </a:ext>
                </a:extLst>
              </p:cNvPr>
              <p:cNvSpPr>
                <a:spLocks/>
              </p:cNvSpPr>
              <p:nvPr/>
            </p:nvSpPr>
            <p:spPr bwMode="auto">
              <a:xfrm>
                <a:off x="2325" y="1241"/>
                <a:ext cx="273" cy="177"/>
              </a:xfrm>
              <a:custGeom>
                <a:avLst/>
                <a:gdLst>
                  <a:gd name="T0" fmla="*/ 0 w 273"/>
                  <a:gd name="T1" fmla="*/ 129 h 177"/>
                  <a:gd name="T2" fmla="*/ 179 w 273"/>
                  <a:gd name="T3" fmla="*/ 0 h 177"/>
                  <a:gd name="T4" fmla="*/ 273 w 273"/>
                  <a:gd name="T5" fmla="*/ 43 h 177"/>
                  <a:gd name="T6" fmla="*/ 99 w 273"/>
                  <a:gd name="T7" fmla="*/ 177 h 177"/>
                  <a:gd name="T8" fmla="*/ 0 w 273"/>
                  <a:gd name="T9" fmla="*/ 129 h 1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 h="177">
                    <a:moveTo>
                      <a:pt x="0" y="129"/>
                    </a:moveTo>
                    <a:lnTo>
                      <a:pt x="179" y="0"/>
                    </a:lnTo>
                    <a:lnTo>
                      <a:pt x="273" y="43"/>
                    </a:lnTo>
                    <a:lnTo>
                      <a:pt x="99" y="177"/>
                    </a:lnTo>
                    <a:lnTo>
                      <a:pt x="0" y="129"/>
                    </a:lnTo>
                    <a:close/>
                  </a:path>
                </a:pathLst>
              </a:custGeom>
              <a:solidFill>
                <a:srgbClr val="A2FFA3"/>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6" name="Line 245">
                <a:extLst>
                  <a:ext uri="{FF2B5EF4-FFF2-40B4-BE49-F238E27FC236}">
                    <a16:creationId xmlns:a16="http://schemas.microsoft.com/office/drawing/2014/main" id="{8CF6E42C-53CC-48FB-98AA-D721ECC44BD3}"/>
                  </a:ext>
                </a:extLst>
              </p:cNvPr>
              <p:cNvSpPr>
                <a:spLocks noChangeShapeType="1"/>
              </p:cNvSpPr>
              <p:nvPr/>
            </p:nvSpPr>
            <p:spPr bwMode="auto">
              <a:xfrm flipV="1">
                <a:off x="2370" y="1281"/>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7" name="Line 246">
                <a:extLst>
                  <a:ext uri="{FF2B5EF4-FFF2-40B4-BE49-F238E27FC236}">
                    <a16:creationId xmlns:a16="http://schemas.microsoft.com/office/drawing/2014/main" id="{169E4B2D-ACE5-40E0-8D6B-6AD0544BCF28}"/>
                  </a:ext>
                </a:extLst>
              </p:cNvPr>
              <p:cNvSpPr>
                <a:spLocks noChangeShapeType="1"/>
              </p:cNvSpPr>
              <p:nvPr/>
            </p:nvSpPr>
            <p:spPr bwMode="auto">
              <a:xfrm flipV="1">
                <a:off x="2386" y="1287"/>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8" name="Line 247">
                <a:extLst>
                  <a:ext uri="{FF2B5EF4-FFF2-40B4-BE49-F238E27FC236}">
                    <a16:creationId xmlns:a16="http://schemas.microsoft.com/office/drawing/2014/main" id="{AFA151D1-FFF3-4196-B930-3F7E04685450}"/>
                  </a:ext>
                </a:extLst>
              </p:cNvPr>
              <p:cNvSpPr>
                <a:spLocks noChangeShapeType="1"/>
              </p:cNvSpPr>
              <p:nvPr/>
            </p:nvSpPr>
            <p:spPr bwMode="auto">
              <a:xfrm flipV="1">
                <a:off x="2402" y="1293"/>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599" name="Line 248">
                <a:extLst>
                  <a:ext uri="{FF2B5EF4-FFF2-40B4-BE49-F238E27FC236}">
                    <a16:creationId xmlns:a16="http://schemas.microsoft.com/office/drawing/2014/main" id="{8E37C4EE-A4C9-4DD5-8668-FBB3463453F6}"/>
                  </a:ext>
                </a:extLst>
              </p:cNvPr>
              <p:cNvSpPr>
                <a:spLocks noChangeShapeType="1"/>
              </p:cNvSpPr>
              <p:nvPr/>
            </p:nvSpPr>
            <p:spPr bwMode="auto">
              <a:xfrm flipV="1">
                <a:off x="2418" y="1299"/>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00" name="Line 249">
                <a:extLst>
                  <a:ext uri="{FF2B5EF4-FFF2-40B4-BE49-F238E27FC236}">
                    <a16:creationId xmlns:a16="http://schemas.microsoft.com/office/drawing/2014/main" id="{A8A98125-9A66-4398-8F99-12500F6517C4}"/>
                  </a:ext>
                </a:extLst>
              </p:cNvPr>
              <p:cNvSpPr>
                <a:spLocks noChangeShapeType="1"/>
              </p:cNvSpPr>
              <p:nvPr/>
            </p:nvSpPr>
            <p:spPr bwMode="auto">
              <a:xfrm flipV="1">
                <a:off x="2434" y="1305"/>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grpSp>
        <p:grpSp>
          <p:nvGrpSpPr>
            <p:cNvPr id="601" name="Group 251">
              <a:extLst>
                <a:ext uri="{FF2B5EF4-FFF2-40B4-BE49-F238E27FC236}">
                  <a16:creationId xmlns:a16="http://schemas.microsoft.com/office/drawing/2014/main" id="{050D7237-103B-44D2-A45D-F645169A8F7D}"/>
                </a:ext>
              </a:extLst>
            </p:cNvPr>
            <p:cNvGrpSpPr>
              <a:grpSpLocks/>
            </p:cNvGrpSpPr>
            <p:nvPr/>
          </p:nvGrpSpPr>
          <p:grpSpPr bwMode="auto">
            <a:xfrm flipH="1">
              <a:off x="4711700" y="1973263"/>
              <a:ext cx="684213" cy="858838"/>
              <a:chOff x="2170" y="1034"/>
              <a:chExt cx="431" cy="541"/>
            </a:xfrm>
          </p:grpSpPr>
          <p:sp>
            <p:nvSpPr>
              <p:cNvPr id="602" name="Freeform 252">
                <a:extLst>
                  <a:ext uri="{FF2B5EF4-FFF2-40B4-BE49-F238E27FC236}">
                    <a16:creationId xmlns:a16="http://schemas.microsoft.com/office/drawing/2014/main" id="{257214A4-F408-47FB-AC16-14E62D0F1B2B}"/>
                  </a:ext>
                </a:extLst>
              </p:cNvPr>
              <p:cNvSpPr>
                <a:spLocks/>
              </p:cNvSpPr>
              <p:nvPr/>
            </p:nvSpPr>
            <p:spPr bwMode="auto">
              <a:xfrm>
                <a:off x="2258" y="1266"/>
                <a:ext cx="222" cy="308"/>
              </a:xfrm>
              <a:custGeom>
                <a:avLst/>
                <a:gdLst>
                  <a:gd name="T0" fmla="*/ 27 w 222"/>
                  <a:gd name="T1" fmla="*/ 141 h 308"/>
                  <a:gd name="T2" fmla="*/ 0 w 222"/>
                  <a:gd name="T3" fmla="*/ 308 h 308"/>
                  <a:gd name="T4" fmla="*/ 198 w 222"/>
                  <a:gd name="T5" fmla="*/ 144 h 308"/>
                  <a:gd name="T6" fmla="*/ 222 w 222"/>
                  <a:gd name="T7" fmla="*/ 0 h 308"/>
                  <a:gd name="T8" fmla="*/ 27 w 222"/>
                  <a:gd name="T9" fmla="*/ 141 h 3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2" h="308">
                    <a:moveTo>
                      <a:pt x="27" y="141"/>
                    </a:moveTo>
                    <a:lnTo>
                      <a:pt x="0" y="308"/>
                    </a:lnTo>
                    <a:lnTo>
                      <a:pt x="198" y="144"/>
                    </a:lnTo>
                    <a:lnTo>
                      <a:pt x="222" y="0"/>
                    </a:lnTo>
                    <a:lnTo>
                      <a:pt x="27" y="141"/>
                    </a:lnTo>
                    <a:close/>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03" name="Line 253">
                <a:extLst>
                  <a:ext uri="{FF2B5EF4-FFF2-40B4-BE49-F238E27FC236}">
                    <a16:creationId xmlns:a16="http://schemas.microsoft.com/office/drawing/2014/main" id="{7623C99A-7BE2-4567-BFE5-D5D7B20BED5B}"/>
                  </a:ext>
                </a:extLst>
              </p:cNvPr>
              <p:cNvSpPr>
                <a:spLocks noChangeShapeType="1"/>
              </p:cNvSpPr>
              <p:nvPr/>
            </p:nvSpPr>
            <p:spPr bwMode="auto">
              <a:xfrm flipV="1">
                <a:off x="2427" y="1314"/>
                <a:ext cx="174" cy="13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04" name="Line 254">
                <a:extLst>
                  <a:ext uri="{FF2B5EF4-FFF2-40B4-BE49-F238E27FC236}">
                    <a16:creationId xmlns:a16="http://schemas.microsoft.com/office/drawing/2014/main" id="{06B81404-17C0-4376-8A15-11F5AF2A8AC6}"/>
                  </a:ext>
                </a:extLst>
              </p:cNvPr>
              <p:cNvSpPr>
                <a:spLocks noChangeShapeType="1"/>
              </p:cNvSpPr>
              <p:nvPr/>
            </p:nvSpPr>
            <p:spPr bwMode="auto">
              <a:xfrm>
                <a:off x="2596" y="1292"/>
                <a:ext cx="0" cy="1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05" name="Freeform 255">
                <a:extLst>
                  <a:ext uri="{FF2B5EF4-FFF2-40B4-BE49-F238E27FC236}">
                    <a16:creationId xmlns:a16="http://schemas.microsoft.com/office/drawing/2014/main" id="{5F07A6B6-B41E-41C2-948B-E28D3171D283}"/>
                  </a:ext>
                </a:extLst>
              </p:cNvPr>
              <p:cNvSpPr>
                <a:spLocks/>
              </p:cNvSpPr>
              <p:nvPr/>
            </p:nvSpPr>
            <p:spPr bwMode="auto">
              <a:xfrm>
                <a:off x="2170" y="1124"/>
                <a:ext cx="254" cy="451"/>
              </a:xfrm>
              <a:custGeom>
                <a:avLst/>
                <a:gdLst>
                  <a:gd name="T0" fmla="*/ 0 w 254"/>
                  <a:gd name="T1" fmla="*/ 1 h 451"/>
                  <a:gd name="T2" fmla="*/ 0 w 254"/>
                  <a:gd name="T3" fmla="*/ 450 h 451"/>
                  <a:gd name="T4" fmla="*/ 88 w 254"/>
                  <a:gd name="T5" fmla="*/ 451 h 451"/>
                  <a:gd name="T6" fmla="*/ 115 w 254"/>
                  <a:gd name="T7" fmla="*/ 285 h 451"/>
                  <a:gd name="T8" fmla="*/ 254 w 254"/>
                  <a:gd name="T9" fmla="*/ 325 h 451"/>
                  <a:gd name="T10" fmla="*/ 252 w 254"/>
                  <a:gd name="T11" fmla="*/ 298 h 451"/>
                  <a:gd name="T12" fmla="*/ 153 w 254"/>
                  <a:gd name="T13" fmla="*/ 247 h 451"/>
                  <a:gd name="T14" fmla="*/ 98 w 254"/>
                  <a:gd name="T15" fmla="*/ 0 h 451"/>
                  <a:gd name="T16" fmla="*/ 0 w 254"/>
                  <a:gd name="T17" fmla="*/ 1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4" h="451">
                    <a:moveTo>
                      <a:pt x="0" y="1"/>
                    </a:moveTo>
                    <a:lnTo>
                      <a:pt x="0" y="450"/>
                    </a:lnTo>
                    <a:lnTo>
                      <a:pt x="88" y="451"/>
                    </a:lnTo>
                    <a:lnTo>
                      <a:pt x="115" y="285"/>
                    </a:lnTo>
                    <a:lnTo>
                      <a:pt x="254" y="325"/>
                    </a:lnTo>
                    <a:lnTo>
                      <a:pt x="252" y="298"/>
                    </a:lnTo>
                    <a:lnTo>
                      <a:pt x="153" y="247"/>
                    </a:lnTo>
                    <a:lnTo>
                      <a:pt x="98" y="0"/>
                    </a:lnTo>
                    <a:lnTo>
                      <a:pt x="0" y="1"/>
                    </a:lnTo>
                    <a:close/>
                  </a:path>
                </a:pathLst>
              </a:custGeom>
              <a:solidFill>
                <a:srgbClr val="CCFF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06" name="Freeform 256">
                <a:extLst>
                  <a:ext uri="{FF2B5EF4-FFF2-40B4-BE49-F238E27FC236}">
                    <a16:creationId xmlns:a16="http://schemas.microsoft.com/office/drawing/2014/main" id="{6C933E98-34DC-4FEB-A74E-3D67216EF858}"/>
                  </a:ext>
                </a:extLst>
              </p:cNvPr>
              <p:cNvSpPr>
                <a:spLocks/>
              </p:cNvSpPr>
              <p:nvPr/>
            </p:nvSpPr>
            <p:spPr bwMode="auto">
              <a:xfrm>
                <a:off x="2268" y="1052"/>
                <a:ext cx="234" cy="316"/>
              </a:xfrm>
              <a:custGeom>
                <a:avLst/>
                <a:gdLst>
                  <a:gd name="T0" fmla="*/ 0 w 234"/>
                  <a:gd name="T1" fmla="*/ 70 h 316"/>
                  <a:gd name="T2" fmla="*/ 57 w 234"/>
                  <a:gd name="T3" fmla="*/ 316 h 316"/>
                  <a:gd name="T4" fmla="*/ 234 w 234"/>
                  <a:gd name="T5" fmla="*/ 190 h 316"/>
                  <a:gd name="T6" fmla="*/ 182 w 234"/>
                  <a:gd name="T7" fmla="*/ 0 h 316"/>
                  <a:gd name="T8" fmla="*/ 0 w 234"/>
                  <a:gd name="T9" fmla="*/ 70 h 3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4" h="316">
                    <a:moveTo>
                      <a:pt x="0" y="70"/>
                    </a:moveTo>
                    <a:lnTo>
                      <a:pt x="57" y="316"/>
                    </a:lnTo>
                    <a:lnTo>
                      <a:pt x="234" y="190"/>
                    </a:lnTo>
                    <a:lnTo>
                      <a:pt x="182" y="0"/>
                    </a:lnTo>
                    <a:lnTo>
                      <a:pt x="0" y="70"/>
                    </a:lnTo>
                    <a:close/>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07" name="Freeform 257">
                <a:extLst>
                  <a:ext uri="{FF2B5EF4-FFF2-40B4-BE49-F238E27FC236}">
                    <a16:creationId xmlns:a16="http://schemas.microsoft.com/office/drawing/2014/main" id="{2EBAA7C9-FF26-4528-9AC0-99B23476DC81}"/>
                  </a:ext>
                </a:extLst>
              </p:cNvPr>
              <p:cNvSpPr>
                <a:spLocks/>
              </p:cNvSpPr>
              <p:nvPr/>
            </p:nvSpPr>
            <p:spPr bwMode="auto">
              <a:xfrm>
                <a:off x="2291" y="1073"/>
                <a:ext cx="184" cy="258"/>
              </a:xfrm>
              <a:custGeom>
                <a:avLst/>
                <a:gdLst>
                  <a:gd name="T0" fmla="*/ 0 w 184"/>
                  <a:gd name="T1" fmla="*/ 57 h 258"/>
                  <a:gd name="T2" fmla="*/ 46 w 184"/>
                  <a:gd name="T3" fmla="*/ 258 h 258"/>
                  <a:gd name="T4" fmla="*/ 184 w 184"/>
                  <a:gd name="T5" fmla="*/ 162 h 258"/>
                  <a:gd name="T6" fmla="*/ 145 w 184"/>
                  <a:gd name="T7" fmla="*/ 0 h 258"/>
                  <a:gd name="T8" fmla="*/ 0 w 184"/>
                  <a:gd name="T9" fmla="*/ 57 h 2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258">
                    <a:moveTo>
                      <a:pt x="0" y="57"/>
                    </a:moveTo>
                    <a:lnTo>
                      <a:pt x="46" y="258"/>
                    </a:lnTo>
                    <a:lnTo>
                      <a:pt x="184" y="162"/>
                    </a:lnTo>
                    <a:lnTo>
                      <a:pt x="145" y="0"/>
                    </a:lnTo>
                    <a:lnTo>
                      <a:pt x="0" y="57"/>
                    </a:lnTo>
                    <a:close/>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08" name="Freeform 258">
                <a:extLst>
                  <a:ext uri="{FF2B5EF4-FFF2-40B4-BE49-F238E27FC236}">
                    <a16:creationId xmlns:a16="http://schemas.microsoft.com/office/drawing/2014/main" id="{9ED0EBA5-F14E-4887-AA98-813F83F526FF}"/>
                  </a:ext>
                </a:extLst>
              </p:cNvPr>
              <p:cNvSpPr>
                <a:spLocks/>
              </p:cNvSpPr>
              <p:nvPr/>
            </p:nvSpPr>
            <p:spPr bwMode="auto">
              <a:xfrm>
                <a:off x="2171" y="1034"/>
                <a:ext cx="279" cy="90"/>
              </a:xfrm>
              <a:custGeom>
                <a:avLst/>
                <a:gdLst>
                  <a:gd name="T0" fmla="*/ 0 w 279"/>
                  <a:gd name="T1" fmla="*/ 90 h 90"/>
                  <a:gd name="T2" fmla="*/ 97 w 279"/>
                  <a:gd name="T3" fmla="*/ 90 h 90"/>
                  <a:gd name="T4" fmla="*/ 279 w 279"/>
                  <a:gd name="T5" fmla="*/ 16 h 90"/>
                  <a:gd name="T6" fmla="*/ 225 w 279"/>
                  <a:gd name="T7" fmla="*/ 0 h 90"/>
                  <a:gd name="T8" fmla="*/ 0 w 279"/>
                  <a:gd name="T9" fmla="*/ 90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90">
                    <a:moveTo>
                      <a:pt x="0" y="90"/>
                    </a:moveTo>
                    <a:lnTo>
                      <a:pt x="97" y="90"/>
                    </a:lnTo>
                    <a:lnTo>
                      <a:pt x="279" y="16"/>
                    </a:lnTo>
                    <a:lnTo>
                      <a:pt x="225" y="0"/>
                    </a:lnTo>
                    <a:lnTo>
                      <a:pt x="0" y="90"/>
                    </a:lnTo>
                    <a:close/>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09" name="Freeform 259">
                <a:extLst>
                  <a:ext uri="{FF2B5EF4-FFF2-40B4-BE49-F238E27FC236}">
                    <a16:creationId xmlns:a16="http://schemas.microsoft.com/office/drawing/2014/main" id="{FB43CDCA-6700-4714-993D-3F6DFB0E7F24}"/>
                  </a:ext>
                </a:extLst>
              </p:cNvPr>
              <p:cNvSpPr>
                <a:spLocks/>
              </p:cNvSpPr>
              <p:nvPr/>
            </p:nvSpPr>
            <p:spPr bwMode="auto">
              <a:xfrm>
                <a:off x="2424" y="1286"/>
                <a:ext cx="176" cy="160"/>
              </a:xfrm>
              <a:custGeom>
                <a:avLst/>
                <a:gdLst>
                  <a:gd name="T0" fmla="*/ 0 w 176"/>
                  <a:gd name="T1" fmla="*/ 135 h 160"/>
                  <a:gd name="T2" fmla="*/ 176 w 176"/>
                  <a:gd name="T3" fmla="*/ 0 h 160"/>
                  <a:gd name="T4" fmla="*/ 174 w 176"/>
                  <a:gd name="T5" fmla="*/ 27 h 160"/>
                  <a:gd name="T6" fmla="*/ 3 w 176"/>
                  <a:gd name="T7" fmla="*/ 160 h 160"/>
                  <a:gd name="T8" fmla="*/ 0 w 176"/>
                  <a:gd name="T9" fmla="*/ 135 h 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6" h="160">
                    <a:moveTo>
                      <a:pt x="0" y="135"/>
                    </a:moveTo>
                    <a:lnTo>
                      <a:pt x="176" y="0"/>
                    </a:lnTo>
                    <a:lnTo>
                      <a:pt x="174" y="27"/>
                    </a:lnTo>
                    <a:lnTo>
                      <a:pt x="3" y="160"/>
                    </a:lnTo>
                    <a:lnTo>
                      <a:pt x="0" y="135"/>
                    </a:lnTo>
                    <a:close/>
                  </a:path>
                </a:pathLst>
              </a:custGeom>
              <a:solidFill>
                <a:srgbClr val="CCFF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10" name="Freeform 260">
                <a:extLst>
                  <a:ext uri="{FF2B5EF4-FFF2-40B4-BE49-F238E27FC236}">
                    <a16:creationId xmlns:a16="http://schemas.microsoft.com/office/drawing/2014/main" id="{DFD0AE03-71BE-4C63-9E25-56FE1770BF26}"/>
                  </a:ext>
                </a:extLst>
              </p:cNvPr>
              <p:cNvSpPr>
                <a:spLocks/>
              </p:cNvSpPr>
              <p:nvPr/>
            </p:nvSpPr>
            <p:spPr bwMode="auto">
              <a:xfrm>
                <a:off x="2325" y="1241"/>
                <a:ext cx="273" cy="177"/>
              </a:xfrm>
              <a:custGeom>
                <a:avLst/>
                <a:gdLst>
                  <a:gd name="T0" fmla="*/ 0 w 273"/>
                  <a:gd name="T1" fmla="*/ 129 h 177"/>
                  <a:gd name="T2" fmla="*/ 179 w 273"/>
                  <a:gd name="T3" fmla="*/ 0 h 177"/>
                  <a:gd name="T4" fmla="*/ 273 w 273"/>
                  <a:gd name="T5" fmla="*/ 43 h 177"/>
                  <a:gd name="T6" fmla="*/ 99 w 273"/>
                  <a:gd name="T7" fmla="*/ 177 h 177"/>
                  <a:gd name="T8" fmla="*/ 0 w 273"/>
                  <a:gd name="T9" fmla="*/ 129 h 1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 h="177">
                    <a:moveTo>
                      <a:pt x="0" y="129"/>
                    </a:moveTo>
                    <a:lnTo>
                      <a:pt x="179" y="0"/>
                    </a:lnTo>
                    <a:lnTo>
                      <a:pt x="273" y="43"/>
                    </a:lnTo>
                    <a:lnTo>
                      <a:pt x="99" y="177"/>
                    </a:lnTo>
                    <a:lnTo>
                      <a:pt x="0" y="129"/>
                    </a:lnTo>
                    <a:close/>
                  </a:path>
                </a:pathLst>
              </a:custGeom>
              <a:solidFill>
                <a:srgbClr val="A2FFA3"/>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11" name="Line 261">
                <a:extLst>
                  <a:ext uri="{FF2B5EF4-FFF2-40B4-BE49-F238E27FC236}">
                    <a16:creationId xmlns:a16="http://schemas.microsoft.com/office/drawing/2014/main" id="{E28CA040-EB7E-47A0-A06F-DF7A7E507D3B}"/>
                  </a:ext>
                </a:extLst>
              </p:cNvPr>
              <p:cNvSpPr>
                <a:spLocks noChangeShapeType="1"/>
              </p:cNvSpPr>
              <p:nvPr/>
            </p:nvSpPr>
            <p:spPr bwMode="auto">
              <a:xfrm flipV="1">
                <a:off x="2370" y="1281"/>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12" name="Line 262">
                <a:extLst>
                  <a:ext uri="{FF2B5EF4-FFF2-40B4-BE49-F238E27FC236}">
                    <a16:creationId xmlns:a16="http://schemas.microsoft.com/office/drawing/2014/main" id="{49C45CC5-D5EF-40BF-9ECA-1B5E10E13915}"/>
                  </a:ext>
                </a:extLst>
              </p:cNvPr>
              <p:cNvSpPr>
                <a:spLocks noChangeShapeType="1"/>
              </p:cNvSpPr>
              <p:nvPr/>
            </p:nvSpPr>
            <p:spPr bwMode="auto">
              <a:xfrm flipV="1">
                <a:off x="2386" y="1287"/>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13" name="Line 263">
                <a:extLst>
                  <a:ext uri="{FF2B5EF4-FFF2-40B4-BE49-F238E27FC236}">
                    <a16:creationId xmlns:a16="http://schemas.microsoft.com/office/drawing/2014/main" id="{AEF6451D-A9D7-414F-B940-B8F522D340EF}"/>
                  </a:ext>
                </a:extLst>
              </p:cNvPr>
              <p:cNvSpPr>
                <a:spLocks noChangeShapeType="1"/>
              </p:cNvSpPr>
              <p:nvPr/>
            </p:nvSpPr>
            <p:spPr bwMode="auto">
              <a:xfrm flipV="1">
                <a:off x="2402" y="1293"/>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14" name="Line 264">
                <a:extLst>
                  <a:ext uri="{FF2B5EF4-FFF2-40B4-BE49-F238E27FC236}">
                    <a16:creationId xmlns:a16="http://schemas.microsoft.com/office/drawing/2014/main" id="{659401A1-0208-45E8-A98B-108774429B38}"/>
                  </a:ext>
                </a:extLst>
              </p:cNvPr>
              <p:cNvSpPr>
                <a:spLocks noChangeShapeType="1"/>
              </p:cNvSpPr>
              <p:nvPr/>
            </p:nvSpPr>
            <p:spPr bwMode="auto">
              <a:xfrm flipV="1">
                <a:off x="2418" y="1299"/>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15" name="Line 265">
                <a:extLst>
                  <a:ext uri="{FF2B5EF4-FFF2-40B4-BE49-F238E27FC236}">
                    <a16:creationId xmlns:a16="http://schemas.microsoft.com/office/drawing/2014/main" id="{B701E155-1AE0-4B6F-A803-8C69F48411F7}"/>
                  </a:ext>
                </a:extLst>
              </p:cNvPr>
              <p:cNvSpPr>
                <a:spLocks noChangeShapeType="1"/>
              </p:cNvSpPr>
              <p:nvPr/>
            </p:nvSpPr>
            <p:spPr bwMode="auto">
              <a:xfrm flipV="1">
                <a:off x="2434" y="1305"/>
                <a:ext cx="111" cy="8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grpSp>
        <p:sp>
          <p:nvSpPr>
            <p:cNvPr id="616" name="AutoShape 266">
              <a:extLst>
                <a:ext uri="{FF2B5EF4-FFF2-40B4-BE49-F238E27FC236}">
                  <a16:creationId xmlns:a16="http://schemas.microsoft.com/office/drawing/2014/main" id="{5E9D81FB-3D95-424B-ABD7-8E16AA0EB3FA}"/>
                </a:ext>
              </a:extLst>
            </p:cNvPr>
            <p:cNvSpPr>
              <a:spLocks noChangeArrowheads="1"/>
            </p:cNvSpPr>
            <p:nvPr/>
          </p:nvSpPr>
          <p:spPr bwMode="auto">
            <a:xfrm>
              <a:off x="4460875" y="2049463"/>
              <a:ext cx="339725" cy="203200"/>
            </a:xfrm>
            <a:prstGeom prst="roundRect">
              <a:avLst>
                <a:gd name="adj" fmla="val 27773"/>
              </a:avLst>
            </a:prstGeom>
            <a:solidFill>
              <a:srgbClr val="114FFB"/>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617" name="Rectangle 267">
              <a:extLst>
                <a:ext uri="{FF2B5EF4-FFF2-40B4-BE49-F238E27FC236}">
                  <a16:creationId xmlns:a16="http://schemas.microsoft.com/office/drawing/2014/main" id="{A0E1EDEA-FA70-412B-A056-8A0622C0354C}"/>
                </a:ext>
              </a:extLst>
            </p:cNvPr>
            <p:cNvSpPr>
              <a:spLocks noChangeArrowheads="1"/>
            </p:cNvSpPr>
            <p:nvPr/>
          </p:nvSpPr>
          <p:spPr bwMode="auto">
            <a:xfrm>
              <a:off x="7159625" y="2897188"/>
              <a:ext cx="576263" cy="719138"/>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spTree>
    <p:extLst>
      <p:ext uri="{BB962C8B-B14F-4D97-AF65-F5344CB8AC3E}">
        <p14:creationId xmlns:p14="http://schemas.microsoft.com/office/powerpoint/2010/main" val="114620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US" altLang="en-US" sz="2400" dirty="0"/>
              <a:t>Large Control System Hierarchy</a:t>
            </a:r>
            <a:endParaRPr lang="en-GB" sz="2400" b="1" dirty="0">
              <a:cs typeface="Arial"/>
            </a:endParaRPr>
          </a:p>
        </p:txBody>
      </p:sp>
      <p:sp>
        <p:nvSpPr>
          <p:cNvPr id="8" name="object 4"/>
          <p:cNvSpPr txBox="1"/>
          <p:nvPr/>
        </p:nvSpPr>
        <p:spPr>
          <a:xfrm>
            <a:off x="162750" y="531813"/>
            <a:ext cx="8236713" cy="320601"/>
          </a:xfrm>
          <a:prstGeom prst="rect">
            <a:avLst/>
          </a:prstGeom>
        </p:spPr>
        <p:txBody>
          <a:bodyPr vert="horz" wrap="square" lIns="0" tIns="12700" rIns="0" bIns="0" rtlCol="0">
            <a:spAutoFit/>
          </a:bodyPr>
          <a:lstStyle/>
          <a:p>
            <a:pPr marL="469900" lvl="1">
              <a:lnSpc>
                <a:spcPct val="100000"/>
              </a:lnSpc>
              <a:spcBef>
                <a:spcPts val="350"/>
              </a:spcBef>
              <a:tabLst>
                <a:tab pos="1002665" algn="l"/>
                <a:tab pos="1003300" algn="l"/>
              </a:tabLst>
            </a:pPr>
            <a:r>
              <a:rPr lang="en-GB" sz="2000" spc="-5" dirty="0">
                <a:cs typeface="Comic Sans MS"/>
              </a:rPr>
              <a:t>ABB Industrial IT (redundant system)</a:t>
            </a:r>
            <a:endParaRPr sz="2000" dirty="0">
              <a:latin typeface="+mn-lt"/>
              <a:cs typeface="Times New Roman"/>
            </a:endParaRPr>
          </a:p>
        </p:txBody>
      </p:sp>
      <p:grpSp>
        <p:nvGrpSpPr>
          <p:cNvPr id="3" name="Group 2">
            <a:extLst>
              <a:ext uri="{FF2B5EF4-FFF2-40B4-BE49-F238E27FC236}">
                <a16:creationId xmlns:a16="http://schemas.microsoft.com/office/drawing/2014/main" id="{389250E7-CCE5-42B6-B0F9-ED146B9FBD4B}"/>
              </a:ext>
            </a:extLst>
          </p:cNvPr>
          <p:cNvGrpSpPr/>
          <p:nvPr/>
        </p:nvGrpSpPr>
        <p:grpSpPr>
          <a:xfrm>
            <a:off x="292100" y="992188"/>
            <a:ext cx="8702675" cy="5626100"/>
            <a:chOff x="76200" y="762000"/>
            <a:chExt cx="8924925" cy="5626100"/>
          </a:xfrm>
        </p:grpSpPr>
        <p:sp>
          <p:nvSpPr>
            <p:cNvPr id="6" name="Rectangle 24">
              <a:extLst>
                <a:ext uri="{FF2B5EF4-FFF2-40B4-BE49-F238E27FC236}">
                  <a16:creationId xmlns:a16="http://schemas.microsoft.com/office/drawing/2014/main" id="{4A1A66FD-34AD-4FF5-BA33-9BC2705AB709}"/>
                </a:ext>
              </a:extLst>
            </p:cNvPr>
            <p:cNvSpPr>
              <a:spLocks noChangeArrowheads="1"/>
            </p:cNvSpPr>
            <p:nvPr/>
          </p:nvSpPr>
          <p:spPr bwMode="auto">
            <a:xfrm>
              <a:off x="5407025" y="1973263"/>
              <a:ext cx="4763" cy="3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7" name="Rectangle 25">
              <a:extLst>
                <a:ext uri="{FF2B5EF4-FFF2-40B4-BE49-F238E27FC236}">
                  <a16:creationId xmlns:a16="http://schemas.microsoft.com/office/drawing/2014/main" id="{F1235839-C2E7-4A71-BE99-CC8D021983E3}"/>
                </a:ext>
              </a:extLst>
            </p:cNvPr>
            <p:cNvSpPr>
              <a:spLocks noChangeArrowheads="1"/>
            </p:cNvSpPr>
            <p:nvPr/>
          </p:nvSpPr>
          <p:spPr bwMode="auto">
            <a:xfrm>
              <a:off x="4497388" y="2060575"/>
              <a:ext cx="1587" cy="15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9" name="Rectangle 268">
              <a:extLst>
                <a:ext uri="{FF2B5EF4-FFF2-40B4-BE49-F238E27FC236}">
                  <a16:creationId xmlns:a16="http://schemas.microsoft.com/office/drawing/2014/main" id="{DF81BD78-1204-4B30-92CA-BED4503B09DC}"/>
                </a:ext>
              </a:extLst>
            </p:cNvPr>
            <p:cNvSpPr>
              <a:spLocks noChangeArrowheads="1"/>
            </p:cNvSpPr>
            <p:nvPr/>
          </p:nvSpPr>
          <p:spPr bwMode="auto">
            <a:xfrm>
              <a:off x="5335588" y="1993900"/>
              <a:ext cx="317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10" name="Rectangle 228">
              <a:extLst>
                <a:ext uri="{FF2B5EF4-FFF2-40B4-BE49-F238E27FC236}">
                  <a16:creationId xmlns:a16="http://schemas.microsoft.com/office/drawing/2014/main" id="{5C02BB7C-6077-4BF3-B815-6528868DE091}"/>
                </a:ext>
              </a:extLst>
            </p:cNvPr>
            <p:cNvSpPr>
              <a:spLocks noChangeArrowheads="1"/>
            </p:cNvSpPr>
            <p:nvPr/>
          </p:nvSpPr>
          <p:spPr bwMode="auto">
            <a:xfrm>
              <a:off x="4903788" y="1055688"/>
              <a:ext cx="6350" cy="1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11" name="Rectangle 835">
              <a:extLst>
                <a:ext uri="{FF2B5EF4-FFF2-40B4-BE49-F238E27FC236}">
                  <a16:creationId xmlns:a16="http://schemas.microsoft.com/office/drawing/2014/main" id="{FA4C9DA1-BF45-4E90-A163-7AFAEC04A5FD}"/>
                </a:ext>
              </a:extLst>
            </p:cNvPr>
            <p:cNvSpPr>
              <a:spLocks noChangeArrowheads="1"/>
            </p:cNvSpPr>
            <p:nvPr/>
          </p:nvSpPr>
          <p:spPr bwMode="auto">
            <a:xfrm>
              <a:off x="4311650" y="2525713"/>
              <a:ext cx="839788"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12" name="Rectangle 836">
              <a:extLst>
                <a:ext uri="{FF2B5EF4-FFF2-40B4-BE49-F238E27FC236}">
                  <a16:creationId xmlns:a16="http://schemas.microsoft.com/office/drawing/2014/main" id="{1E159685-1564-4906-A403-C33FD245AB95}"/>
                </a:ext>
              </a:extLst>
            </p:cNvPr>
            <p:cNvSpPr>
              <a:spLocks noChangeArrowheads="1"/>
            </p:cNvSpPr>
            <p:nvPr/>
          </p:nvSpPr>
          <p:spPr bwMode="auto">
            <a:xfrm>
              <a:off x="1797050" y="1420813"/>
              <a:ext cx="83978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13" name="Rectangle 837">
              <a:extLst>
                <a:ext uri="{FF2B5EF4-FFF2-40B4-BE49-F238E27FC236}">
                  <a16:creationId xmlns:a16="http://schemas.microsoft.com/office/drawing/2014/main" id="{738BDA03-CFA3-4424-A94C-77191DC3ADEF}"/>
                </a:ext>
              </a:extLst>
            </p:cNvPr>
            <p:cNvSpPr>
              <a:spLocks noChangeArrowheads="1"/>
            </p:cNvSpPr>
            <p:nvPr/>
          </p:nvSpPr>
          <p:spPr bwMode="auto">
            <a:xfrm>
              <a:off x="3084513" y="1039813"/>
              <a:ext cx="14493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14" name="Rectangle 838">
              <a:extLst>
                <a:ext uri="{FF2B5EF4-FFF2-40B4-BE49-F238E27FC236}">
                  <a16:creationId xmlns:a16="http://schemas.microsoft.com/office/drawing/2014/main" id="{F05D1AFC-56FC-4742-82E8-270F3420FAC5}"/>
                </a:ext>
              </a:extLst>
            </p:cNvPr>
            <p:cNvSpPr>
              <a:spLocks noChangeArrowheads="1"/>
            </p:cNvSpPr>
            <p:nvPr/>
          </p:nvSpPr>
          <p:spPr bwMode="auto">
            <a:xfrm>
              <a:off x="3860800" y="1093788"/>
              <a:ext cx="492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5" name="Rectangle 839">
              <a:extLst>
                <a:ext uri="{FF2B5EF4-FFF2-40B4-BE49-F238E27FC236}">
                  <a16:creationId xmlns:a16="http://schemas.microsoft.com/office/drawing/2014/main" id="{EC1A3D20-7C51-40DA-BC0F-E32EAEED75AB}"/>
                </a:ext>
              </a:extLst>
            </p:cNvPr>
            <p:cNvSpPr>
              <a:spLocks noChangeArrowheads="1"/>
            </p:cNvSpPr>
            <p:nvPr/>
          </p:nvSpPr>
          <p:spPr bwMode="auto">
            <a:xfrm>
              <a:off x="6169025" y="2411413"/>
              <a:ext cx="839788"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16" name="Rectangle 840">
              <a:extLst>
                <a:ext uri="{FF2B5EF4-FFF2-40B4-BE49-F238E27FC236}">
                  <a16:creationId xmlns:a16="http://schemas.microsoft.com/office/drawing/2014/main" id="{50008901-B544-4C28-93BA-0EE41FE6013F}"/>
                </a:ext>
              </a:extLst>
            </p:cNvPr>
            <p:cNvSpPr>
              <a:spLocks noChangeArrowheads="1"/>
            </p:cNvSpPr>
            <p:nvPr/>
          </p:nvSpPr>
          <p:spPr bwMode="auto">
            <a:xfrm>
              <a:off x="311150" y="4951413"/>
              <a:ext cx="839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17" name="Rectangle 841">
              <a:extLst>
                <a:ext uri="{FF2B5EF4-FFF2-40B4-BE49-F238E27FC236}">
                  <a16:creationId xmlns:a16="http://schemas.microsoft.com/office/drawing/2014/main" id="{E6458E71-88FD-403C-A251-5AB488E20F67}"/>
                </a:ext>
              </a:extLst>
            </p:cNvPr>
            <p:cNvSpPr>
              <a:spLocks noChangeArrowheads="1"/>
            </p:cNvSpPr>
            <p:nvPr/>
          </p:nvSpPr>
          <p:spPr bwMode="auto">
            <a:xfrm>
              <a:off x="196850" y="4151313"/>
              <a:ext cx="144938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18" name="Rectangle 842">
              <a:extLst>
                <a:ext uri="{FF2B5EF4-FFF2-40B4-BE49-F238E27FC236}">
                  <a16:creationId xmlns:a16="http://schemas.microsoft.com/office/drawing/2014/main" id="{08873A42-27F8-422C-A098-1E14BE969AC1}"/>
                </a:ext>
              </a:extLst>
            </p:cNvPr>
            <p:cNvSpPr>
              <a:spLocks noChangeArrowheads="1"/>
            </p:cNvSpPr>
            <p:nvPr/>
          </p:nvSpPr>
          <p:spPr bwMode="auto">
            <a:xfrm>
              <a:off x="636588" y="4003675"/>
              <a:ext cx="492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9" name="Rectangle 843">
              <a:extLst>
                <a:ext uri="{FF2B5EF4-FFF2-40B4-BE49-F238E27FC236}">
                  <a16:creationId xmlns:a16="http://schemas.microsoft.com/office/drawing/2014/main" id="{B6CEF25D-FA20-40DE-AA98-C31EFD3E5DC8}"/>
                </a:ext>
              </a:extLst>
            </p:cNvPr>
            <p:cNvSpPr>
              <a:spLocks noChangeArrowheads="1"/>
            </p:cNvSpPr>
            <p:nvPr/>
          </p:nvSpPr>
          <p:spPr bwMode="auto">
            <a:xfrm>
              <a:off x="7397750" y="2525713"/>
              <a:ext cx="839788"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20" name="Rectangle 844">
              <a:extLst>
                <a:ext uri="{FF2B5EF4-FFF2-40B4-BE49-F238E27FC236}">
                  <a16:creationId xmlns:a16="http://schemas.microsoft.com/office/drawing/2014/main" id="{66A62F43-8571-47C0-A50E-4347504E1FF9}"/>
                </a:ext>
              </a:extLst>
            </p:cNvPr>
            <p:cNvSpPr>
              <a:spLocks noChangeArrowheads="1"/>
            </p:cNvSpPr>
            <p:nvPr/>
          </p:nvSpPr>
          <p:spPr bwMode="auto">
            <a:xfrm>
              <a:off x="4795838" y="1039813"/>
              <a:ext cx="20589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21" name="Rectangle 845">
              <a:extLst>
                <a:ext uri="{FF2B5EF4-FFF2-40B4-BE49-F238E27FC236}">
                  <a16:creationId xmlns:a16="http://schemas.microsoft.com/office/drawing/2014/main" id="{04FB8A54-3B92-4A3F-A65F-58E2F7D61828}"/>
                </a:ext>
              </a:extLst>
            </p:cNvPr>
            <p:cNvSpPr>
              <a:spLocks noChangeArrowheads="1"/>
            </p:cNvSpPr>
            <p:nvPr/>
          </p:nvSpPr>
          <p:spPr bwMode="auto">
            <a:xfrm>
              <a:off x="5565775" y="1235075"/>
              <a:ext cx="492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22" name="Rectangle 846">
              <a:extLst>
                <a:ext uri="{FF2B5EF4-FFF2-40B4-BE49-F238E27FC236}">
                  <a16:creationId xmlns:a16="http://schemas.microsoft.com/office/drawing/2014/main" id="{B75C2EA0-3818-45AA-AB6F-A0DF5B4B3224}"/>
                </a:ext>
              </a:extLst>
            </p:cNvPr>
            <p:cNvSpPr>
              <a:spLocks noChangeArrowheads="1"/>
            </p:cNvSpPr>
            <p:nvPr/>
          </p:nvSpPr>
          <p:spPr bwMode="auto">
            <a:xfrm>
              <a:off x="5399088" y="2549525"/>
              <a:ext cx="492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23" name="Freeform 848">
              <a:extLst>
                <a:ext uri="{FF2B5EF4-FFF2-40B4-BE49-F238E27FC236}">
                  <a16:creationId xmlns:a16="http://schemas.microsoft.com/office/drawing/2014/main" id="{AD85B43A-BD45-4349-8217-A3A483DC860A}"/>
                </a:ext>
              </a:extLst>
            </p:cNvPr>
            <p:cNvSpPr>
              <a:spLocks/>
            </p:cNvSpPr>
            <p:nvPr/>
          </p:nvSpPr>
          <p:spPr bwMode="auto">
            <a:xfrm>
              <a:off x="882650" y="2971800"/>
              <a:ext cx="1706563" cy="1611313"/>
            </a:xfrm>
            <a:custGeom>
              <a:avLst/>
              <a:gdLst>
                <a:gd name="T0" fmla="*/ 2147483646 w 1440"/>
                <a:gd name="T1" fmla="*/ 0 h 2015"/>
                <a:gd name="T2" fmla="*/ 2147483646 w 1440"/>
                <a:gd name="T3" fmla="*/ 2147483646 h 2015"/>
                <a:gd name="T4" fmla="*/ 2147483646 w 1440"/>
                <a:gd name="T5" fmla="*/ 2147483646 h 2015"/>
                <a:gd name="T6" fmla="*/ 0 w 1440"/>
                <a:gd name="T7" fmla="*/ 2147483646 h 20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40" h="2015">
                  <a:moveTo>
                    <a:pt x="1440" y="0"/>
                  </a:moveTo>
                  <a:lnTo>
                    <a:pt x="480" y="1176"/>
                  </a:lnTo>
                  <a:lnTo>
                    <a:pt x="801" y="1007"/>
                  </a:lnTo>
                  <a:lnTo>
                    <a:pt x="0" y="2015"/>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914400"/>
              <a:endParaRPr lang="en-GB" sz="1200">
                <a:solidFill>
                  <a:srgbClr val="000000"/>
                </a:solidFill>
                <a:ea typeface="+mn-ea"/>
                <a:cs typeface="Arial" panose="020B0604020202020204" pitchFamily="34" charset="0"/>
              </a:endParaRPr>
            </a:p>
          </p:txBody>
        </p:sp>
        <p:sp>
          <p:nvSpPr>
            <p:cNvPr id="24" name="Rectangle 849">
              <a:extLst>
                <a:ext uri="{FF2B5EF4-FFF2-40B4-BE49-F238E27FC236}">
                  <a16:creationId xmlns:a16="http://schemas.microsoft.com/office/drawing/2014/main" id="{797CFFCA-1E8E-459E-B48E-664031AD0FBF}"/>
                </a:ext>
              </a:extLst>
            </p:cNvPr>
            <p:cNvSpPr>
              <a:spLocks noChangeArrowheads="1"/>
            </p:cNvSpPr>
            <p:nvPr/>
          </p:nvSpPr>
          <p:spPr bwMode="auto">
            <a:xfrm>
              <a:off x="152400" y="4724400"/>
              <a:ext cx="106521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Times New Roman" panose="02020603050405020304" pitchFamily="18" charset="0"/>
                  <a:ea typeface="+mn-ea"/>
                  <a:cs typeface="Arial" panose="020B0604020202020204" pitchFamily="34" charset="0"/>
                </a:rPr>
                <a:t>3rd party</a:t>
              </a:r>
            </a:p>
            <a:p>
              <a:pPr defTabSz="914400" eaLnBrk="1" hangingPunct="1">
                <a:lnSpc>
                  <a:spcPct val="100000"/>
                </a:lnSpc>
                <a:spcBef>
                  <a:spcPct val="0"/>
                </a:spcBef>
                <a:buSzTx/>
                <a:buFontTx/>
                <a:buNone/>
              </a:pPr>
              <a:r>
                <a:rPr lang="en-US" altLang="en-US" sz="1400" b="0">
                  <a:solidFill>
                    <a:srgbClr val="010307"/>
                  </a:solidFill>
                  <a:latin typeface="Times New Roman" panose="02020603050405020304" pitchFamily="18" charset="0"/>
                  <a:ea typeface="+mn-ea"/>
                  <a:cs typeface="Arial" panose="020B0604020202020204" pitchFamily="34" charset="0"/>
                </a:rPr>
                <a:t>controllers,</a:t>
              </a:r>
            </a:p>
            <a:p>
              <a:pPr defTabSz="914400" eaLnBrk="1" hangingPunct="1">
                <a:lnSpc>
                  <a:spcPct val="100000"/>
                </a:lnSpc>
                <a:spcBef>
                  <a:spcPct val="0"/>
                </a:spcBef>
                <a:buSzTx/>
                <a:buFontTx/>
                <a:buNone/>
              </a:pPr>
              <a:r>
                <a:rPr lang="en-US" altLang="en-US" sz="1400" b="0">
                  <a:solidFill>
                    <a:srgbClr val="010307"/>
                  </a:solidFill>
                  <a:latin typeface="Times New Roman" panose="02020603050405020304" pitchFamily="18" charset="0"/>
                  <a:ea typeface="+mn-ea"/>
                  <a:cs typeface="Arial" panose="020B0604020202020204" pitchFamily="34" charset="0"/>
                </a:rPr>
                <a:t>servers etc</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25" name="Rectangle 850">
              <a:extLst>
                <a:ext uri="{FF2B5EF4-FFF2-40B4-BE49-F238E27FC236}">
                  <a16:creationId xmlns:a16="http://schemas.microsoft.com/office/drawing/2014/main" id="{CB0D7416-D2D9-4616-B364-8E08B795B299}"/>
                </a:ext>
              </a:extLst>
            </p:cNvPr>
            <p:cNvSpPr>
              <a:spLocks noChangeArrowheads="1"/>
            </p:cNvSpPr>
            <p:nvPr/>
          </p:nvSpPr>
          <p:spPr bwMode="auto">
            <a:xfrm>
              <a:off x="304800" y="3724275"/>
              <a:ext cx="996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Serial or fieldbus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pic>
          <p:nvPicPr>
            <p:cNvPr id="26" name="Picture 851">
              <a:extLst>
                <a:ext uri="{FF2B5EF4-FFF2-40B4-BE49-F238E27FC236}">
                  <a16:creationId xmlns:a16="http://schemas.microsoft.com/office/drawing/2014/main" id="{AAD6EBD4-9CF5-409B-A112-7C10A8239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216400"/>
              <a:ext cx="609600"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Line 853">
              <a:extLst>
                <a:ext uri="{FF2B5EF4-FFF2-40B4-BE49-F238E27FC236}">
                  <a16:creationId xmlns:a16="http://schemas.microsoft.com/office/drawing/2014/main" id="{3AC392DD-71C2-424D-AFDC-CF698AA56D7A}"/>
                </a:ext>
              </a:extLst>
            </p:cNvPr>
            <p:cNvSpPr>
              <a:spLocks noChangeShapeType="1"/>
            </p:cNvSpPr>
            <p:nvPr/>
          </p:nvSpPr>
          <p:spPr bwMode="auto">
            <a:xfrm flipV="1">
              <a:off x="7762875" y="2863850"/>
              <a:ext cx="0" cy="401638"/>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28" name="Line 854">
              <a:extLst>
                <a:ext uri="{FF2B5EF4-FFF2-40B4-BE49-F238E27FC236}">
                  <a16:creationId xmlns:a16="http://schemas.microsoft.com/office/drawing/2014/main" id="{4B30D3DC-88AC-4656-A6B7-4CAC1F29B81F}"/>
                </a:ext>
              </a:extLst>
            </p:cNvPr>
            <p:cNvSpPr>
              <a:spLocks noChangeShapeType="1"/>
            </p:cNvSpPr>
            <p:nvPr/>
          </p:nvSpPr>
          <p:spPr bwMode="auto">
            <a:xfrm flipV="1">
              <a:off x="7837488" y="2938463"/>
              <a:ext cx="0" cy="401637"/>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29" name="Line 855">
              <a:extLst>
                <a:ext uri="{FF2B5EF4-FFF2-40B4-BE49-F238E27FC236}">
                  <a16:creationId xmlns:a16="http://schemas.microsoft.com/office/drawing/2014/main" id="{D372EDB5-59B7-46BD-8B5B-17E88E669F2C}"/>
                </a:ext>
              </a:extLst>
            </p:cNvPr>
            <p:cNvSpPr>
              <a:spLocks noChangeShapeType="1"/>
            </p:cNvSpPr>
            <p:nvPr/>
          </p:nvSpPr>
          <p:spPr bwMode="auto">
            <a:xfrm flipV="1">
              <a:off x="7759700" y="2174875"/>
              <a:ext cx="0" cy="401638"/>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30" name="Line 856">
              <a:extLst>
                <a:ext uri="{FF2B5EF4-FFF2-40B4-BE49-F238E27FC236}">
                  <a16:creationId xmlns:a16="http://schemas.microsoft.com/office/drawing/2014/main" id="{3C8A5FAE-7F1C-4813-B9C6-91FA04646B7D}"/>
                </a:ext>
              </a:extLst>
            </p:cNvPr>
            <p:cNvSpPr>
              <a:spLocks noChangeShapeType="1"/>
            </p:cNvSpPr>
            <p:nvPr/>
          </p:nvSpPr>
          <p:spPr bwMode="auto">
            <a:xfrm flipV="1">
              <a:off x="7834313" y="2260600"/>
              <a:ext cx="0" cy="401638"/>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pic>
          <p:nvPicPr>
            <p:cNvPr id="31" name="Picture 857">
              <a:extLst>
                <a:ext uri="{FF2B5EF4-FFF2-40B4-BE49-F238E27FC236}">
                  <a16:creationId xmlns:a16="http://schemas.microsoft.com/office/drawing/2014/main" id="{3C18255C-8064-4821-AF88-37A7CE6DC6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2613" y="2470150"/>
              <a:ext cx="7048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Rectangle 858">
              <a:extLst>
                <a:ext uri="{FF2B5EF4-FFF2-40B4-BE49-F238E27FC236}">
                  <a16:creationId xmlns:a16="http://schemas.microsoft.com/office/drawing/2014/main" id="{E88ACF60-5F8A-4017-8935-66A06F9AA1F6}"/>
                </a:ext>
              </a:extLst>
            </p:cNvPr>
            <p:cNvSpPr>
              <a:spLocks noChangeArrowheads="1"/>
            </p:cNvSpPr>
            <p:nvPr/>
          </p:nvSpPr>
          <p:spPr bwMode="auto">
            <a:xfrm>
              <a:off x="8075613" y="2514600"/>
              <a:ext cx="92551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engineering</a:t>
              </a:r>
            </a:p>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workplace</a:t>
              </a:r>
            </a:p>
          </p:txBody>
        </p:sp>
        <p:pic>
          <p:nvPicPr>
            <p:cNvPr id="33" name="Picture 859">
              <a:extLst>
                <a:ext uri="{FF2B5EF4-FFF2-40B4-BE49-F238E27FC236}">
                  <a16:creationId xmlns:a16="http://schemas.microsoft.com/office/drawing/2014/main" id="{AD1E70E4-1A8C-4EB7-995D-85FA0EC70E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435" b="18990"/>
            <a:stretch>
              <a:fillRect/>
            </a:stretch>
          </p:blipFill>
          <p:spPr bwMode="auto">
            <a:xfrm>
              <a:off x="7694613" y="2514600"/>
              <a:ext cx="228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860">
              <a:extLst>
                <a:ext uri="{FF2B5EF4-FFF2-40B4-BE49-F238E27FC236}">
                  <a16:creationId xmlns:a16="http://schemas.microsoft.com/office/drawing/2014/main" id="{D758AD70-601F-4BB4-BB06-F09A4C554DF0}"/>
                </a:ext>
              </a:extLst>
            </p:cNvPr>
            <p:cNvSpPr>
              <a:spLocks noChangeArrowheads="1"/>
            </p:cNvSpPr>
            <p:nvPr/>
          </p:nvSpPr>
          <p:spPr bwMode="auto">
            <a:xfrm>
              <a:off x="7137400" y="2663825"/>
              <a:ext cx="492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pic>
          <p:nvPicPr>
            <p:cNvPr id="35" name="Picture 865">
              <a:extLst>
                <a:ext uri="{FF2B5EF4-FFF2-40B4-BE49-F238E27FC236}">
                  <a16:creationId xmlns:a16="http://schemas.microsoft.com/office/drawing/2014/main" id="{2617BDB5-314F-490D-9614-75B57F791B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1063" y="5729288"/>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866">
              <a:extLst>
                <a:ext uri="{FF2B5EF4-FFF2-40B4-BE49-F238E27FC236}">
                  <a16:creationId xmlns:a16="http://schemas.microsoft.com/office/drawing/2014/main" id="{5CD214BF-AF80-419A-9F10-D280EEDF0D8D}"/>
                </a:ext>
              </a:extLst>
            </p:cNvPr>
            <p:cNvSpPr>
              <a:spLocks noChangeArrowheads="1"/>
            </p:cNvSpPr>
            <p:nvPr/>
          </p:nvSpPr>
          <p:spPr bwMode="auto">
            <a:xfrm>
              <a:off x="1446213" y="4419600"/>
              <a:ext cx="7969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Field Bus</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37" name="Rectangle 867">
              <a:extLst>
                <a:ext uri="{FF2B5EF4-FFF2-40B4-BE49-F238E27FC236}">
                  <a16:creationId xmlns:a16="http://schemas.microsoft.com/office/drawing/2014/main" id="{185CD107-BC68-4610-87DA-E8ACA290A0C8}"/>
                </a:ext>
              </a:extLst>
            </p:cNvPr>
            <p:cNvSpPr>
              <a:spLocks noChangeArrowheads="1"/>
            </p:cNvSpPr>
            <p:nvPr/>
          </p:nvSpPr>
          <p:spPr bwMode="auto">
            <a:xfrm>
              <a:off x="2370138" y="5538788"/>
              <a:ext cx="17462" cy="2286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grpSp>
          <p:nvGrpSpPr>
            <p:cNvPr id="38" name="Group 868">
              <a:extLst>
                <a:ext uri="{FF2B5EF4-FFF2-40B4-BE49-F238E27FC236}">
                  <a16:creationId xmlns:a16="http://schemas.microsoft.com/office/drawing/2014/main" id="{5D62E7EE-5A7B-4133-AC55-12B180CD3144}"/>
                </a:ext>
              </a:extLst>
            </p:cNvPr>
            <p:cNvGrpSpPr>
              <a:grpSpLocks/>
            </p:cNvGrpSpPr>
            <p:nvPr/>
          </p:nvGrpSpPr>
          <p:grpSpPr bwMode="auto">
            <a:xfrm>
              <a:off x="3081338" y="5713413"/>
              <a:ext cx="455612" cy="371475"/>
              <a:chOff x="2676" y="2913"/>
              <a:chExt cx="287" cy="234"/>
            </a:xfrm>
          </p:grpSpPr>
          <p:pic>
            <p:nvPicPr>
              <p:cNvPr id="39" name="Picture 869">
                <a:extLst>
                  <a:ext uri="{FF2B5EF4-FFF2-40B4-BE49-F238E27FC236}">
                    <a16:creationId xmlns:a16="http://schemas.microsoft.com/office/drawing/2014/main" id="{E4EAA029-7A6C-4C80-B4A1-1A6B3DA44A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6" y="2913"/>
                <a:ext cx="287"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870">
                <a:extLst>
                  <a:ext uri="{FF2B5EF4-FFF2-40B4-BE49-F238E27FC236}">
                    <a16:creationId xmlns:a16="http://schemas.microsoft.com/office/drawing/2014/main" id="{31058BB9-1A04-485B-80BB-9CAFB4BA9FD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6" y="2913"/>
                <a:ext cx="287"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1" name="Group 871">
              <a:extLst>
                <a:ext uri="{FF2B5EF4-FFF2-40B4-BE49-F238E27FC236}">
                  <a16:creationId xmlns:a16="http://schemas.microsoft.com/office/drawing/2014/main" id="{F4B2A4DE-0654-4BC9-B1DC-BA82DDAEF879}"/>
                </a:ext>
              </a:extLst>
            </p:cNvPr>
            <p:cNvGrpSpPr>
              <a:grpSpLocks/>
            </p:cNvGrpSpPr>
            <p:nvPr/>
          </p:nvGrpSpPr>
          <p:grpSpPr bwMode="auto">
            <a:xfrm>
              <a:off x="3697288" y="5797550"/>
              <a:ext cx="344487" cy="500063"/>
              <a:chOff x="3112" y="2966"/>
              <a:chExt cx="217" cy="315"/>
            </a:xfrm>
          </p:grpSpPr>
          <p:grpSp>
            <p:nvGrpSpPr>
              <p:cNvPr id="42" name="Group 872">
                <a:extLst>
                  <a:ext uri="{FF2B5EF4-FFF2-40B4-BE49-F238E27FC236}">
                    <a16:creationId xmlns:a16="http://schemas.microsoft.com/office/drawing/2014/main" id="{BD5F0B11-4BBD-4E23-A4B6-63F5B51BD33A}"/>
                  </a:ext>
                </a:extLst>
              </p:cNvPr>
              <p:cNvGrpSpPr>
                <a:grpSpLocks/>
              </p:cNvGrpSpPr>
              <p:nvPr/>
            </p:nvGrpSpPr>
            <p:grpSpPr bwMode="auto">
              <a:xfrm>
                <a:off x="3112" y="2966"/>
                <a:ext cx="217" cy="170"/>
                <a:chOff x="3112" y="2966"/>
                <a:chExt cx="217" cy="170"/>
              </a:xfrm>
            </p:grpSpPr>
            <p:pic>
              <p:nvPicPr>
                <p:cNvPr id="233" name="Picture 873">
                  <a:extLst>
                    <a:ext uri="{FF2B5EF4-FFF2-40B4-BE49-F238E27FC236}">
                      <a16:creationId xmlns:a16="http://schemas.microsoft.com/office/drawing/2014/main" id="{03B9D779-94D6-4146-8266-CF8BC2166DA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1" y="2966"/>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4" name="Picture 874">
                  <a:extLst>
                    <a:ext uri="{FF2B5EF4-FFF2-40B4-BE49-F238E27FC236}">
                      <a16:creationId xmlns:a16="http://schemas.microsoft.com/office/drawing/2014/main" id="{56DBFB5C-0B5C-4DF5-A8AB-342BF184493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82" y="2966"/>
                  <a:ext cx="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 name="Picture 875">
                  <a:extLst>
                    <a:ext uri="{FF2B5EF4-FFF2-40B4-BE49-F238E27FC236}">
                      <a16:creationId xmlns:a16="http://schemas.microsoft.com/office/drawing/2014/main" id="{E1910CB1-6EB5-4A9B-9C51-B8AC628EFB8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49" y="2966"/>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 name="Picture 876">
                  <a:extLst>
                    <a:ext uri="{FF2B5EF4-FFF2-40B4-BE49-F238E27FC236}">
                      <a16:creationId xmlns:a16="http://schemas.microsoft.com/office/drawing/2014/main" id="{356C23C2-2658-4EF9-BD77-404D4B984B6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86" y="2966"/>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 name="Picture 877">
                  <a:extLst>
                    <a:ext uri="{FF2B5EF4-FFF2-40B4-BE49-F238E27FC236}">
                      <a16:creationId xmlns:a16="http://schemas.microsoft.com/office/drawing/2014/main" id="{805FC173-1C22-47C6-A42C-E50FC9BE067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21" y="2967"/>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8" name="Picture 878">
                  <a:extLst>
                    <a:ext uri="{FF2B5EF4-FFF2-40B4-BE49-F238E27FC236}">
                      <a16:creationId xmlns:a16="http://schemas.microsoft.com/office/drawing/2014/main" id="{76DD5577-2443-4CCC-A4EC-6B0FC43EB3A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82" y="2967"/>
                  <a:ext cx="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 name="Picture 879">
                  <a:extLst>
                    <a:ext uri="{FF2B5EF4-FFF2-40B4-BE49-F238E27FC236}">
                      <a16:creationId xmlns:a16="http://schemas.microsoft.com/office/drawing/2014/main" id="{499C847D-D6E4-4508-A6C7-881E66D34D0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49" y="2967"/>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0" name="Picture 880">
                  <a:extLst>
                    <a:ext uri="{FF2B5EF4-FFF2-40B4-BE49-F238E27FC236}">
                      <a16:creationId xmlns:a16="http://schemas.microsoft.com/office/drawing/2014/main" id="{323D9399-F1B4-40CC-A3A8-0FC260A169C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86" y="2967"/>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1" name="Picture 881">
                  <a:extLst>
                    <a:ext uri="{FF2B5EF4-FFF2-40B4-BE49-F238E27FC236}">
                      <a16:creationId xmlns:a16="http://schemas.microsoft.com/office/drawing/2014/main" id="{6613DA47-E3B0-4C34-8963-726FB296B90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21" y="2968"/>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2" name="Picture 882">
                  <a:extLst>
                    <a:ext uri="{FF2B5EF4-FFF2-40B4-BE49-F238E27FC236}">
                      <a16:creationId xmlns:a16="http://schemas.microsoft.com/office/drawing/2014/main" id="{3D5BBFE7-E3A4-45A0-B9AF-82609D23088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82" y="2968"/>
                  <a:ext cx="13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3" name="Picture 883">
                  <a:extLst>
                    <a:ext uri="{FF2B5EF4-FFF2-40B4-BE49-F238E27FC236}">
                      <a16:creationId xmlns:a16="http://schemas.microsoft.com/office/drawing/2014/main" id="{B7887959-68DE-40BE-9751-904EEAD945E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21" y="2969"/>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4" name="Picture 884">
                  <a:extLst>
                    <a:ext uri="{FF2B5EF4-FFF2-40B4-BE49-F238E27FC236}">
                      <a16:creationId xmlns:a16="http://schemas.microsoft.com/office/drawing/2014/main" id="{8C32A43C-9031-45FC-8525-315917F5B40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83" y="2969"/>
                  <a:ext cx="13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 name="Picture 885">
                  <a:extLst>
                    <a:ext uri="{FF2B5EF4-FFF2-40B4-BE49-F238E27FC236}">
                      <a16:creationId xmlns:a16="http://schemas.microsoft.com/office/drawing/2014/main" id="{902AD598-6DE8-443D-B094-733E0C3F5DF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121" y="2970"/>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 name="Picture 886">
                  <a:extLst>
                    <a:ext uri="{FF2B5EF4-FFF2-40B4-BE49-F238E27FC236}">
                      <a16:creationId xmlns:a16="http://schemas.microsoft.com/office/drawing/2014/main" id="{C5E884B7-E37F-47EA-ACBC-16CF1FB998F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83" y="2970"/>
                  <a:ext cx="13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 name="Picture 887">
                  <a:extLst>
                    <a:ext uri="{FF2B5EF4-FFF2-40B4-BE49-F238E27FC236}">
                      <a16:creationId xmlns:a16="http://schemas.microsoft.com/office/drawing/2014/main" id="{D6B5627C-499C-4729-BF03-D8291A6E4C43}"/>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121" y="2971"/>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8" name="Picture 888">
                  <a:extLst>
                    <a:ext uri="{FF2B5EF4-FFF2-40B4-BE49-F238E27FC236}">
                      <a16:creationId xmlns:a16="http://schemas.microsoft.com/office/drawing/2014/main" id="{8525D85D-2A11-4ECC-B757-0416F11EC78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21" y="2972"/>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9" name="Picture 889">
                  <a:extLst>
                    <a:ext uri="{FF2B5EF4-FFF2-40B4-BE49-F238E27FC236}">
                      <a16:creationId xmlns:a16="http://schemas.microsoft.com/office/drawing/2014/main" id="{EC16DC2A-D2A9-4627-A9C3-3841C836256C}"/>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121" y="2973"/>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 name="Picture 890">
                  <a:extLst>
                    <a:ext uri="{FF2B5EF4-FFF2-40B4-BE49-F238E27FC236}">
                      <a16:creationId xmlns:a16="http://schemas.microsoft.com/office/drawing/2014/main" id="{99ECF727-B293-4274-9F84-10742200951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21" y="297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891">
                  <a:extLst>
                    <a:ext uri="{FF2B5EF4-FFF2-40B4-BE49-F238E27FC236}">
                      <a16:creationId xmlns:a16="http://schemas.microsoft.com/office/drawing/2014/main" id="{CE892770-2E08-4BE9-9424-4B7654A66C31}"/>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21" y="297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2" name="Picture 892">
                  <a:extLst>
                    <a:ext uri="{FF2B5EF4-FFF2-40B4-BE49-F238E27FC236}">
                      <a16:creationId xmlns:a16="http://schemas.microsoft.com/office/drawing/2014/main" id="{FB327AC9-B012-4A53-8678-05EFBDE0D810}"/>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121" y="2976"/>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 name="Picture 893">
                  <a:extLst>
                    <a:ext uri="{FF2B5EF4-FFF2-40B4-BE49-F238E27FC236}">
                      <a16:creationId xmlns:a16="http://schemas.microsoft.com/office/drawing/2014/main" id="{9C99F204-4B49-45A2-8792-F42D3542D9D6}"/>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121" y="297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 name="Picture 894">
                  <a:extLst>
                    <a:ext uri="{FF2B5EF4-FFF2-40B4-BE49-F238E27FC236}">
                      <a16:creationId xmlns:a16="http://schemas.microsoft.com/office/drawing/2014/main" id="{CDB9D049-70A0-4CB8-8939-C535FBA93AAB}"/>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121" y="2978"/>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5" name="Picture 895">
                  <a:extLst>
                    <a:ext uri="{FF2B5EF4-FFF2-40B4-BE49-F238E27FC236}">
                      <a16:creationId xmlns:a16="http://schemas.microsoft.com/office/drawing/2014/main" id="{E4B6DA0D-48DD-4141-AC08-E5193D87307F}"/>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121" y="297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 name="Picture 896">
                  <a:extLst>
                    <a:ext uri="{FF2B5EF4-FFF2-40B4-BE49-F238E27FC236}">
                      <a16:creationId xmlns:a16="http://schemas.microsoft.com/office/drawing/2014/main" id="{27401FF2-C99D-49AB-BB80-F2A4F54EA958}"/>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121" y="298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7" name="Picture 897">
                  <a:extLst>
                    <a:ext uri="{FF2B5EF4-FFF2-40B4-BE49-F238E27FC236}">
                      <a16:creationId xmlns:a16="http://schemas.microsoft.com/office/drawing/2014/main" id="{0FC2AFB9-3C22-4F66-8E2E-B8F5C427264D}"/>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121" y="2981"/>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8" name="Picture 898">
                  <a:extLst>
                    <a:ext uri="{FF2B5EF4-FFF2-40B4-BE49-F238E27FC236}">
                      <a16:creationId xmlns:a16="http://schemas.microsoft.com/office/drawing/2014/main" id="{EF5D1B1C-280B-47F1-9D78-048FF22F4426}"/>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121" y="2982"/>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 name="Picture 899">
                  <a:extLst>
                    <a:ext uri="{FF2B5EF4-FFF2-40B4-BE49-F238E27FC236}">
                      <a16:creationId xmlns:a16="http://schemas.microsoft.com/office/drawing/2014/main" id="{3AF54252-EFF8-43FE-BCCA-9E8694D4CB43}"/>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121" y="2983"/>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0" name="Picture 900">
                  <a:extLst>
                    <a:ext uri="{FF2B5EF4-FFF2-40B4-BE49-F238E27FC236}">
                      <a16:creationId xmlns:a16="http://schemas.microsoft.com/office/drawing/2014/main" id="{67286444-577E-413D-9BE2-00A5BC08248F}"/>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121" y="298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 name="Picture 901">
                  <a:extLst>
                    <a:ext uri="{FF2B5EF4-FFF2-40B4-BE49-F238E27FC236}">
                      <a16:creationId xmlns:a16="http://schemas.microsoft.com/office/drawing/2014/main" id="{1E7E21B4-0046-41FC-82D6-A1AF9D73C969}"/>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121" y="298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2" name="Picture 902">
                  <a:extLst>
                    <a:ext uri="{FF2B5EF4-FFF2-40B4-BE49-F238E27FC236}">
                      <a16:creationId xmlns:a16="http://schemas.microsoft.com/office/drawing/2014/main" id="{579D5FBB-3811-45EC-AF72-A75E41BE8F09}"/>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121" y="298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 name="Picture 903">
                  <a:extLst>
                    <a:ext uri="{FF2B5EF4-FFF2-40B4-BE49-F238E27FC236}">
                      <a16:creationId xmlns:a16="http://schemas.microsoft.com/office/drawing/2014/main" id="{E5A0EF1E-20D6-44AE-9FCF-3AA47E9B1768}"/>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121" y="2986"/>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4" name="Picture 904">
                  <a:extLst>
                    <a:ext uri="{FF2B5EF4-FFF2-40B4-BE49-F238E27FC236}">
                      <a16:creationId xmlns:a16="http://schemas.microsoft.com/office/drawing/2014/main" id="{E32725C2-7F41-4DC1-8BE3-AE5CC00994D1}"/>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121" y="298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5" name="Picture 905">
                  <a:extLst>
                    <a:ext uri="{FF2B5EF4-FFF2-40B4-BE49-F238E27FC236}">
                      <a16:creationId xmlns:a16="http://schemas.microsoft.com/office/drawing/2014/main" id="{4B9A54D5-F197-4392-B099-52CA2C9320AA}"/>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3121" y="2988"/>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 name="Picture 906">
                  <a:extLst>
                    <a:ext uri="{FF2B5EF4-FFF2-40B4-BE49-F238E27FC236}">
                      <a16:creationId xmlns:a16="http://schemas.microsoft.com/office/drawing/2014/main" id="{F4B9A4B9-3B5D-4B8D-9350-96291F53F8E2}"/>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121" y="298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 name="Picture 907">
                  <a:extLst>
                    <a:ext uri="{FF2B5EF4-FFF2-40B4-BE49-F238E27FC236}">
                      <a16:creationId xmlns:a16="http://schemas.microsoft.com/office/drawing/2014/main" id="{643DE245-55C5-4E9A-91D9-94B817599C42}"/>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3121" y="299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8" name="Picture 908">
                  <a:extLst>
                    <a:ext uri="{FF2B5EF4-FFF2-40B4-BE49-F238E27FC236}">
                      <a16:creationId xmlns:a16="http://schemas.microsoft.com/office/drawing/2014/main" id="{A852D696-5328-41CE-A5C7-3E95BECF7720}"/>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3121" y="2991"/>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9" name="Picture 909">
                  <a:extLst>
                    <a:ext uri="{FF2B5EF4-FFF2-40B4-BE49-F238E27FC236}">
                      <a16:creationId xmlns:a16="http://schemas.microsoft.com/office/drawing/2014/main" id="{E22F2476-F8F7-4125-BFAA-738F567A97BE}"/>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121" y="2992"/>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0" name="Picture 910">
                  <a:extLst>
                    <a:ext uri="{FF2B5EF4-FFF2-40B4-BE49-F238E27FC236}">
                      <a16:creationId xmlns:a16="http://schemas.microsoft.com/office/drawing/2014/main" id="{FB8A9AF1-9F9D-47C2-AEB4-B1F31F75172B}"/>
                    </a:ext>
                  </a:extLst>
                </p:cNvPr>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3121" y="2993"/>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 name="Picture 911">
                  <a:extLst>
                    <a:ext uri="{FF2B5EF4-FFF2-40B4-BE49-F238E27FC236}">
                      <a16:creationId xmlns:a16="http://schemas.microsoft.com/office/drawing/2014/main" id="{4D6F13D4-6CA8-4996-9A59-1B5477B87533}"/>
                    </a:ext>
                  </a:extLst>
                </p:cNvPr>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3121" y="299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2" name="Picture 912">
                  <a:extLst>
                    <a:ext uri="{FF2B5EF4-FFF2-40B4-BE49-F238E27FC236}">
                      <a16:creationId xmlns:a16="http://schemas.microsoft.com/office/drawing/2014/main" id="{8302917F-4C07-48A8-AF16-2035610B1528}"/>
                    </a:ext>
                  </a:extLst>
                </p:cNvPr>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3121" y="299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3" name="Picture 913">
                  <a:extLst>
                    <a:ext uri="{FF2B5EF4-FFF2-40B4-BE49-F238E27FC236}">
                      <a16:creationId xmlns:a16="http://schemas.microsoft.com/office/drawing/2014/main" id="{CF02AA5E-735A-48E8-9ED7-93B087A19A38}"/>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3121" y="2996"/>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4" name="Picture 914">
                  <a:extLst>
                    <a:ext uri="{FF2B5EF4-FFF2-40B4-BE49-F238E27FC236}">
                      <a16:creationId xmlns:a16="http://schemas.microsoft.com/office/drawing/2014/main" id="{F8096183-61D5-4D9E-9981-0EBD6A78A00E}"/>
                    </a:ext>
                  </a:extLst>
                </p:cNvPr>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3121" y="299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915">
                  <a:extLst>
                    <a:ext uri="{FF2B5EF4-FFF2-40B4-BE49-F238E27FC236}">
                      <a16:creationId xmlns:a16="http://schemas.microsoft.com/office/drawing/2014/main" id="{2861DF1A-0EAD-462B-8BE4-5BB9802D174F}"/>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3121" y="2998"/>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 name="Picture 916">
                  <a:extLst>
                    <a:ext uri="{FF2B5EF4-FFF2-40B4-BE49-F238E27FC236}">
                      <a16:creationId xmlns:a16="http://schemas.microsoft.com/office/drawing/2014/main" id="{8D041AF4-70D2-49C6-ACBE-1367B31D5888}"/>
                    </a:ext>
                  </a:extLst>
                </p:cNvPr>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3121" y="299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 name="Picture 917">
                  <a:extLst>
                    <a:ext uri="{FF2B5EF4-FFF2-40B4-BE49-F238E27FC236}">
                      <a16:creationId xmlns:a16="http://schemas.microsoft.com/office/drawing/2014/main" id="{6AF69CA4-AC0A-4DD9-843C-DB8A3C7865C1}"/>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3121" y="300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918">
                  <a:extLst>
                    <a:ext uri="{FF2B5EF4-FFF2-40B4-BE49-F238E27FC236}">
                      <a16:creationId xmlns:a16="http://schemas.microsoft.com/office/drawing/2014/main" id="{114F0880-FE84-4C9D-A0A5-633B32601B1D}"/>
                    </a:ext>
                  </a:extLst>
                </p:cNvPr>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3121" y="3001"/>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 name="Picture 919">
                  <a:extLst>
                    <a:ext uri="{FF2B5EF4-FFF2-40B4-BE49-F238E27FC236}">
                      <a16:creationId xmlns:a16="http://schemas.microsoft.com/office/drawing/2014/main" id="{6B6B1794-2093-428D-96A4-B728F0D70C66}"/>
                    </a:ext>
                  </a:extLst>
                </p:cNvPr>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3121" y="3002"/>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0" name="Picture 920">
                  <a:extLst>
                    <a:ext uri="{FF2B5EF4-FFF2-40B4-BE49-F238E27FC236}">
                      <a16:creationId xmlns:a16="http://schemas.microsoft.com/office/drawing/2014/main" id="{68F4DCC0-10D2-4C4B-B3D8-D4F714881D6C}"/>
                    </a:ext>
                  </a:extLst>
                </p:cNvPr>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3121" y="3003"/>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 name="Picture 921">
                  <a:extLst>
                    <a:ext uri="{FF2B5EF4-FFF2-40B4-BE49-F238E27FC236}">
                      <a16:creationId xmlns:a16="http://schemas.microsoft.com/office/drawing/2014/main" id="{D2D3FA95-C2EE-45FA-8305-C71A802AC91F}"/>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3121" y="300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2" name="Picture 922">
                  <a:extLst>
                    <a:ext uri="{FF2B5EF4-FFF2-40B4-BE49-F238E27FC236}">
                      <a16:creationId xmlns:a16="http://schemas.microsoft.com/office/drawing/2014/main" id="{E079576E-1D35-45E6-89A5-F6B9C9886869}"/>
                    </a:ext>
                  </a:extLst>
                </p:cNvPr>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3121" y="300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3" name="Picture 923">
                  <a:extLst>
                    <a:ext uri="{FF2B5EF4-FFF2-40B4-BE49-F238E27FC236}">
                      <a16:creationId xmlns:a16="http://schemas.microsoft.com/office/drawing/2014/main" id="{EEE4183F-6A31-4B69-94F7-298D24543794}"/>
                    </a:ext>
                  </a:extLst>
                </p:cNvPr>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3121" y="3006"/>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924">
                  <a:extLst>
                    <a:ext uri="{FF2B5EF4-FFF2-40B4-BE49-F238E27FC236}">
                      <a16:creationId xmlns:a16="http://schemas.microsoft.com/office/drawing/2014/main" id="{1AA8C21A-F7C6-4844-B0B1-DF66A2C5EEAA}"/>
                    </a:ext>
                  </a:extLst>
                </p:cNvPr>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3121" y="300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5" name="Picture 925">
                  <a:extLst>
                    <a:ext uri="{FF2B5EF4-FFF2-40B4-BE49-F238E27FC236}">
                      <a16:creationId xmlns:a16="http://schemas.microsoft.com/office/drawing/2014/main" id="{30E62E56-9FAB-4D11-B50A-94F18A017498}"/>
                    </a:ext>
                  </a:extLst>
                </p:cNvPr>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3121" y="3008"/>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 name="Picture 926">
                  <a:extLst>
                    <a:ext uri="{FF2B5EF4-FFF2-40B4-BE49-F238E27FC236}">
                      <a16:creationId xmlns:a16="http://schemas.microsoft.com/office/drawing/2014/main" id="{E2DB2E2A-48F5-4415-A1FC-FB73CF82707B}"/>
                    </a:ext>
                  </a:extLst>
                </p:cNvPr>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3121" y="300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 name="Picture 927">
                  <a:extLst>
                    <a:ext uri="{FF2B5EF4-FFF2-40B4-BE49-F238E27FC236}">
                      <a16:creationId xmlns:a16="http://schemas.microsoft.com/office/drawing/2014/main" id="{2DD395FB-67C7-41C7-AF6F-EA9ADE4E2AF4}"/>
                    </a:ext>
                  </a:extLst>
                </p:cNvPr>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3121" y="300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928">
                  <a:extLst>
                    <a:ext uri="{FF2B5EF4-FFF2-40B4-BE49-F238E27FC236}">
                      <a16:creationId xmlns:a16="http://schemas.microsoft.com/office/drawing/2014/main" id="{7C431704-93A6-4D62-86C0-D3422DE301EB}"/>
                    </a:ext>
                  </a:extLst>
                </p:cNvPr>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3121" y="301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9" name="Picture 929">
                  <a:extLst>
                    <a:ext uri="{FF2B5EF4-FFF2-40B4-BE49-F238E27FC236}">
                      <a16:creationId xmlns:a16="http://schemas.microsoft.com/office/drawing/2014/main" id="{77EA753B-6093-4C20-9AE9-421EA4217201}"/>
                    </a:ext>
                  </a:extLst>
                </p:cNvPr>
                <p:cNvPicPr>
                  <a:picLocks noChangeAspect="1" noChangeArrowheads="1"/>
                </p:cNvPicPr>
                <p:nvPr/>
              </p:nvPicPr>
              <p:blipFill>
                <a:blip r:embed="rId65">
                  <a:extLst>
                    <a:ext uri="{28A0092B-C50C-407E-A947-70E740481C1C}">
                      <a14:useLocalDpi xmlns:a14="http://schemas.microsoft.com/office/drawing/2010/main" val="0"/>
                    </a:ext>
                  </a:extLst>
                </a:blip>
                <a:srcRect/>
                <a:stretch>
                  <a:fillRect/>
                </a:stretch>
              </p:blipFill>
              <p:spPr bwMode="auto">
                <a:xfrm>
                  <a:off x="3119" y="3011"/>
                  <a:ext cx="2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0" name="Picture 930">
                  <a:extLst>
                    <a:ext uri="{FF2B5EF4-FFF2-40B4-BE49-F238E27FC236}">
                      <a16:creationId xmlns:a16="http://schemas.microsoft.com/office/drawing/2014/main" id="{832CDF29-470A-4CCB-B1E9-B643931C3AB2}"/>
                    </a:ext>
                  </a:extLst>
                </p:cNvPr>
                <p:cNvPicPr>
                  <a:picLocks noChangeAspect="1" noChangeArrowheads="1"/>
                </p:cNvPicPr>
                <p:nvPr/>
              </p:nvPicPr>
              <p:blipFill>
                <a:blip r:embed="rId66">
                  <a:extLst>
                    <a:ext uri="{28A0092B-C50C-407E-A947-70E740481C1C}">
                      <a14:useLocalDpi xmlns:a14="http://schemas.microsoft.com/office/drawing/2010/main" val="0"/>
                    </a:ext>
                  </a:extLst>
                </a:blip>
                <a:srcRect/>
                <a:stretch>
                  <a:fillRect/>
                </a:stretch>
              </p:blipFill>
              <p:spPr bwMode="auto">
                <a:xfrm>
                  <a:off x="3119" y="3012"/>
                  <a:ext cx="2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1" name="Picture 931">
                  <a:extLst>
                    <a:ext uri="{FF2B5EF4-FFF2-40B4-BE49-F238E27FC236}">
                      <a16:creationId xmlns:a16="http://schemas.microsoft.com/office/drawing/2014/main" id="{FC29F673-B15B-447A-9F8B-8B97DA1A58E9}"/>
                    </a:ext>
                  </a:extLst>
                </p:cNvPr>
                <p:cNvPicPr>
                  <a:picLocks noChangeAspect="1" noChangeArrowheads="1"/>
                </p:cNvPicPr>
                <p:nvPr/>
              </p:nvPicPr>
              <p:blipFill>
                <a:blip r:embed="rId67">
                  <a:extLst>
                    <a:ext uri="{28A0092B-C50C-407E-A947-70E740481C1C}">
                      <a14:useLocalDpi xmlns:a14="http://schemas.microsoft.com/office/drawing/2010/main" val="0"/>
                    </a:ext>
                  </a:extLst>
                </a:blip>
                <a:srcRect/>
                <a:stretch>
                  <a:fillRect/>
                </a:stretch>
              </p:blipFill>
              <p:spPr bwMode="auto">
                <a:xfrm>
                  <a:off x="3118" y="3013"/>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2" name="Picture 932">
                  <a:extLst>
                    <a:ext uri="{FF2B5EF4-FFF2-40B4-BE49-F238E27FC236}">
                      <a16:creationId xmlns:a16="http://schemas.microsoft.com/office/drawing/2014/main" id="{6E740971-E456-4106-BAFD-76BAF01E1674}"/>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3118" y="3014"/>
                  <a:ext cx="20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3" name="Picture 933">
                  <a:extLst>
                    <a:ext uri="{FF2B5EF4-FFF2-40B4-BE49-F238E27FC236}">
                      <a16:creationId xmlns:a16="http://schemas.microsoft.com/office/drawing/2014/main" id="{A2942902-93F9-49D3-8184-C056A4BF4D3B}"/>
                    </a:ext>
                  </a:extLst>
                </p:cNvPr>
                <p:cNvPicPr>
                  <a:picLocks noChangeAspect="1" noChangeArrowheads="1"/>
                </p:cNvPicPr>
                <p:nvPr/>
              </p:nvPicPr>
              <p:blipFill>
                <a:blip r:embed="rId69">
                  <a:extLst>
                    <a:ext uri="{28A0092B-C50C-407E-A947-70E740481C1C}">
                      <a14:useLocalDpi xmlns:a14="http://schemas.microsoft.com/office/drawing/2010/main" val="0"/>
                    </a:ext>
                  </a:extLst>
                </a:blip>
                <a:srcRect/>
                <a:stretch>
                  <a:fillRect/>
                </a:stretch>
              </p:blipFill>
              <p:spPr bwMode="auto">
                <a:xfrm>
                  <a:off x="3117" y="3015"/>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4" name="Picture 934">
                  <a:extLst>
                    <a:ext uri="{FF2B5EF4-FFF2-40B4-BE49-F238E27FC236}">
                      <a16:creationId xmlns:a16="http://schemas.microsoft.com/office/drawing/2014/main" id="{22FA4924-AE70-4F86-AF0F-932A7DCABE13}"/>
                    </a:ext>
                  </a:extLst>
                </p:cNvPr>
                <p:cNvPicPr>
                  <a:picLocks noChangeAspect="1" noChangeArrowheads="1"/>
                </p:cNvPicPr>
                <p:nvPr/>
              </p:nvPicPr>
              <p:blipFill>
                <a:blip r:embed="rId70">
                  <a:extLst>
                    <a:ext uri="{28A0092B-C50C-407E-A947-70E740481C1C}">
                      <a14:useLocalDpi xmlns:a14="http://schemas.microsoft.com/office/drawing/2010/main" val="0"/>
                    </a:ext>
                  </a:extLst>
                </a:blip>
                <a:srcRect/>
                <a:stretch>
                  <a:fillRect/>
                </a:stretch>
              </p:blipFill>
              <p:spPr bwMode="auto">
                <a:xfrm>
                  <a:off x="3116" y="3016"/>
                  <a:ext cx="2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5" name="Picture 935">
                  <a:extLst>
                    <a:ext uri="{FF2B5EF4-FFF2-40B4-BE49-F238E27FC236}">
                      <a16:creationId xmlns:a16="http://schemas.microsoft.com/office/drawing/2014/main" id="{5E21AF92-64FD-4202-90B7-B29E552C533B}"/>
                    </a:ext>
                  </a:extLst>
                </p:cNvPr>
                <p:cNvPicPr>
                  <a:picLocks noChangeAspect="1" noChangeArrowheads="1"/>
                </p:cNvPicPr>
                <p:nvPr/>
              </p:nvPicPr>
              <p:blipFill>
                <a:blip r:embed="rId71">
                  <a:extLst>
                    <a:ext uri="{28A0092B-C50C-407E-A947-70E740481C1C}">
                      <a14:useLocalDpi xmlns:a14="http://schemas.microsoft.com/office/drawing/2010/main" val="0"/>
                    </a:ext>
                  </a:extLst>
                </a:blip>
                <a:srcRect/>
                <a:stretch>
                  <a:fillRect/>
                </a:stretch>
              </p:blipFill>
              <p:spPr bwMode="auto">
                <a:xfrm>
                  <a:off x="3116" y="3017"/>
                  <a:ext cx="2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 name="Picture 936">
                  <a:extLst>
                    <a:ext uri="{FF2B5EF4-FFF2-40B4-BE49-F238E27FC236}">
                      <a16:creationId xmlns:a16="http://schemas.microsoft.com/office/drawing/2014/main" id="{43447789-3A7C-491C-B158-5B775C73F342}"/>
                    </a:ext>
                  </a:extLst>
                </p:cNvPr>
                <p:cNvPicPr>
                  <a:picLocks noChangeAspect="1" noChangeArrowheads="1"/>
                </p:cNvPicPr>
                <p:nvPr/>
              </p:nvPicPr>
              <p:blipFill>
                <a:blip r:embed="rId72">
                  <a:extLst>
                    <a:ext uri="{28A0092B-C50C-407E-A947-70E740481C1C}">
                      <a14:useLocalDpi xmlns:a14="http://schemas.microsoft.com/office/drawing/2010/main" val="0"/>
                    </a:ext>
                  </a:extLst>
                </a:blip>
                <a:srcRect/>
                <a:stretch>
                  <a:fillRect/>
                </a:stretch>
              </p:blipFill>
              <p:spPr bwMode="auto">
                <a:xfrm>
                  <a:off x="3115" y="3018"/>
                  <a:ext cx="2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 name="Picture 937">
                  <a:extLst>
                    <a:ext uri="{FF2B5EF4-FFF2-40B4-BE49-F238E27FC236}">
                      <a16:creationId xmlns:a16="http://schemas.microsoft.com/office/drawing/2014/main" id="{6106CA03-184A-4C16-9219-F1C0D423BE2B}"/>
                    </a:ext>
                  </a:extLst>
                </p:cNvPr>
                <p:cNvPicPr>
                  <a:picLocks noChangeAspect="1" noChangeArrowheads="1"/>
                </p:cNvPicPr>
                <p:nvPr/>
              </p:nvPicPr>
              <p:blipFill>
                <a:blip r:embed="rId73">
                  <a:extLst>
                    <a:ext uri="{28A0092B-C50C-407E-A947-70E740481C1C}">
                      <a14:useLocalDpi xmlns:a14="http://schemas.microsoft.com/office/drawing/2010/main" val="0"/>
                    </a:ext>
                  </a:extLst>
                </a:blip>
                <a:srcRect/>
                <a:stretch>
                  <a:fillRect/>
                </a:stretch>
              </p:blipFill>
              <p:spPr bwMode="auto">
                <a:xfrm>
                  <a:off x="3115" y="3019"/>
                  <a:ext cx="2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8" name="Picture 938">
                  <a:extLst>
                    <a:ext uri="{FF2B5EF4-FFF2-40B4-BE49-F238E27FC236}">
                      <a16:creationId xmlns:a16="http://schemas.microsoft.com/office/drawing/2014/main" id="{6E28C428-B32C-4AFE-85C3-C4BC22E367D6}"/>
                    </a:ext>
                  </a:extLst>
                </p:cNvPr>
                <p:cNvPicPr>
                  <a:picLocks noChangeAspect="1" noChangeArrowheads="1"/>
                </p:cNvPicPr>
                <p:nvPr/>
              </p:nvPicPr>
              <p:blipFill>
                <a:blip r:embed="rId74">
                  <a:extLst>
                    <a:ext uri="{28A0092B-C50C-407E-A947-70E740481C1C}">
                      <a14:useLocalDpi xmlns:a14="http://schemas.microsoft.com/office/drawing/2010/main" val="0"/>
                    </a:ext>
                  </a:extLst>
                </a:blip>
                <a:srcRect/>
                <a:stretch>
                  <a:fillRect/>
                </a:stretch>
              </p:blipFill>
              <p:spPr bwMode="auto">
                <a:xfrm>
                  <a:off x="3114" y="3020"/>
                  <a:ext cx="2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9" name="Picture 939">
                  <a:extLst>
                    <a:ext uri="{FF2B5EF4-FFF2-40B4-BE49-F238E27FC236}">
                      <a16:creationId xmlns:a16="http://schemas.microsoft.com/office/drawing/2014/main" id="{2C2C3074-3D14-4950-A3EF-E950ACAEC741}"/>
                    </a:ext>
                  </a:extLst>
                </p:cNvPr>
                <p:cNvPicPr>
                  <a:picLocks noChangeAspect="1" noChangeArrowheads="1"/>
                </p:cNvPicPr>
                <p:nvPr/>
              </p:nvPicPr>
              <p:blipFill>
                <a:blip r:embed="rId75">
                  <a:extLst>
                    <a:ext uri="{28A0092B-C50C-407E-A947-70E740481C1C}">
                      <a14:useLocalDpi xmlns:a14="http://schemas.microsoft.com/office/drawing/2010/main" val="0"/>
                    </a:ext>
                  </a:extLst>
                </a:blip>
                <a:srcRect/>
                <a:stretch>
                  <a:fillRect/>
                </a:stretch>
              </p:blipFill>
              <p:spPr bwMode="auto">
                <a:xfrm>
                  <a:off x="3113" y="3021"/>
                  <a:ext cx="2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0" name="Picture 940">
                  <a:extLst>
                    <a:ext uri="{FF2B5EF4-FFF2-40B4-BE49-F238E27FC236}">
                      <a16:creationId xmlns:a16="http://schemas.microsoft.com/office/drawing/2014/main" id="{7CB684D7-E452-4A14-B4E6-952964D7DFBE}"/>
                    </a:ext>
                  </a:extLst>
                </p:cNvPr>
                <p:cNvPicPr>
                  <a:picLocks noChangeAspect="1" noChangeArrowheads="1"/>
                </p:cNvPicPr>
                <p:nvPr/>
              </p:nvPicPr>
              <p:blipFill>
                <a:blip r:embed="rId76">
                  <a:extLst>
                    <a:ext uri="{28A0092B-C50C-407E-A947-70E740481C1C}">
                      <a14:useLocalDpi xmlns:a14="http://schemas.microsoft.com/office/drawing/2010/main" val="0"/>
                    </a:ext>
                  </a:extLst>
                </a:blip>
                <a:srcRect/>
                <a:stretch>
                  <a:fillRect/>
                </a:stretch>
              </p:blipFill>
              <p:spPr bwMode="auto">
                <a:xfrm>
                  <a:off x="3113" y="3022"/>
                  <a:ext cx="2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1" name="Picture 941">
                  <a:extLst>
                    <a:ext uri="{FF2B5EF4-FFF2-40B4-BE49-F238E27FC236}">
                      <a16:creationId xmlns:a16="http://schemas.microsoft.com/office/drawing/2014/main" id="{6BF963B0-608C-4BB7-B8B7-72A1B157B605}"/>
                    </a:ext>
                  </a:extLst>
                </p:cNvPr>
                <p:cNvPicPr>
                  <a:picLocks noChangeAspect="1" noChangeArrowheads="1"/>
                </p:cNvPicPr>
                <p:nvPr/>
              </p:nvPicPr>
              <p:blipFill>
                <a:blip r:embed="rId77">
                  <a:extLst>
                    <a:ext uri="{28A0092B-C50C-407E-A947-70E740481C1C}">
                      <a14:useLocalDpi xmlns:a14="http://schemas.microsoft.com/office/drawing/2010/main" val="0"/>
                    </a:ext>
                  </a:extLst>
                </a:blip>
                <a:srcRect/>
                <a:stretch>
                  <a:fillRect/>
                </a:stretch>
              </p:blipFill>
              <p:spPr bwMode="auto">
                <a:xfrm>
                  <a:off x="3112" y="3023"/>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2" name="Picture 942">
                  <a:extLst>
                    <a:ext uri="{FF2B5EF4-FFF2-40B4-BE49-F238E27FC236}">
                      <a16:creationId xmlns:a16="http://schemas.microsoft.com/office/drawing/2014/main" id="{8AF330C5-DA70-4B9B-8DA5-03EE53AAE8A7}"/>
                    </a:ext>
                  </a:extLst>
                </p:cNvPr>
                <p:cNvPicPr>
                  <a:picLocks noChangeAspect="1" noChangeArrowheads="1"/>
                </p:cNvPicPr>
                <p:nvPr/>
              </p:nvPicPr>
              <p:blipFill>
                <a:blip r:embed="rId78">
                  <a:extLst>
                    <a:ext uri="{28A0092B-C50C-407E-A947-70E740481C1C}">
                      <a14:useLocalDpi xmlns:a14="http://schemas.microsoft.com/office/drawing/2010/main" val="0"/>
                    </a:ext>
                  </a:extLst>
                </a:blip>
                <a:srcRect/>
                <a:stretch>
                  <a:fillRect/>
                </a:stretch>
              </p:blipFill>
              <p:spPr bwMode="auto">
                <a:xfrm>
                  <a:off x="3112" y="3024"/>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3" name="Picture 943">
                  <a:extLst>
                    <a:ext uri="{FF2B5EF4-FFF2-40B4-BE49-F238E27FC236}">
                      <a16:creationId xmlns:a16="http://schemas.microsoft.com/office/drawing/2014/main" id="{8397D4EF-AF59-46FC-BDFE-9DE7F22672A4}"/>
                    </a:ext>
                  </a:extLst>
                </p:cNvPr>
                <p:cNvPicPr>
                  <a:picLocks noChangeAspect="1" noChangeArrowheads="1"/>
                </p:cNvPicPr>
                <p:nvPr/>
              </p:nvPicPr>
              <p:blipFill>
                <a:blip r:embed="rId79">
                  <a:extLst>
                    <a:ext uri="{28A0092B-C50C-407E-A947-70E740481C1C}">
                      <a14:useLocalDpi xmlns:a14="http://schemas.microsoft.com/office/drawing/2010/main" val="0"/>
                    </a:ext>
                  </a:extLst>
                </a:blip>
                <a:srcRect/>
                <a:stretch>
                  <a:fillRect/>
                </a:stretch>
              </p:blipFill>
              <p:spPr bwMode="auto">
                <a:xfrm>
                  <a:off x="3112" y="3025"/>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4" name="Picture 944">
                  <a:extLst>
                    <a:ext uri="{FF2B5EF4-FFF2-40B4-BE49-F238E27FC236}">
                      <a16:creationId xmlns:a16="http://schemas.microsoft.com/office/drawing/2014/main" id="{6FA6F1C4-FFD9-42A1-ABDE-137BCF566BBC}"/>
                    </a:ext>
                  </a:extLst>
                </p:cNvPr>
                <p:cNvPicPr>
                  <a:picLocks noChangeAspect="1" noChangeArrowheads="1"/>
                </p:cNvPicPr>
                <p:nvPr/>
              </p:nvPicPr>
              <p:blipFill>
                <a:blip r:embed="rId80">
                  <a:extLst>
                    <a:ext uri="{28A0092B-C50C-407E-A947-70E740481C1C}">
                      <a14:useLocalDpi xmlns:a14="http://schemas.microsoft.com/office/drawing/2010/main" val="0"/>
                    </a:ext>
                  </a:extLst>
                </a:blip>
                <a:srcRect/>
                <a:stretch>
                  <a:fillRect/>
                </a:stretch>
              </p:blipFill>
              <p:spPr bwMode="auto">
                <a:xfrm>
                  <a:off x="3112" y="3026"/>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5" name="Picture 945">
                  <a:extLst>
                    <a:ext uri="{FF2B5EF4-FFF2-40B4-BE49-F238E27FC236}">
                      <a16:creationId xmlns:a16="http://schemas.microsoft.com/office/drawing/2014/main" id="{49C1819D-F350-449D-B07F-79B8CCBA8B9C}"/>
                    </a:ext>
                  </a:extLst>
                </p:cNvPr>
                <p:cNvPicPr>
                  <a:picLocks noChangeAspect="1" noChangeArrowheads="1"/>
                </p:cNvPicPr>
                <p:nvPr/>
              </p:nvPicPr>
              <p:blipFill>
                <a:blip r:embed="rId81">
                  <a:extLst>
                    <a:ext uri="{28A0092B-C50C-407E-A947-70E740481C1C}">
                      <a14:useLocalDpi xmlns:a14="http://schemas.microsoft.com/office/drawing/2010/main" val="0"/>
                    </a:ext>
                  </a:extLst>
                </a:blip>
                <a:srcRect/>
                <a:stretch>
                  <a:fillRect/>
                </a:stretch>
              </p:blipFill>
              <p:spPr bwMode="auto">
                <a:xfrm>
                  <a:off x="3112" y="3027"/>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6" name="Picture 946">
                  <a:extLst>
                    <a:ext uri="{FF2B5EF4-FFF2-40B4-BE49-F238E27FC236}">
                      <a16:creationId xmlns:a16="http://schemas.microsoft.com/office/drawing/2014/main" id="{ABBDB17B-E6B8-4FFA-9762-2601D5BFD026}"/>
                    </a:ext>
                  </a:extLst>
                </p:cNvPr>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3112" y="3028"/>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 name="Picture 947">
                  <a:extLst>
                    <a:ext uri="{FF2B5EF4-FFF2-40B4-BE49-F238E27FC236}">
                      <a16:creationId xmlns:a16="http://schemas.microsoft.com/office/drawing/2014/main" id="{2977EB77-9164-4093-A7D2-F858330A39D6}"/>
                    </a:ext>
                  </a:extLst>
                </p:cNvPr>
                <p:cNvPicPr>
                  <a:picLocks noChangeAspect="1" noChangeArrowheads="1"/>
                </p:cNvPicPr>
                <p:nvPr/>
              </p:nvPicPr>
              <p:blipFill>
                <a:blip r:embed="rId83">
                  <a:extLst>
                    <a:ext uri="{28A0092B-C50C-407E-A947-70E740481C1C}">
                      <a14:useLocalDpi xmlns:a14="http://schemas.microsoft.com/office/drawing/2010/main" val="0"/>
                    </a:ext>
                  </a:extLst>
                </a:blip>
                <a:srcRect/>
                <a:stretch>
                  <a:fillRect/>
                </a:stretch>
              </p:blipFill>
              <p:spPr bwMode="auto">
                <a:xfrm>
                  <a:off x="3112" y="3029"/>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 name="Picture 948">
                  <a:extLst>
                    <a:ext uri="{FF2B5EF4-FFF2-40B4-BE49-F238E27FC236}">
                      <a16:creationId xmlns:a16="http://schemas.microsoft.com/office/drawing/2014/main" id="{312859A4-2E15-4D7A-B591-7973B361D266}"/>
                    </a:ext>
                  </a:extLst>
                </p:cNvPr>
                <p:cNvPicPr>
                  <a:picLocks noChangeAspect="1" noChangeArrowheads="1"/>
                </p:cNvPicPr>
                <p:nvPr/>
              </p:nvPicPr>
              <p:blipFill>
                <a:blip r:embed="rId84">
                  <a:extLst>
                    <a:ext uri="{28A0092B-C50C-407E-A947-70E740481C1C}">
                      <a14:useLocalDpi xmlns:a14="http://schemas.microsoft.com/office/drawing/2010/main" val="0"/>
                    </a:ext>
                  </a:extLst>
                </a:blip>
                <a:srcRect/>
                <a:stretch>
                  <a:fillRect/>
                </a:stretch>
              </p:blipFill>
              <p:spPr bwMode="auto">
                <a:xfrm>
                  <a:off x="3118" y="3030"/>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 name="Picture 949">
                  <a:extLst>
                    <a:ext uri="{FF2B5EF4-FFF2-40B4-BE49-F238E27FC236}">
                      <a16:creationId xmlns:a16="http://schemas.microsoft.com/office/drawing/2014/main" id="{22262256-53F8-49B6-8AA7-9B4BF138233F}"/>
                    </a:ext>
                  </a:extLst>
                </p:cNvPr>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3118" y="3031"/>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 name="Picture 950">
                  <a:extLst>
                    <a:ext uri="{FF2B5EF4-FFF2-40B4-BE49-F238E27FC236}">
                      <a16:creationId xmlns:a16="http://schemas.microsoft.com/office/drawing/2014/main" id="{91302AF6-F770-42C9-ACAD-B84BA1181A7C}"/>
                    </a:ext>
                  </a:extLst>
                </p:cNvPr>
                <p:cNvPicPr>
                  <a:picLocks noChangeAspect="1" noChangeArrowheads="1"/>
                </p:cNvPicPr>
                <p:nvPr/>
              </p:nvPicPr>
              <p:blipFill>
                <a:blip r:embed="rId86">
                  <a:extLst>
                    <a:ext uri="{28A0092B-C50C-407E-A947-70E740481C1C}">
                      <a14:useLocalDpi xmlns:a14="http://schemas.microsoft.com/office/drawing/2010/main" val="0"/>
                    </a:ext>
                  </a:extLst>
                </a:blip>
                <a:srcRect/>
                <a:stretch>
                  <a:fillRect/>
                </a:stretch>
              </p:blipFill>
              <p:spPr bwMode="auto">
                <a:xfrm>
                  <a:off x="3118" y="3032"/>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 name="Picture 951">
                  <a:extLst>
                    <a:ext uri="{FF2B5EF4-FFF2-40B4-BE49-F238E27FC236}">
                      <a16:creationId xmlns:a16="http://schemas.microsoft.com/office/drawing/2014/main" id="{3F4BDE16-CB9D-43CC-A135-B61A192DF63D}"/>
                    </a:ext>
                  </a:extLst>
                </p:cNvPr>
                <p:cNvPicPr>
                  <a:picLocks noChangeAspect="1" noChangeArrowheads="1"/>
                </p:cNvPicPr>
                <p:nvPr/>
              </p:nvPicPr>
              <p:blipFill>
                <a:blip r:embed="rId87">
                  <a:extLst>
                    <a:ext uri="{28A0092B-C50C-407E-A947-70E740481C1C}">
                      <a14:useLocalDpi xmlns:a14="http://schemas.microsoft.com/office/drawing/2010/main" val="0"/>
                    </a:ext>
                  </a:extLst>
                </a:blip>
                <a:srcRect/>
                <a:stretch>
                  <a:fillRect/>
                </a:stretch>
              </p:blipFill>
              <p:spPr bwMode="auto">
                <a:xfrm>
                  <a:off x="3118" y="3033"/>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2" name="Picture 952">
                  <a:extLst>
                    <a:ext uri="{FF2B5EF4-FFF2-40B4-BE49-F238E27FC236}">
                      <a16:creationId xmlns:a16="http://schemas.microsoft.com/office/drawing/2014/main" id="{9E5F94E3-F6FB-440F-99E4-10240FDB31D1}"/>
                    </a:ext>
                  </a:extLst>
                </p:cNvPr>
                <p:cNvPicPr>
                  <a:picLocks noChangeAspect="1" noChangeArrowheads="1"/>
                </p:cNvPicPr>
                <p:nvPr/>
              </p:nvPicPr>
              <p:blipFill>
                <a:blip r:embed="rId88">
                  <a:extLst>
                    <a:ext uri="{28A0092B-C50C-407E-A947-70E740481C1C}">
                      <a14:useLocalDpi xmlns:a14="http://schemas.microsoft.com/office/drawing/2010/main" val="0"/>
                    </a:ext>
                  </a:extLst>
                </a:blip>
                <a:srcRect/>
                <a:stretch>
                  <a:fillRect/>
                </a:stretch>
              </p:blipFill>
              <p:spPr bwMode="auto">
                <a:xfrm>
                  <a:off x="3118" y="3033"/>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3" name="Picture 953">
                  <a:extLst>
                    <a:ext uri="{FF2B5EF4-FFF2-40B4-BE49-F238E27FC236}">
                      <a16:creationId xmlns:a16="http://schemas.microsoft.com/office/drawing/2014/main" id="{21762E37-0893-480B-A0BE-3C950AB466C1}"/>
                    </a:ext>
                  </a:extLst>
                </p:cNvPr>
                <p:cNvPicPr>
                  <a:picLocks noChangeAspect="1" noChangeArrowheads="1"/>
                </p:cNvPicPr>
                <p:nvPr/>
              </p:nvPicPr>
              <p:blipFill>
                <a:blip r:embed="rId89">
                  <a:extLst>
                    <a:ext uri="{28A0092B-C50C-407E-A947-70E740481C1C}">
                      <a14:useLocalDpi xmlns:a14="http://schemas.microsoft.com/office/drawing/2010/main" val="0"/>
                    </a:ext>
                  </a:extLst>
                </a:blip>
                <a:srcRect/>
                <a:stretch>
                  <a:fillRect/>
                </a:stretch>
              </p:blipFill>
              <p:spPr bwMode="auto">
                <a:xfrm>
                  <a:off x="3118" y="3034"/>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4" name="Picture 954">
                  <a:extLst>
                    <a:ext uri="{FF2B5EF4-FFF2-40B4-BE49-F238E27FC236}">
                      <a16:creationId xmlns:a16="http://schemas.microsoft.com/office/drawing/2014/main" id="{C6A59F01-A11C-4AE0-A321-7DF4065424A3}"/>
                    </a:ext>
                  </a:extLst>
                </p:cNvPr>
                <p:cNvPicPr>
                  <a:picLocks noChangeAspect="1" noChangeArrowheads="1"/>
                </p:cNvPicPr>
                <p:nvPr/>
              </p:nvPicPr>
              <p:blipFill>
                <a:blip r:embed="rId90">
                  <a:extLst>
                    <a:ext uri="{28A0092B-C50C-407E-A947-70E740481C1C}">
                      <a14:useLocalDpi xmlns:a14="http://schemas.microsoft.com/office/drawing/2010/main" val="0"/>
                    </a:ext>
                  </a:extLst>
                </a:blip>
                <a:srcRect/>
                <a:stretch>
                  <a:fillRect/>
                </a:stretch>
              </p:blipFill>
              <p:spPr bwMode="auto">
                <a:xfrm>
                  <a:off x="3118" y="3035"/>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5" name="Picture 955">
                  <a:extLst>
                    <a:ext uri="{FF2B5EF4-FFF2-40B4-BE49-F238E27FC236}">
                      <a16:creationId xmlns:a16="http://schemas.microsoft.com/office/drawing/2014/main" id="{F9FF72FC-2667-4731-AF21-36AD7D0CDF4D}"/>
                    </a:ext>
                  </a:extLst>
                </p:cNvPr>
                <p:cNvPicPr>
                  <a:picLocks noChangeAspect="1" noChangeArrowheads="1"/>
                </p:cNvPicPr>
                <p:nvPr/>
              </p:nvPicPr>
              <p:blipFill>
                <a:blip r:embed="rId91">
                  <a:extLst>
                    <a:ext uri="{28A0092B-C50C-407E-A947-70E740481C1C}">
                      <a14:useLocalDpi xmlns:a14="http://schemas.microsoft.com/office/drawing/2010/main" val="0"/>
                    </a:ext>
                  </a:extLst>
                </a:blip>
                <a:srcRect/>
                <a:stretch>
                  <a:fillRect/>
                </a:stretch>
              </p:blipFill>
              <p:spPr bwMode="auto">
                <a:xfrm>
                  <a:off x="3118" y="3036"/>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6" name="Picture 956">
                  <a:extLst>
                    <a:ext uri="{FF2B5EF4-FFF2-40B4-BE49-F238E27FC236}">
                      <a16:creationId xmlns:a16="http://schemas.microsoft.com/office/drawing/2014/main" id="{8AEAC6C1-3D5C-43D1-AAC0-E6014AA9FDA6}"/>
                    </a:ext>
                  </a:extLst>
                </p:cNvPr>
                <p:cNvPicPr>
                  <a:picLocks noChangeAspect="1" noChangeArrowheads="1"/>
                </p:cNvPicPr>
                <p:nvPr/>
              </p:nvPicPr>
              <p:blipFill>
                <a:blip r:embed="rId92">
                  <a:extLst>
                    <a:ext uri="{28A0092B-C50C-407E-A947-70E740481C1C}">
                      <a14:useLocalDpi xmlns:a14="http://schemas.microsoft.com/office/drawing/2010/main" val="0"/>
                    </a:ext>
                  </a:extLst>
                </a:blip>
                <a:srcRect/>
                <a:stretch>
                  <a:fillRect/>
                </a:stretch>
              </p:blipFill>
              <p:spPr bwMode="auto">
                <a:xfrm>
                  <a:off x="3118" y="3037"/>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 name="Picture 957">
                  <a:extLst>
                    <a:ext uri="{FF2B5EF4-FFF2-40B4-BE49-F238E27FC236}">
                      <a16:creationId xmlns:a16="http://schemas.microsoft.com/office/drawing/2014/main" id="{04A8D324-8AB7-4197-88ED-E9C9A8000DE2}"/>
                    </a:ext>
                  </a:extLst>
                </p:cNvPr>
                <p:cNvPicPr>
                  <a:picLocks noChangeAspect="1" noChangeArrowheads="1"/>
                </p:cNvPicPr>
                <p:nvPr/>
              </p:nvPicPr>
              <p:blipFill>
                <a:blip r:embed="rId93">
                  <a:extLst>
                    <a:ext uri="{28A0092B-C50C-407E-A947-70E740481C1C}">
                      <a14:useLocalDpi xmlns:a14="http://schemas.microsoft.com/office/drawing/2010/main" val="0"/>
                    </a:ext>
                  </a:extLst>
                </a:blip>
                <a:srcRect/>
                <a:stretch>
                  <a:fillRect/>
                </a:stretch>
              </p:blipFill>
              <p:spPr bwMode="auto">
                <a:xfrm>
                  <a:off x="3112" y="3038"/>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8" name="Picture 958">
                  <a:extLst>
                    <a:ext uri="{FF2B5EF4-FFF2-40B4-BE49-F238E27FC236}">
                      <a16:creationId xmlns:a16="http://schemas.microsoft.com/office/drawing/2014/main" id="{96A89081-07A9-4E32-863C-BE8F753EBA96}"/>
                    </a:ext>
                  </a:extLst>
                </p:cNvPr>
                <p:cNvPicPr>
                  <a:picLocks noChangeAspect="1" noChangeArrowheads="1"/>
                </p:cNvPicPr>
                <p:nvPr/>
              </p:nvPicPr>
              <p:blipFill>
                <a:blip r:embed="rId94">
                  <a:extLst>
                    <a:ext uri="{28A0092B-C50C-407E-A947-70E740481C1C}">
                      <a14:useLocalDpi xmlns:a14="http://schemas.microsoft.com/office/drawing/2010/main" val="0"/>
                    </a:ext>
                  </a:extLst>
                </a:blip>
                <a:srcRect/>
                <a:stretch>
                  <a:fillRect/>
                </a:stretch>
              </p:blipFill>
              <p:spPr bwMode="auto">
                <a:xfrm>
                  <a:off x="3112" y="3039"/>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9" name="Picture 959">
                  <a:extLst>
                    <a:ext uri="{FF2B5EF4-FFF2-40B4-BE49-F238E27FC236}">
                      <a16:creationId xmlns:a16="http://schemas.microsoft.com/office/drawing/2014/main" id="{1A411E9E-022B-4134-9D0F-6A9B21BC7ECF}"/>
                    </a:ext>
                  </a:extLst>
                </p:cNvPr>
                <p:cNvPicPr>
                  <a:picLocks noChangeAspect="1" noChangeArrowheads="1"/>
                </p:cNvPicPr>
                <p:nvPr/>
              </p:nvPicPr>
              <p:blipFill>
                <a:blip r:embed="rId95">
                  <a:extLst>
                    <a:ext uri="{28A0092B-C50C-407E-A947-70E740481C1C}">
                      <a14:useLocalDpi xmlns:a14="http://schemas.microsoft.com/office/drawing/2010/main" val="0"/>
                    </a:ext>
                  </a:extLst>
                </a:blip>
                <a:srcRect/>
                <a:stretch>
                  <a:fillRect/>
                </a:stretch>
              </p:blipFill>
              <p:spPr bwMode="auto">
                <a:xfrm>
                  <a:off x="3112" y="3040"/>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0" name="Picture 960">
                  <a:extLst>
                    <a:ext uri="{FF2B5EF4-FFF2-40B4-BE49-F238E27FC236}">
                      <a16:creationId xmlns:a16="http://schemas.microsoft.com/office/drawing/2014/main" id="{9B3E92FB-4391-418D-870D-7FF0CDC547E2}"/>
                    </a:ext>
                  </a:extLst>
                </p:cNvPr>
                <p:cNvPicPr>
                  <a:picLocks noChangeAspect="1" noChangeArrowheads="1"/>
                </p:cNvPicPr>
                <p:nvPr/>
              </p:nvPicPr>
              <p:blipFill>
                <a:blip r:embed="rId96">
                  <a:extLst>
                    <a:ext uri="{28A0092B-C50C-407E-A947-70E740481C1C}">
                      <a14:useLocalDpi xmlns:a14="http://schemas.microsoft.com/office/drawing/2010/main" val="0"/>
                    </a:ext>
                  </a:extLst>
                </a:blip>
                <a:srcRect/>
                <a:stretch>
                  <a:fillRect/>
                </a:stretch>
              </p:blipFill>
              <p:spPr bwMode="auto">
                <a:xfrm>
                  <a:off x="3112" y="3041"/>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1" name="Picture 961">
                  <a:extLst>
                    <a:ext uri="{FF2B5EF4-FFF2-40B4-BE49-F238E27FC236}">
                      <a16:creationId xmlns:a16="http://schemas.microsoft.com/office/drawing/2014/main" id="{CECAEC0D-3AB1-4A72-A67C-70E01B5192A1}"/>
                    </a:ext>
                  </a:extLst>
                </p:cNvPr>
                <p:cNvPicPr>
                  <a:picLocks noChangeAspect="1" noChangeArrowheads="1"/>
                </p:cNvPicPr>
                <p:nvPr/>
              </p:nvPicPr>
              <p:blipFill>
                <a:blip r:embed="rId97">
                  <a:extLst>
                    <a:ext uri="{28A0092B-C50C-407E-A947-70E740481C1C}">
                      <a14:useLocalDpi xmlns:a14="http://schemas.microsoft.com/office/drawing/2010/main" val="0"/>
                    </a:ext>
                  </a:extLst>
                </a:blip>
                <a:srcRect/>
                <a:stretch>
                  <a:fillRect/>
                </a:stretch>
              </p:blipFill>
              <p:spPr bwMode="auto">
                <a:xfrm>
                  <a:off x="3112" y="3042"/>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 name="Picture 962">
                  <a:extLst>
                    <a:ext uri="{FF2B5EF4-FFF2-40B4-BE49-F238E27FC236}">
                      <a16:creationId xmlns:a16="http://schemas.microsoft.com/office/drawing/2014/main" id="{98973C63-B987-4AD8-BEBF-2F7A8FEFEA47}"/>
                    </a:ext>
                  </a:extLst>
                </p:cNvPr>
                <p:cNvPicPr>
                  <a:picLocks noChangeAspect="1" noChangeArrowheads="1"/>
                </p:cNvPicPr>
                <p:nvPr/>
              </p:nvPicPr>
              <p:blipFill>
                <a:blip r:embed="rId98">
                  <a:extLst>
                    <a:ext uri="{28A0092B-C50C-407E-A947-70E740481C1C}">
                      <a14:useLocalDpi xmlns:a14="http://schemas.microsoft.com/office/drawing/2010/main" val="0"/>
                    </a:ext>
                  </a:extLst>
                </a:blip>
                <a:srcRect/>
                <a:stretch>
                  <a:fillRect/>
                </a:stretch>
              </p:blipFill>
              <p:spPr bwMode="auto">
                <a:xfrm>
                  <a:off x="3112" y="3043"/>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3" name="Picture 963">
                  <a:extLst>
                    <a:ext uri="{FF2B5EF4-FFF2-40B4-BE49-F238E27FC236}">
                      <a16:creationId xmlns:a16="http://schemas.microsoft.com/office/drawing/2014/main" id="{F4754F18-7569-4862-8C0B-8F8B81770BE7}"/>
                    </a:ext>
                  </a:extLst>
                </p:cNvPr>
                <p:cNvPicPr>
                  <a:picLocks noChangeAspect="1" noChangeArrowheads="1"/>
                </p:cNvPicPr>
                <p:nvPr/>
              </p:nvPicPr>
              <p:blipFill>
                <a:blip r:embed="rId99">
                  <a:extLst>
                    <a:ext uri="{28A0092B-C50C-407E-A947-70E740481C1C}">
                      <a14:useLocalDpi xmlns:a14="http://schemas.microsoft.com/office/drawing/2010/main" val="0"/>
                    </a:ext>
                  </a:extLst>
                </a:blip>
                <a:srcRect/>
                <a:stretch>
                  <a:fillRect/>
                </a:stretch>
              </p:blipFill>
              <p:spPr bwMode="auto">
                <a:xfrm>
                  <a:off x="3112" y="3044"/>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4" name="Picture 964">
                  <a:extLst>
                    <a:ext uri="{FF2B5EF4-FFF2-40B4-BE49-F238E27FC236}">
                      <a16:creationId xmlns:a16="http://schemas.microsoft.com/office/drawing/2014/main" id="{0ECE5861-9656-4BE1-B8F5-5A4766BF7299}"/>
                    </a:ext>
                  </a:extLst>
                </p:cNvPr>
                <p:cNvPicPr>
                  <a:picLocks noChangeAspect="1" noChangeArrowheads="1"/>
                </p:cNvPicPr>
                <p:nvPr/>
              </p:nvPicPr>
              <p:blipFill>
                <a:blip r:embed="rId100">
                  <a:extLst>
                    <a:ext uri="{28A0092B-C50C-407E-A947-70E740481C1C}">
                      <a14:useLocalDpi xmlns:a14="http://schemas.microsoft.com/office/drawing/2010/main" val="0"/>
                    </a:ext>
                  </a:extLst>
                </a:blip>
                <a:srcRect/>
                <a:stretch>
                  <a:fillRect/>
                </a:stretch>
              </p:blipFill>
              <p:spPr bwMode="auto">
                <a:xfrm>
                  <a:off x="3112" y="3045"/>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5" name="Picture 965">
                  <a:extLst>
                    <a:ext uri="{FF2B5EF4-FFF2-40B4-BE49-F238E27FC236}">
                      <a16:creationId xmlns:a16="http://schemas.microsoft.com/office/drawing/2014/main" id="{49E7D128-4196-4F40-A288-04D582BA6B43}"/>
                    </a:ext>
                  </a:extLst>
                </p:cNvPr>
                <p:cNvPicPr>
                  <a:picLocks noChangeAspect="1" noChangeArrowheads="1"/>
                </p:cNvPicPr>
                <p:nvPr/>
              </p:nvPicPr>
              <p:blipFill>
                <a:blip r:embed="rId101">
                  <a:extLst>
                    <a:ext uri="{28A0092B-C50C-407E-A947-70E740481C1C}">
                      <a14:useLocalDpi xmlns:a14="http://schemas.microsoft.com/office/drawing/2010/main" val="0"/>
                    </a:ext>
                  </a:extLst>
                </a:blip>
                <a:srcRect/>
                <a:stretch>
                  <a:fillRect/>
                </a:stretch>
              </p:blipFill>
              <p:spPr bwMode="auto">
                <a:xfrm>
                  <a:off x="3113" y="3046"/>
                  <a:ext cx="2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6" name="Picture 966">
                  <a:extLst>
                    <a:ext uri="{FF2B5EF4-FFF2-40B4-BE49-F238E27FC236}">
                      <a16:creationId xmlns:a16="http://schemas.microsoft.com/office/drawing/2014/main" id="{D62DB901-71FF-479A-9A78-9DC420B8F801}"/>
                    </a:ext>
                  </a:extLst>
                </p:cNvPr>
                <p:cNvPicPr>
                  <a:picLocks noChangeAspect="1" noChangeArrowheads="1"/>
                </p:cNvPicPr>
                <p:nvPr/>
              </p:nvPicPr>
              <p:blipFill>
                <a:blip r:embed="rId102">
                  <a:extLst>
                    <a:ext uri="{28A0092B-C50C-407E-A947-70E740481C1C}">
                      <a14:useLocalDpi xmlns:a14="http://schemas.microsoft.com/office/drawing/2010/main" val="0"/>
                    </a:ext>
                  </a:extLst>
                </a:blip>
                <a:srcRect/>
                <a:stretch>
                  <a:fillRect/>
                </a:stretch>
              </p:blipFill>
              <p:spPr bwMode="auto">
                <a:xfrm>
                  <a:off x="3113" y="3047"/>
                  <a:ext cx="2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 name="Picture 967">
                  <a:extLst>
                    <a:ext uri="{FF2B5EF4-FFF2-40B4-BE49-F238E27FC236}">
                      <a16:creationId xmlns:a16="http://schemas.microsoft.com/office/drawing/2014/main" id="{94DF71E6-CB80-4080-8CE4-DB14646D2F21}"/>
                    </a:ext>
                  </a:extLst>
                </p:cNvPr>
                <p:cNvPicPr>
                  <a:picLocks noChangeAspect="1" noChangeArrowheads="1"/>
                </p:cNvPicPr>
                <p:nvPr/>
              </p:nvPicPr>
              <p:blipFill>
                <a:blip r:embed="rId103">
                  <a:extLst>
                    <a:ext uri="{28A0092B-C50C-407E-A947-70E740481C1C}">
                      <a14:useLocalDpi xmlns:a14="http://schemas.microsoft.com/office/drawing/2010/main" val="0"/>
                    </a:ext>
                  </a:extLst>
                </a:blip>
                <a:srcRect/>
                <a:stretch>
                  <a:fillRect/>
                </a:stretch>
              </p:blipFill>
              <p:spPr bwMode="auto">
                <a:xfrm>
                  <a:off x="3114" y="3048"/>
                  <a:ext cx="2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 name="Picture 968">
                  <a:extLst>
                    <a:ext uri="{FF2B5EF4-FFF2-40B4-BE49-F238E27FC236}">
                      <a16:creationId xmlns:a16="http://schemas.microsoft.com/office/drawing/2014/main" id="{9641994D-1248-4D89-86AC-6CE42EF76125}"/>
                    </a:ext>
                  </a:extLst>
                </p:cNvPr>
                <p:cNvPicPr>
                  <a:picLocks noChangeAspect="1" noChangeArrowheads="1"/>
                </p:cNvPicPr>
                <p:nvPr/>
              </p:nvPicPr>
              <p:blipFill>
                <a:blip r:embed="rId104">
                  <a:extLst>
                    <a:ext uri="{28A0092B-C50C-407E-A947-70E740481C1C}">
                      <a14:useLocalDpi xmlns:a14="http://schemas.microsoft.com/office/drawing/2010/main" val="0"/>
                    </a:ext>
                  </a:extLst>
                </a:blip>
                <a:srcRect/>
                <a:stretch>
                  <a:fillRect/>
                </a:stretch>
              </p:blipFill>
              <p:spPr bwMode="auto">
                <a:xfrm>
                  <a:off x="3115" y="3049"/>
                  <a:ext cx="2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 name="Picture 969">
                  <a:extLst>
                    <a:ext uri="{FF2B5EF4-FFF2-40B4-BE49-F238E27FC236}">
                      <a16:creationId xmlns:a16="http://schemas.microsoft.com/office/drawing/2014/main" id="{29A747D4-5F74-4658-A120-78B6A5A6FE0B}"/>
                    </a:ext>
                  </a:extLst>
                </p:cNvPr>
                <p:cNvPicPr>
                  <a:picLocks noChangeAspect="1" noChangeArrowheads="1"/>
                </p:cNvPicPr>
                <p:nvPr/>
              </p:nvPicPr>
              <p:blipFill>
                <a:blip r:embed="rId105">
                  <a:extLst>
                    <a:ext uri="{28A0092B-C50C-407E-A947-70E740481C1C}">
                      <a14:useLocalDpi xmlns:a14="http://schemas.microsoft.com/office/drawing/2010/main" val="0"/>
                    </a:ext>
                  </a:extLst>
                </a:blip>
                <a:srcRect/>
                <a:stretch>
                  <a:fillRect/>
                </a:stretch>
              </p:blipFill>
              <p:spPr bwMode="auto">
                <a:xfrm>
                  <a:off x="3115" y="3050"/>
                  <a:ext cx="2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0" name="Picture 970">
                  <a:extLst>
                    <a:ext uri="{FF2B5EF4-FFF2-40B4-BE49-F238E27FC236}">
                      <a16:creationId xmlns:a16="http://schemas.microsoft.com/office/drawing/2014/main" id="{1E90B6FA-A490-4E96-A5B9-7DFF1DDECC07}"/>
                    </a:ext>
                  </a:extLst>
                </p:cNvPr>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3116" y="3051"/>
                  <a:ext cx="2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1" name="Picture 971">
                  <a:extLst>
                    <a:ext uri="{FF2B5EF4-FFF2-40B4-BE49-F238E27FC236}">
                      <a16:creationId xmlns:a16="http://schemas.microsoft.com/office/drawing/2014/main" id="{AB639E13-7891-4257-9ED1-104C711AE8D4}"/>
                    </a:ext>
                  </a:extLst>
                </p:cNvPr>
                <p:cNvPicPr>
                  <a:picLocks noChangeAspect="1" noChangeArrowheads="1"/>
                </p:cNvPicPr>
                <p:nvPr/>
              </p:nvPicPr>
              <p:blipFill>
                <a:blip r:embed="rId107">
                  <a:extLst>
                    <a:ext uri="{28A0092B-C50C-407E-A947-70E740481C1C}">
                      <a14:useLocalDpi xmlns:a14="http://schemas.microsoft.com/office/drawing/2010/main" val="0"/>
                    </a:ext>
                  </a:extLst>
                </a:blip>
                <a:srcRect/>
                <a:stretch>
                  <a:fillRect/>
                </a:stretch>
              </p:blipFill>
              <p:spPr bwMode="auto">
                <a:xfrm>
                  <a:off x="3117" y="3052"/>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2" name="Picture 972">
                  <a:extLst>
                    <a:ext uri="{FF2B5EF4-FFF2-40B4-BE49-F238E27FC236}">
                      <a16:creationId xmlns:a16="http://schemas.microsoft.com/office/drawing/2014/main" id="{025C156F-D2FC-4144-B050-8275EC19CBA5}"/>
                    </a:ext>
                  </a:extLst>
                </p:cNvPr>
                <p:cNvPicPr>
                  <a:picLocks noChangeAspect="1" noChangeArrowheads="1"/>
                </p:cNvPicPr>
                <p:nvPr/>
              </p:nvPicPr>
              <p:blipFill>
                <a:blip r:embed="rId108">
                  <a:extLst>
                    <a:ext uri="{28A0092B-C50C-407E-A947-70E740481C1C}">
                      <a14:useLocalDpi xmlns:a14="http://schemas.microsoft.com/office/drawing/2010/main" val="0"/>
                    </a:ext>
                  </a:extLst>
                </a:blip>
                <a:srcRect/>
                <a:stretch>
                  <a:fillRect/>
                </a:stretch>
              </p:blipFill>
              <p:spPr bwMode="auto">
                <a:xfrm>
                  <a:off x="3117" y="3053"/>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3" name="Picture 973">
                  <a:extLst>
                    <a:ext uri="{FF2B5EF4-FFF2-40B4-BE49-F238E27FC236}">
                      <a16:creationId xmlns:a16="http://schemas.microsoft.com/office/drawing/2014/main" id="{6215B524-0F02-4027-A0B5-0AE820F9949B}"/>
                    </a:ext>
                  </a:extLst>
                </p:cNvPr>
                <p:cNvPicPr>
                  <a:picLocks noChangeAspect="1" noChangeArrowheads="1"/>
                </p:cNvPicPr>
                <p:nvPr/>
              </p:nvPicPr>
              <p:blipFill>
                <a:blip r:embed="rId109">
                  <a:extLst>
                    <a:ext uri="{28A0092B-C50C-407E-A947-70E740481C1C}">
                      <a14:useLocalDpi xmlns:a14="http://schemas.microsoft.com/office/drawing/2010/main" val="0"/>
                    </a:ext>
                  </a:extLst>
                </a:blip>
                <a:srcRect/>
                <a:stretch>
                  <a:fillRect/>
                </a:stretch>
              </p:blipFill>
              <p:spPr bwMode="auto">
                <a:xfrm>
                  <a:off x="3118" y="3054"/>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4" name="Picture 974">
                  <a:extLst>
                    <a:ext uri="{FF2B5EF4-FFF2-40B4-BE49-F238E27FC236}">
                      <a16:creationId xmlns:a16="http://schemas.microsoft.com/office/drawing/2014/main" id="{AC0D02C6-E299-4056-9D82-02E9A757BA1D}"/>
                    </a:ext>
                  </a:extLst>
                </p:cNvPr>
                <p:cNvPicPr>
                  <a:picLocks noChangeAspect="1" noChangeArrowheads="1"/>
                </p:cNvPicPr>
                <p:nvPr/>
              </p:nvPicPr>
              <p:blipFill>
                <a:blip r:embed="rId110">
                  <a:extLst>
                    <a:ext uri="{28A0092B-C50C-407E-A947-70E740481C1C}">
                      <a14:useLocalDpi xmlns:a14="http://schemas.microsoft.com/office/drawing/2010/main" val="0"/>
                    </a:ext>
                  </a:extLst>
                </a:blip>
                <a:srcRect/>
                <a:stretch>
                  <a:fillRect/>
                </a:stretch>
              </p:blipFill>
              <p:spPr bwMode="auto">
                <a:xfrm>
                  <a:off x="3119" y="3055"/>
                  <a:ext cx="2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5" name="Picture 975">
                  <a:extLst>
                    <a:ext uri="{FF2B5EF4-FFF2-40B4-BE49-F238E27FC236}">
                      <a16:creationId xmlns:a16="http://schemas.microsoft.com/office/drawing/2014/main" id="{5BBA726D-0CB4-4A52-A4A6-A7247A365422}"/>
                    </a:ext>
                  </a:extLst>
                </p:cNvPr>
                <p:cNvPicPr>
                  <a:picLocks noChangeAspect="1" noChangeArrowheads="1"/>
                </p:cNvPicPr>
                <p:nvPr/>
              </p:nvPicPr>
              <p:blipFill>
                <a:blip r:embed="rId111">
                  <a:extLst>
                    <a:ext uri="{28A0092B-C50C-407E-A947-70E740481C1C}">
                      <a14:useLocalDpi xmlns:a14="http://schemas.microsoft.com/office/drawing/2010/main" val="0"/>
                    </a:ext>
                  </a:extLst>
                </a:blip>
                <a:srcRect/>
                <a:stretch>
                  <a:fillRect/>
                </a:stretch>
              </p:blipFill>
              <p:spPr bwMode="auto">
                <a:xfrm>
                  <a:off x="3119" y="3056"/>
                  <a:ext cx="2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6" name="Picture 976">
                  <a:extLst>
                    <a:ext uri="{FF2B5EF4-FFF2-40B4-BE49-F238E27FC236}">
                      <a16:creationId xmlns:a16="http://schemas.microsoft.com/office/drawing/2014/main" id="{213D75EF-4EF9-49AB-8475-026D2A959474}"/>
                    </a:ext>
                  </a:extLst>
                </p:cNvPr>
                <p:cNvPicPr>
                  <a:picLocks noChangeAspect="1" noChangeArrowheads="1"/>
                </p:cNvPicPr>
                <p:nvPr/>
              </p:nvPicPr>
              <p:blipFill>
                <a:blip r:embed="rId112">
                  <a:extLst>
                    <a:ext uri="{28A0092B-C50C-407E-A947-70E740481C1C}">
                      <a14:useLocalDpi xmlns:a14="http://schemas.microsoft.com/office/drawing/2010/main" val="0"/>
                    </a:ext>
                  </a:extLst>
                </a:blip>
                <a:srcRect/>
                <a:stretch>
                  <a:fillRect/>
                </a:stretch>
              </p:blipFill>
              <p:spPr bwMode="auto">
                <a:xfrm>
                  <a:off x="3121" y="305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 name="Picture 977">
                  <a:extLst>
                    <a:ext uri="{FF2B5EF4-FFF2-40B4-BE49-F238E27FC236}">
                      <a16:creationId xmlns:a16="http://schemas.microsoft.com/office/drawing/2014/main" id="{471A224C-8B7C-4621-A813-3FF5A881EB8D}"/>
                    </a:ext>
                  </a:extLst>
                </p:cNvPr>
                <p:cNvPicPr>
                  <a:picLocks noChangeAspect="1" noChangeArrowheads="1"/>
                </p:cNvPicPr>
                <p:nvPr/>
              </p:nvPicPr>
              <p:blipFill>
                <a:blip r:embed="rId113">
                  <a:extLst>
                    <a:ext uri="{28A0092B-C50C-407E-A947-70E740481C1C}">
                      <a14:useLocalDpi xmlns:a14="http://schemas.microsoft.com/office/drawing/2010/main" val="0"/>
                    </a:ext>
                  </a:extLst>
                </a:blip>
                <a:srcRect/>
                <a:stretch>
                  <a:fillRect/>
                </a:stretch>
              </p:blipFill>
              <p:spPr bwMode="auto">
                <a:xfrm>
                  <a:off x="3121" y="305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 name="Picture 978">
                  <a:extLst>
                    <a:ext uri="{FF2B5EF4-FFF2-40B4-BE49-F238E27FC236}">
                      <a16:creationId xmlns:a16="http://schemas.microsoft.com/office/drawing/2014/main" id="{8338E8A6-131A-4CD2-B121-A00240F99941}"/>
                    </a:ext>
                  </a:extLst>
                </p:cNvPr>
                <p:cNvPicPr>
                  <a:picLocks noChangeAspect="1" noChangeArrowheads="1"/>
                </p:cNvPicPr>
                <p:nvPr/>
              </p:nvPicPr>
              <p:blipFill>
                <a:blip r:embed="rId114">
                  <a:extLst>
                    <a:ext uri="{28A0092B-C50C-407E-A947-70E740481C1C}">
                      <a14:useLocalDpi xmlns:a14="http://schemas.microsoft.com/office/drawing/2010/main" val="0"/>
                    </a:ext>
                  </a:extLst>
                </a:blip>
                <a:srcRect/>
                <a:stretch>
                  <a:fillRect/>
                </a:stretch>
              </p:blipFill>
              <p:spPr bwMode="auto">
                <a:xfrm>
                  <a:off x="3121" y="3058"/>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9" name="Picture 979">
                  <a:extLst>
                    <a:ext uri="{FF2B5EF4-FFF2-40B4-BE49-F238E27FC236}">
                      <a16:creationId xmlns:a16="http://schemas.microsoft.com/office/drawing/2014/main" id="{268C251E-8804-4263-BD1C-A5745E03F9BE}"/>
                    </a:ext>
                  </a:extLst>
                </p:cNvPr>
                <p:cNvPicPr>
                  <a:picLocks noChangeAspect="1" noChangeArrowheads="1"/>
                </p:cNvPicPr>
                <p:nvPr/>
              </p:nvPicPr>
              <p:blipFill>
                <a:blip r:embed="rId115">
                  <a:extLst>
                    <a:ext uri="{28A0092B-C50C-407E-A947-70E740481C1C}">
                      <a14:useLocalDpi xmlns:a14="http://schemas.microsoft.com/office/drawing/2010/main" val="0"/>
                    </a:ext>
                  </a:extLst>
                </a:blip>
                <a:srcRect/>
                <a:stretch>
                  <a:fillRect/>
                </a:stretch>
              </p:blipFill>
              <p:spPr bwMode="auto">
                <a:xfrm>
                  <a:off x="3121" y="305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0" name="Picture 980">
                  <a:extLst>
                    <a:ext uri="{FF2B5EF4-FFF2-40B4-BE49-F238E27FC236}">
                      <a16:creationId xmlns:a16="http://schemas.microsoft.com/office/drawing/2014/main" id="{BECED914-CCEB-4CF2-87F1-F14EE0B1BB65}"/>
                    </a:ext>
                  </a:extLst>
                </p:cNvPr>
                <p:cNvPicPr>
                  <a:picLocks noChangeAspect="1" noChangeArrowheads="1"/>
                </p:cNvPicPr>
                <p:nvPr/>
              </p:nvPicPr>
              <p:blipFill>
                <a:blip r:embed="rId116">
                  <a:extLst>
                    <a:ext uri="{28A0092B-C50C-407E-A947-70E740481C1C}">
                      <a14:useLocalDpi xmlns:a14="http://schemas.microsoft.com/office/drawing/2010/main" val="0"/>
                    </a:ext>
                  </a:extLst>
                </a:blip>
                <a:srcRect/>
                <a:stretch>
                  <a:fillRect/>
                </a:stretch>
              </p:blipFill>
              <p:spPr bwMode="auto">
                <a:xfrm>
                  <a:off x="3121" y="306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1" name="Picture 981">
                  <a:extLst>
                    <a:ext uri="{FF2B5EF4-FFF2-40B4-BE49-F238E27FC236}">
                      <a16:creationId xmlns:a16="http://schemas.microsoft.com/office/drawing/2014/main" id="{7AFBB027-24A8-4280-A67A-FDB6D8983946}"/>
                    </a:ext>
                  </a:extLst>
                </p:cNvPr>
                <p:cNvPicPr>
                  <a:picLocks noChangeAspect="1" noChangeArrowheads="1"/>
                </p:cNvPicPr>
                <p:nvPr/>
              </p:nvPicPr>
              <p:blipFill>
                <a:blip r:embed="rId117">
                  <a:extLst>
                    <a:ext uri="{28A0092B-C50C-407E-A947-70E740481C1C}">
                      <a14:useLocalDpi xmlns:a14="http://schemas.microsoft.com/office/drawing/2010/main" val="0"/>
                    </a:ext>
                  </a:extLst>
                </a:blip>
                <a:srcRect/>
                <a:stretch>
                  <a:fillRect/>
                </a:stretch>
              </p:blipFill>
              <p:spPr bwMode="auto">
                <a:xfrm>
                  <a:off x="3121" y="3061"/>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 name="Picture 982">
                  <a:extLst>
                    <a:ext uri="{FF2B5EF4-FFF2-40B4-BE49-F238E27FC236}">
                      <a16:creationId xmlns:a16="http://schemas.microsoft.com/office/drawing/2014/main" id="{011C3076-B91E-45E4-91A9-82E88EBB9CCC}"/>
                    </a:ext>
                  </a:extLst>
                </p:cNvPr>
                <p:cNvPicPr>
                  <a:picLocks noChangeAspect="1" noChangeArrowheads="1"/>
                </p:cNvPicPr>
                <p:nvPr/>
              </p:nvPicPr>
              <p:blipFill>
                <a:blip r:embed="rId118">
                  <a:extLst>
                    <a:ext uri="{28A0092B-C50C-407E-A947-70E740481C1C}">
                      <a14:useLocalDpi xmlns:a14="http://schemas.microsoft.com/office/drawing/2010/main" val="0"/>
                    </a:ext>
                  </a:extLst>
                </a:blip>
                <a:srcRect/>
                <a:stretch>
                  <a:fillRect/>
                </a:stretch>
              </p:blipFill>
              <p:spPr bwMode="auto">
                <a:xfrm>
                  <a:off x="3121" y="3062"/>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3" name="Picture 983">
                  <a:extLst>
                    <a:ext uri="{FF2B5EF4-FFF2-40B4-BE49-F238E27FC236}">
                      <a16:creationId xmlns:a16="http://schemas.microsoft.com/office/drawing/2014/main" id="{1CBC68F9-BCC3-4D38-AAB2-2B0C81B75FF3}"/>
                    </a:ext>
                  </a:extLst>
                </p:cNvPr>
                <p:cNvPicPr>
                  <a:picLocks noChangeAspect="1" noChangeArrowheads="1"/>
                </p:cNvPicPr>
                <p:nvPr/>
              </p:nvPicPr>
              <p:blipFill>
                <a:blip r:embed="rId119">
                  <a:extLst>
                    <a:ext uri="{28A0092B-C50C-407E-A947-70E740481C1C}">
                      <a14:useLocalDpi xmlns:a14="http://schemas.microsoft.com/office/drawing/2010/main" val="0"/>
                    </a:ext>
                  </a:extLst>
                </a:blip>
                <a:srcRect/>
                <a:stretch>
                  <a:fillRect/>
                </a:stretch>
              </p:blipFill>
              <p:spPr bwMode="auto">
                <a:xfrm>
                  <a:off x="3121" y="3063"/>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4" name="Picture 984">
                  <a:extLst>
                    <a:ext uri="{FF2B5EF4-FFF2-40B4-BE49-F238E27FC236}">
                      <a16:creationId xmlns:a16="http://schemas.microsoft.com/office/drawing/2014/main" id="{F0D6215E-371D-4CC1-8275-9866D31B2BD9}"/>
                    </a:ext>
                  </a:extLst>
                </p:cNvPr>
                <p:cNvPicPr>
                  <a:picLocks noChangeAspect="1" noChangeArrowheads="1"/>
                </p:cNvPicPr>
                <p:nvPr/>
              </p:nvPicPr>
              <p:blipFill>
                <a:blip r:embed="rId120">
                  <a:extLst>
                    <a:ext uri="{28A0092B-C50C-407E-A947-70E740481C1C}">
                      <a14:useLocalDpi xmlns:a14="http://schemas.microsoft.com/office/drawing/2010/main" val="0"/>
                    </a:ext>
                  </a:extLst>
                </a:blip>
                <a:srcRect/>
                <a:stretch>
                  <a:fillRect/>
                </a:stretch>
              </p:blipFill>
              <p:spPr bwMode="auto">
                <a:xfrm>
                  <a:off x="3121" y="306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5" name="Picture 985">
                  <a:extLst>
                    <a:ext uri="{FF2B5EF4-FFF2-40B4-BE49-F238E27FC236}">
                      <a16:creationId xmlns:a16="http://schemas.microsoft.com/office/drawing/2014/main" id="{BD5E22AA-BC26-4872-9C55-EB0D44760059}"/>
                    </a:ext>
                  </a:extLst>
                </p:cNvPr>
                <p:cNvPicPr>
                  <a:picLocks noChangeAspect="1" noChangeArrowheads="1"/>
                </p:cNvPicPr>
                <p:nvPr/>
              </p:nvPicPr>
              <p:blipFill>
                <a:blip r:embed="rId121">
                  <a:extLst>
                    <a:ext uri="{28A0092B-C50C-407E-A947-70E740481C1C}">
                      <a14:useLocalDpi xmlns:a14="http://schemas.microsoft.com/office/drawing/2010/main" val="0"/>
                    </a:ext>
                  </a:extLst>
                </a:blip>
                <a:srcRect/>
                <a:stretch>
                  <a:fillRect/>
                </a:stretch>
              </p:blipFill>
              <p:spPr bwMode="auto">
                <a:xfrm>
                  <a:off x="3121" y="306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6" name="Picture 986">
                  <a:extLst>
                    <a:ext uri="{FF2B5EF4-FFF2-40B4-BE49-F238E27FC236}">
                      <a16:creationId xmlns:a16="http://schemas.microsoft.com/office/drawing/2014/main" id="{5142B6BF-98DD-4D3B-8D8D-E23417699F47}"/>
                    </a:ext>
                  </a:extLst>
                </p:cNvPr>
                <p:cNvPicPr>
                  <a:picLocks noChangeAspect="1" noChangeArrowheads="1"/>
                </p:cNvPicPr>
                <p:nvPr/>
              </p:nvPicPr>
              <p:blipFill>
                <a:blip r:embed="rId122">
                  <a:extLst>
                    <a:ext uri="{28A0092B-C50C-407E-A947-70E740481C1C}">
                      <a14:useLocalDpi xmlns:a14="http://schemas.microsoft.com/office/drawing/2010/main" val="0"/>
                    </a:ext>
                  </a:extLst>
                </a:blip>
                <a:srcRect/>
                <a:stretch>
                  <a:fillRect/>
                </a:stretch>
              </p:blipFill>
              <p:spPr bwMode="auto">
                <a:xfrm>
                  <a:off x="3121" y="3066"/>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7" name="Picture 987">
                  <a:extLst>
                    <a:ext uri="{FF2B5EF4-FFF2-40B4-BE49-F238E27FC236}">
                      <a16:creationId xmlns:a16="http://schemas.microsoft.com/office/drawing/2014/main" id="{FD574A86-E687-4F1C-A85E-FFF4BF07D84A}"/>
                    </a:ext>
                  </a:extLst>
                </p:cNvPr>
                <p:cNvPicPr>
                  <a:picLocks noChangeAspect="1" noChangeArrowheads="1"/>
                </p:cNvPicPr>
                <p:nvPr/>
              </p:nvPicPr>
              <p:blipFill>
                <a:blip r:embed="rId123">
                  <a:extLst>
                    <a:ext uri="{28A0092B-C50C-407E-A947-70E740481C1C}">
                      <a14:useLocalDpi xmlns:a14="http://schemas.microsoft.com/office/drawing/2010/main" val="0"/>
                    </a:ext>
                  </a:extLst>
                </a:blip>
                <a:srcRect/>
                <a:stretch>
                  <a:fillRect/>
                </a:stretch>
              </p:blipFill>
              <p:spPr bwMode="auto">
                <a:xfrm>
                  <a:off x="3121" y="306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 name="Picture 988">
                  <a:extLst>
                    <a:ext uri="{FF2B5EF4-FFF2-40B4-BE49-F238E27FC236}">
                      <a16:creationId xmlns:a16="http://schemas.microsoft.com/office/drawing/2014/main" id="{F5A7410D-4741-4EB8-A4CA-751DAC50A215}"/>
                    </a:ext>
                  </a:extLst>
                </p:cNvPr>
                <p:cNvPicPr>
                  <a:picLocks noChangeAspect="1" noChangeArrowheads="1"/>
                </p:cNvPicPr>
                <p:nvPr/>
              </p:nvPicPr>
              <p:blipFill>
                <a:blip r:embed="rId124">
                  <a:extLst>
                    <a:ext uri="{28A0092B-C50C-407E-A947-70E740481C1C}">
                      <a14:useLocalDpi xmlns:a14="http://schemas.microsoft.com/office/drawing/2010/main" val="0"/>
                    </a:ext>
                  </a:extLst>
                </a:blip>
                <a:srcRect/>
                <a:stretch>
                  <a:fillRect/>
                </a:stretch>
              </p:blipFill>
              <p:spPr bwMode="auto">
                <a:xfrm>
                  <a:off x="3121" y="3068"/>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9" name="Picture 989">
                  <a:extLst>
                    <a:ext uri="{FF2B5EF4-FFF2-40B4-BE49-F238E27FC236}">
                      <a16:creationId xmlns:a16="http://schemas.microsoft.com/office/drawing/2014/main" id="{CB3D16AF-4B2F-4F79-ACDE-887B57B79AF0}"/>
                    </a:ext>
                  </a:extLst>
                </p:cNvPr>
                <p:cNvPicPr>
                  <a:picLocks noChangeAspect="1" noChangeArrowheads="1"/>
                </p:cNvPicPr>
                <p:nvPr/>
              </p:nvPicPr>
              <p:blipFill>
                <a:blip r:embed="rId125">
                  <a:extLst>
                    <a:ext uri="{28A0092B-C50C-407E-A947-70E740481C1C}">
                      <a14:useLocalDpi xmlns:a14="http://schemas.microsoft.com/office/drawing/2010/main" val="0"/>
                    </a:ext>
                  </a:extLst>
                </a:blip>
                <a:srcRect/>
                <a:stretch>
                  <a:fillRect/>
                </a:stretch>
              </p:blipFill>
              <p:spPr bwMode="auto">
                <a:xfrm>
                  <a:off x="3121" y="306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0" name="Picture 990">
                  <a:extLst>
                    <a:ext uri="{FF2B5EF4-FFF2-40B4-BE49-F238E27FC236}">
                      <a16:creationId xmlns:a16="http://schemas.microsoft.com/office/drawing/2014/main" id="{3EDC8E5D-15A6-4489-836A-C1DC2DD4758F}"/>
                    </a:ext>
                  </a:extLst>
                </p:cNvPr>
                <p:cNvPicPr>
                  <a:picLocks noChangeAspect="1" noChangeArrowheads="1"/>
                </p:cNvPicPr>
                <p:nvPr/>
              </p:nvPicPr>
              <p:blipFill>
                <a:blip r:embed="rId126">
                  <a:extLst>
                    <a:ext uri="{28A0092B-C50C-407E-A947-70E740481C1C}">
                      <a14:useLocalDpi xmlns:a14="http://schemas.microsoft.com/office/drawing/2010/main" val="0"/>
                    </a:ext>
                  </a:extLst>
                </a:blip>
                <a:srcRect/>
                <a:stretch>
                  <a:fillRect/>
                </a:stretch>
              </p:blipFill>
              <p:spPr bwMode="auto">
                <a:xfrm>
                  <a:off x="3121" y="307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1" name="Picture 991">
                  <a:extLst>
                    <a:ext uri="{FF2B5EF4-FFF2-40B4-BE49-F238E27FC236}">
                      <a16:creationId xmlns:a16="http://schemas.microsoft.com/office/drawing/2014/main" id="{990EA0BF-A06D-4D29-BCB0-8C74720876FE}"/>
                    </a:ext>
                  </a:extLst>
                </p:cNvPr>
                <p:cNvPicPr>
                  <a:picLocks noChangeAspect="1" noChangeArrowheads="1"/>
                </p:cNvPicPr>
                <p:nvPr/>
              </p:nvPicPr>
              <p:blipFill>
                <a:blip r:embed="rId127">
                  <a:extLst>
                    <a:ext uri="{28A0092B-C50C-407E-A947-70E740481C1C}">
                      <a14:useLocalDpi xmlns:a14="http://schemas.microsoft.com/office/drawing/2010/main" val="0"/>
                    </a:ext>
                  </a:extLst>
                </a:blip>
                <a:srcRect/>
                <a:stretch>
                  <a:fillRect/>
                </a:stretch>
              </p:blipFill>
              <p:spPr bwMode="auto">
                <a:xfrm>
                  <a:off x="3121" y="3071"/>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2" name="Picture 992">
                  <a:extLst>
                    <a:ext uri="{FF2B5EF4-FFF2-40B4-BE49-F238E27FC236}">
                      <a16:creationId xmlns:a16="http://schemas.microsoft.com/office/drawing/2014/main" id="{A3B5ED03-3201-4CBD-8265-C6F9BF8D3194}"/>
                    </a:ext>
                  </a:extLst>
                </p:cNvPr>
                <p:cNvPicPr>
                  <a:picLocks noChangeAspect="1" noChangeArrowheads="1"/>
                </p:cNvPicPr>
                <p:nvPr/>
              </p:nvPicPr>
              <p:blipFill>
                <a:blip r:embed="rId128">
                  <a:extLst>
                    <a:ext uri="{28A0092B-C50C-407E-A947-70E740481C1C}">
                      <a14:useLocalDpi xmlns:a14="http://schemas.microsoft.com/office/drawing/2010/main" val="0"/>
                    </a:ext>
                  </a:extLst>
                </a:blip>
                <a:srcRect/>
                <a:stretch>
                  <a:fillRect/>
                </a:stretch>
              </p:blipFill>
              <p:spPr bwMode="auto">
                <a:xfrm>
                  <a:off x="3121" y="3072"/>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3" name="Picture 993">
                  <a:extLst>
                    <a:ext uri="{FF2B5EF4-FFF2-40B4-BE49-F238E27FC236}">
                      <a16:creationId xmlns:a16="http://schemas.microsoft.com/office/drawing/2014/main" id="{38FF1AA0-0199-4BF6-ACEE-00315F8E299B}"/>
                    </a:ext>
                  </a:extLst>
                </p:cNvPr>
                <p:cNvPicPr>
                  <a:picLocks noChangeAspect="1" noChangeArrowheads="1"/>
                </p:cNvPicPr>
                <p:nvPr/>
              </p:nvPicPr>
              <p:blipFill>
                <a:blip r:embed="rId129">
                  <a:extLst>
                    <a:ext uri="{28A0092B-C50C-407E-A947-70E740481C1C}">
                      <a14:useLocalDpi xmlns:a14="http://schemas.microsoft.com/office/drawing/2010/main" val="0"/>
                    </a:ext>
                  </a:extLst>
                </a:blip>
                <a:srcRect/>
                <a:stretch>
                  <a:fillRect/>
                </a:stretch>
              </p:blipFill>
              <p:spPr bwMode="auto">
                <a:xfrm>
                  <a:off x="3121" y="3073"/>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4" name="Picture 994">
                  <a:extLst>
                    <a:ext uri="{FF2B5EF4-FFF2-40B4-BE49-F238E27FC236}">
                      <a16:creationId xmlns:a16="http://schemas.microsoft.com/office/drawing/2014/main" id="{14E5C03A-F86F-4798-B03A-E6E7750EBBDC}"/>
                    </a:ext>
                  </a:extLst>
                </p:cNvPr>
                <p:cNvPicPr>
                  <a:picLocks noChangeAspect="1" noChangeArrowheads="1"/>
                </p:cNvPicPr>
                <p:nvPr/>
              </p:nvPicPr>
              <p:blipFill>
                <a:blip r:embed="rId130">
                  <a:extLst>
                    <a:ext uri="{28A0092B-C50C-407E-A947-70E740481C1C}">
                      <a14:useLocalDpi xmlns:a14="http://schemas.microsoft.com/office/drawing/2010/main" val="0"/>
                    </a:ext>
                  </a:extLst>
                </a:blip>
                <a:srcRect/>
                <a:stretch>
                  <a:fillRect/>
                </a:stretch>
              </p:blipFill>
              <p:spPr bwMode="auto">
                <a:xfrm>
                  <a:off x="3121" y="307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5" name="Picture 995">
                  <a:extLst>
                    <a:ext uri="{FF2B5EF4-FFF2-40B4-BE49-F238E27FC236}">
                      <a16:creationId xmlns:a16="http://schemas.microsoft.com/office/drawing/2014/main" id="{B0429661-3857-49B5-956E-42E61B54BFB9}"/>
                    </a:ext>
                  </a:extLst>
                </p:cNvPr>
                <p:cNvPicPr>
                  <a:picLocks noChangeAspect="1" noChangeArrowheads="1"/>
                </p:cNvPicPr>
                <p:nvPr/>
              </p:nvPicPr>
              <p:blipFill>
                <a:blip r:embed="rId131">
                  <a:extLst>
                    <a:ext uri="{28A0092B-C50C-407E-A947-70E740481C1C}">
                      <a14:useLocalDpi xmlns:a14="http://schemas.microsoft.com/office/drawing/2010/main" val="0"/>
                    </a:ext>
                  </a:extLst>
                </a:blip>
                <a:srcRect/>
                <a:stretch>
                  <a:fillRect/>
                </a:stretch>
              </p:blipFill>
              <p:spPr bwMode="auto">
                <a:xfrm>
                  <a:off x="3121" y="307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6" name="Picture 996">
                  <a:extLst>
                    <a:ext uri="{FF2B5EF4-FFF2-40B4-BE49-F238E27FC236}">
                      <a16:creationId xmlns:a16="http://schemas.microsoft.com/office/drawing/2014/main" id="{60F31282-ADCF-42EE-8A0C-23B631BFC7B8}"/>
                    </a:ext>
                  </a:extLst>
                </p:cNvPr>
                <p:cNvPicPr>
                  <a:picLocks noChangeAspect="1" noChangeArrowheads="1"/>
                </p:cNvPicPr>
                <p:nvPr/>
              </p:nvPicPr>
              <p:blipFill>
                <a:blip r:embed="rId132">
                  <a:extLst>
                    <a:ext uri="{28A0092B-C50C-407E-A947-70E740481C1C}">
                      <a14:useLocalDpi xmlns:a14="http://schemas.microsoft.com/office/drawing/2010/main" val="0"/>
                    </a:ext>
                  </a:extLst>
                </a:blip>
                <a:srcRect/>
                <a:stretch>
                  <a:fillRect/>
                </a:stretch>
              </p:blipFill>
              <p:spPr bwMode="auto">
                <a:xfrm>
                  <a:off x="3121" y="3076"/>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7" name="Picture 997">
                  <a:extLst>
                    <a:ext uri="{FF2B5EF4-FFF2-40B4-BE49-F238E27FC236}">
                      <a16:creationId xmlns:a16="http://schemas.microsoft.com/office/drawing/2014/main" id="{B617770C-2A95-4666-B7A4-D241C7FDB123}"/>
                    </a:ext>
                  </a:extLst>
                </p:cNvPr>
                <p:cNvPicPr>
                  <a:picLocks noChangeAspect="1" noChangeArrowheads="1"/>
                </p:cNvPicPr>
                <p:nvPr/>
              </p:nvPicPr>
              <p:blipFill>
                <a:blip r:embed="rId133">
                  <a:extLst>
                    <a:ext uri="{28A0092B-C50C-407E-A947-70E740481C1C}">
                      <a14:useLocalDpi xmlns:a14="http://schemas.microsoft.com/office/drawing/2010/main" val="0"/>
                    </a:ext>
                  </a:extLst>
                </a:blip>
                <a:srcRect/>
                <a:stretch>
                  <a:fillRect/>
                </a:stretch>
              </p:blipFill>
              <p:spPr bwMode="auto">
                <a:xfrm>
                  <a:off x="3121" y="307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 name="Picture 998">
                  <a:extLst>
                    <a:ext uri="{FF2B5EF4-FFF2-40B4-BE49-F238E27FC236}">
                      <a16:creationId xmlns:a16="http://schemas.microsoft.com/office/drawing/2014/main" id="{08D2FBC5-8FC6-47B6-8035-6EF065CF13CC}"/>
                    </a:ext>
                  </a:extLst>
                </p:cNvPr>
                <p:cNvPicPr>
                  <a:picLocks noChangeAspect="1" noChangeArrowheads="1"/>
                </p:cNvPicPr>
                <p:nvPr/>
              </p:nvPicPr>
              <p:blipFill>
                <a:blip r:embed="rId134">
                  <a:extLst>
                    <a:ext uri="{28A0092B-C50C-407E-A947-70E740481C1C}">
                      <a14:useLocalDpi xmlns:a14="http://schemas.microsoft.com/office/drawing/2010/main" val="0"/>
                    </a:ext>
                  </a:extLst>
                </a:blip>
                <a:srcRect/>
                <a:stretch>
                  <a:fillRect/>
                </a:stretch>
              </p:blipFill>
              <p:spPr bwMode="auto">
                <a:xfrm>
                  <a:off x="3121" y="3078"/>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9" name="Picture 999">
                  <a:extLst>
                    <a:ext uri="{FF2B5EF4-FFF2-40B4-BE49-F238E27FC236}">
                      <a16:creationId xmlns:a16="http://schemas.microsoft.com/office/drawing/2014/main" id="{CC1B954A-A6D1-4E75-B450-E5D049036A8B}"/>
                    </a:ext>
                  </a:extLst>
                </p:cNvPr>
                <p:cNvPicPr>
                  <a:picLocks noChangeAspect="1" noChangeArrowheads="1"/>
                </p:cNvPicPr>
                <p:nvPr/>
              </p:nvPicPr>
              <p:blipFill>
                <a:blip r:embed="rId135">
                  <a:extLst>
                    <a:ext uri="{28A0092B-C50C-407E-A947-70E740481C1C}">
                      <a14:useLocalDpi xmlns:a14="http://schemas.microsoft.com/office/drawing/2010/main" val="0"/>
                    </a:ext>
                  </a:extLst>
                </a:blip>
                <a:srcRect/>
                <a:stretch>
                  <a:fillRect/>
                </a:stretch>
              </p:blipFill>
              <p:spPr bwMode="auto">
                <a:xfrm>
                  <a:off x="3121" y="307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0" name="Picture 1000">
                  <a:extLst>
                    <a:ext uri="{FF2B5EF4-FFF2-40B4-BE49-F238E27FC236}">
                      <a16:creationId xmlns:a16="http://schemas.microsoft.com/office/drawing/2014/main" id="{53BEBE54-5C3C-403F-8402-AF1CB6367981}"/>
                    </a:ext>
                  </a:extLst>
                </p:cNvPr>
                <p:cNvPicPr>
                  <a:picLocks noChangeAspect="1" noChangeArrowheads="1"/>
                </p:cNvPicPr>
                <p:nvPr/>
              </p:nvPicPr>
              <p:blipFill>
                <a:blip r:embed="rId136">
                  <a:extLst>
                    <a:ext uri="{28A0092B-C50C-407E-A947-70E740481C1C}">
                      <a14:useLocalDpi xmlns:a14="http://schemas.microsoft.com/office/drawing/2010/main" val="0"/>
                    </a:ext>
                  </a:extLst>
                </a:blip>
                <a:srcRect/>
                <a:stretch>
                  <a:fillRect/>
                </a:stretch>
              </p:blipFill>
              <p:spPr bwMode="auto">
                <a:xfrm>
                  <a:off x="3121" y="308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01">
                  <a:extLst>
                    <a:ext uri="{FF2B5EF4-FFF2-40B4-BE49-F238E27FC236}">
                      <a16:creationId xmlns:a16="http://schemas.microsoft.com/office/drawing/2014/main" id="{5F7A7B9A-04E0-49CE-B971-21D300989D80}"/>
                    </a:ext>
                  </a:extLst>
                </p:cNvPr>
                <p:cNvPicPr>
                  <a:picLocks noChangeAspect="1" noChangeArrowheads="1"/>
                </p:cNvPicPr>
                <p:nvPr/>
              </p:nvPicPr>
              <p:blipFill>
                <a:blip r:embed="rId137">
                  <a:extLst>
                    <a:ext uri="{28A0092B-C50C-407E-A947-70E740481C1C}">
                      <a14:useLocalDpi xmlns:a14="http://schemas.microsoft.com/office/drawing/2010/main" val="0"/>
                    </a:ext>
                  </a:extLst>
                </a:blip>
                <a:srcRect/>
                <a:stretch>
                  <a:fillRect/>
                </a:stretch>
              </p:blipFill>
              <p:spPr bwMode="auto">
                <a:xfrm>
                  <a:off x="3121" y="308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2" name="Picture 1002">
                  <a:extLst>
                    <a:ext uri="{FF2B5EF4-FFF2-40B4-BE49-F238E27FC236}">
                      <a16:creationId xmlns:a16="http://schemas.microsoft.com/office/drawing/2014/main" id="{992813CD-4A4A-4065-9FC5-829654E06DEF}"/>
                    </a:ext>
                  </a:extLst>
                </p:cNvPr>
                <p:cNvPicPr>
                  <a:picLocks noChangeAspect="1" noChangeArrowheads="1"/>
                </p:cNvPicPr>
                <p:nvPr/>
              </p:nvPicPr>
              <p:blipFill>
                <a:blip r:embed="rId138">
                  <a:extLst>
                    <a:ext uri="{28A0092B-C50C-407E-A947-70E740481C1C}">
                      <a14:useLocalDpi xmlns:a14="http://schemas.microsoft.com/office/drawing/2010/main" val="0"/>
                    </a:ext>
                  </a:extLst>
                </a:blip>
                <a:srcRect/>
                <a:stretch>
                  <a:fillRect/>
                </a:stretch>
              </p:blipFill>
              <p:spPr bwMode="auto">
                <a:xfrm>
                  <a:off x="3121" y="3081"/>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3" name="Picture 1003">
                  <a:extLst>
                    <a:ext uri="{FF2B5EF4-FFF2-40B4-BE49-F238E27FC236}">
                      <a16:creationId xmlns:a16="http://schemas.microsoft.com/office/drawing/2014/main" id="{B6867080-5FA1-4FFE-98AD-FDEBBA92A83F}"/>
                    </a:ext>
                  </a:extLst>
                </p:cNvPr>
                <p:cNvPicPr>
                  <a:picLocks noChangeAspect="1" noChangeArrowheads="1"/>
                </p:cNvPicPr>
                <p:nvPr/>
              </p:nvPicPr>
              <p:blipFill>
                <a:blip r:embed="rId139">
                  <a:extLst>
                    <a:ext uri="{28A0092B-C50C-407E-A947-70E740481C1C}">
                      <a14:useLocalDpi xmlns:a14="http://schemas.microsoft.com/office/drawing/2010/main" val="0"/>
                    </a:ext>
                  </a:extLst>
                </a:blip>
                <a:srcRect/>
                <a:stretch>
                  <a:fillRect/>
                </a:stretch>
              </p:blipFill>
              <p:spPr bwMode="auto">
                <a:xfrm>
                  <a:off x="3121" y="3082"/>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4" name="Picture 1004">
                  <a:extLst>
                    <a:ext uri="{FF2B5EF4-FFF2-40B4-BE49-F238E27FC236}">
                      <a16:creationId xmlns:a16="http://schemas.microsoft.com/office/drawing/2014/main" id="{38EE9A2F-0856-4DA5-BC12-99E962C196D0}"/>
                    </a:ext>
                  </a:extLst>
                </p:cNvPr>
                <p:cNvPicPr>
                  <a:picLocks noChangeAspect="1" noChangeArrowheads="1"/>
                </p:cNvPicPr>
                <p:nvPr/>
              </p:nvPicPr>
              <p:blipFill>
                <a:blip r:embed="rId140">
                  <a:extLst>
                    <a:ext uri="{28A0092B-C50C-407E-A947-70E740481C1C}">
                      <a14:useLocalDpi xmlns:a14="http://schemas.microsoft.com/office/drawing/2010/main" val="0"/>
                    </a:ext>
                  </a:extLst>
                </a:blip>
                <a:srcRect/>
                <a:stretch>
                  <a:fillRect/>
                </a:stretch>
              </p:blipFill>
              <p:spPr bwMode="auto">
                <a:xfrm>
                  <a:off x="3121" y="3083"/>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5" name="Picture 1005">
                  <a:extLst>
                    <a:ext uri="{FF2B5EF4-FFF2-40B4-BE49-F238E27FC236}">
                      <a16:creationId xmlns:a16="http://schemas.microsoft.com/office/drawing/2014/main" id="{9F5D9A8E-43E3-4D9E-92F0-FB5A0C93A4A1}"/>
                    </a:ext>
                  </a:extLst>
                </p:cNvPr>
                <p:cNvPicPr>
                  <a:picLocks noChangeAspect="1" noChangeArrowheads="1"/>
                </p:cNvPicPr>
                <p:nvPr/>
              </p:nvPicPr>
              <p:blipFill>
                <a:blip r:embed="rId141">
                  <a:extLst>
                    <a:ext uri="{28A0092B-C50C-407E-A947-70E740481C1C}">
                      <a14:useLocalDpi xmlns:a14="http://schemas.microsoft.com/office/drawing/2010/main" val="0"/>
                    </a:ext>
                  </a:extLst>
                </a:blip>
                <a:srcRect/>
                <a:stretch>
                  <a:fillRect/>
                </a:stretch>
              </p:blipFill>
              <p:spPr bwMode="auto">
                <a:xfrm>
                  <a:off x="3121" y="308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6" name="Picture 1006">
                  <a:extLst>
                    <a:ext uri="{FF2B5EF4-FFF2-40B4-BE49-F238E27FC236}">
                      <a16:creationId xmlns:a16="http://schemas.microsoft.com/office/drawing/2014/main" id="{F8E8BAD0-20C7-4F57-9394-758559815487}"/>
                    </a:ext>
                  </a:extLst>
                </p:cNvPr>
                <p:cNvPicPr>
                  <a:picLocks noChangeAspect="1" noChangeArrowheads="1"/>
                </p:cNvPicPr>
                <p:nvPr/>
              </p:nvPicPr>
              <p:blipFill>
                <a:blip r:embed="rId142">
                  <a:extLst>
                    <a:ext uri="{28A0092B-C50C-407E-A947-70E740481C1C}">
                      <a14:useLocalDpi xmlns:a14="http://schemas.microsoft.com/office/drawing/2010/main" val="0"/>
                    </a:ext>
                  </a:extLst>
                </a:blip>
                <a:srcRect/>
                <a:stretch>
                  <a:fillRect/>
                </a:stretch>
              </p:blipFill>
              <p:spPr bwMode="auto">
                <a:xfrm>
                  <a:off x="3121" y="308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 name="Picture 1007">
                  <a:extLst>
                    <a:ext uri="{FF2B5EF4-FFF2-40B4-BE49-F238E27FC236}">
                      <a16:creationId xmlns:a16="http://schemas.microsoft.com/office/drawing/2014/main" id="{EFFAFC7A-00D9-4B55-95CA-89464DA6E9C0}"/>
                    </a:ext>
                  </a:extLst>
                </p:cNvPr>
                <p:cNvPicPr>
                  <a:picLocks noChangeAspect="1" noChangeArrowheads="1"/>
                </p:cNvPicPr>
                <p:nvPr/>
              </p:nvPicPr>
              <p:blipFill>
                <a:blip r:embed="rId143">
                  <a:extLst>
                    <a:ext uri="{28A0092B-C50C-407E-A947-70E740481C1C}">
                      <a14:useLocalDpi xmlns:a14="http://schemas.microsoft.com/office/drawing/2010/main" val="0"/>
                    </a:ext>
                  </a:extLst>
                </a:blip>
                <a:srcRect/>
                <a:stretch>
                  <a:fillRect/>
                </a:stretch>
              </p:blipFill>
              <p:spPr bwMode="auto">
                <a:xfrm>
                  <a:off x="3121" y="3086"/>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 name="Picture 1008">
                  <a:extLst>
                    <a:ext uri="{FF2B5EF4-FFF2-40B4-BE49-F238E27FC236}">
                      <a16:creationId xmlns:a16="http://schemas.microsoft.com/office/drawing/2014/main" id="{94EE39E1-1A0B-458E-B63B-23F9B4150C40}"/>
                    </a:ext>
                  </a:extLst>
                </p:cNvPr>
                <p:cNvPicPr>
                  <a:picLocks noChangeAspect="1" noChangeArrowheads="1"/>
                </p:cNvPicPr>
                <p:nvPr/>
              </p:nvPicPr>
              <p:blipFill>
                <a:blip r:embed="rId144">
                  <a:extLst>
                    <a:ext uri="{28A0092B-C50C-407E-A947-70E740481C1C}">
                      <a14:useLocalDpi xmlns:a14="http://schemas.microsoft.com/office/drawing/2010/main" val="0"/>
                    </a:ext>
                  </a:extLst>
                </a:blip>
                <a:srcRect/>
                <a:stretch>
                  <a:fillRect/>
                </a:stretch>
              </p:blipFill>
              <p:spPr bwMode="auto">
                <a:xfrm>
                  <a:off x="3121" y="308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 name="Picture 1009">
                  <a:extLst>
                    <a:ext uri="{FF2B5EF4-FFF2-40B4-BE49-F238E27FC236}">
                      <a16:creationId xmlns:a16="http://schemas.microsoft.com/office/drawing/2014/main" id="{B81A29C7-DFBE-4E5C-AB57-63C33331594B}"/>
                    </a:ext>
                  </a:extLst>
                </p:cNvPr>
                <p:cNvPicPr>
                  <a:picLocks noChangeAspect="1" noChangeArrowheads="1"/>
                </p:cNvPicPr>
                <p:nvPr/>
              </p:nvPicPr>
              <p:blipFill>
                <a:blip r:embed="rId145">
                  <a:extLst>
                    <a:ext uri="{28A0092B-C50C-407E-A947-70E740481C1C}">
                      <a14:useLocalDpi xmlns:a14="http://schemas.microsoft.com/office/drawing/2010/main" val="0"/>
                    </a:ext>
                  </a:extLst>
                </a:blip>
                <a:srcRect/>
                <a:stretch>
                  <a:fillRect/>
                </a:stretch>
              </p:blipFill>
              <p:spPr bwMode="auto">
                <a:xfrm>
                  <a:off x="3121" y="3088"/>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0" name="Picture 1010">
                  <a:extLst>
                    <a:ext uri="{FF2B5EF4-FFF2-40B4-BE49-F238E27FC236}">
                      <a16:creationId xmlns:a16="http://schemas.microsoft.com/office/drawing/2014/main" id="{734CAB84-394A-4C5B-ADC1-60BCC90535BB}"/>
                    </a:ext>
                  </a:extLst>
                </p:cNvPr>
                <p:cNvPicPr>
                  <a:picLocks noChangeAspect="1" noChangeArrowheads="1"/>
                </p:cNvPicPr>
                <p:nvPr/>
              </p:nvPicPr>
              <p:blipFill>
                <a:blip r:embed="rId146">
                  <a:extLst>
                    <a:ext uri="{28A0092B-C50C-407E-A947-70E740481C1C}">
                      <a14:useLocalDpi xmlns:a14="http://schemas.microsoft.com/office/drawing/2010/main" val="0"/>
                    </a:ext>
                  </a:extLst>
                </a:blip>
                <a:srcRect/>
                <a:stretch>
                  <a:fillRect/>
                </a:stretch>
              </p:blipFill>
              <p:spPr bwMode="auto">
                <a:xfrm>
                  <a:off x="3121" y="308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 name="Picture 1011">
                  <a:extLst>
                    <a:ext uri="{FF2B5EF4-FFF2-40B4-BE49-F238E27FC236}">
                      <a16:creationId xmlns:a16="http://schemas.microsoft.com/office/drawing/2014/main" id="{9003FC53-92D7-4403-9B3C-3BFADA684A51}"/>
                    </a:ext>
                  </a:extLst>
                </p:cNvPr>
                <p:cNvPicPr>
                  <a:picLocks noChangeAspect="1" noChangeArrowheads="1"/>
                </p:cNvPicPr>
                <p:nvPr/>
              </p:nvPicPr>
              <p:blipFill>
                <a:blip r:embed="rId147">
                  <a:extLst>
                    <a:ext uri="{28A0092B-C50C-407E-A947-70E740481C1C}">
                      <a14:useLocalDpi xmlns:a14="http://schemas.microsoft.com/office/drawing/2010/main" val="0"/>
                    </a:ext>
                  </a:extLst>
                </a:blip>
                <a:srcRect/>
                <a:stretch>
                  <a:fillRect/>
                </a:stretch>
              </p:blipFill>
              <p:spPr bwMode="auto">
                <a:xfrm>
                  <a:off x="3121" y="309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2" name="Picture 1012">
                  <a:extLst>
                    <a:ext uri="{FF2B5EF4-FFF2-40B4-BE49-F238E27FC236}">
                      <a16:creationId xmlns:a16="http://schemas.microsoft.com/office/drawing/2014/main" id="{56A45D57-76E7-4192-8A49-B2E39F480205}"/>
                    </a:ext>
                  </a:extLst>
                </p:cNvPr>
                <p:cNvPicPr>
                  <a:picLocks noChangeAspect="1" noChangeArrowheads="1"/>
                </p:cNvPicPr>
                <p:nvPr/>
              </p:nvPicPr>
              <p:blipFill>
                <a:blip r:embed="rId148">
                  <a:extLst>
                    <a:ext uri="{28A0092B-C50C-407E-A947-70E740481C1C}">
                      <a14:useLocalDpi xmlns:a14="http://schemas.microsoft.com/office/drawing/2010/main" val="0"/>
                    </a:ext>
                  </a:extLst>
                </a:blip>
                <a:srcRect/>
                <a:stretch>
                  <a:fillRect/>
                </a:stretch>
              </p:blipFill>
              <p:spPr bwMode="auto">
                <a:xfrm>
                  <a:off x="3121" y="3091"/>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3" name="Picture 1013">
                  <a:extLst>
                    <a:ext uri="{FF2B5EF4-FFF2-40B4-BE49-F238E27FC236}">
                      <a16:creationId xmlns:a16="http://schemas.microsoft.com/office/drawing/2014/main" id="{36B27574-469D-4F4F-87BE-124110955C0C}"/>
                    </a:ext>
                  </a:extLst>
                </p:cNvPr>
                <p:cNvPicPr>
                  <a:picLocks noChangeAspect="1" noChangeArrowheads="1"/>
                </p:cNvPicPr>
                <p:nvPr/>
              </p:nvPicPr>
              <p:blipFill>
                <a:blip r:embed="rId149">
                  <a:extLst>
                    <a:ext uri="{28A0092B-C50C-407E-A947-70E740481C1C}">
                      <a14:useLocalDpi xmlns:a14="http://schemas.microsoft.com/office/drawing/2010/main" val="0"/>
                    </a:ext>
                  </a:extLst>
                </a:blip>
                <a:srcRect/>
                <a:stretch>
                  <a:fillRect/>
                </a:stretch>
              </p:blipFill>
              <p:spPr bwMode="auto">
                <a:xfrm>
                  <a:off x="3121" y="3092"/>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4" name="Picture 1014">
                  <a:extLst>
                    <a:ext uri="{FF2B5EF4-FFF2-40B4-BE49-F238E27FC236}">
                      <a16:creationId xmlns:a16="http://schemas.microsoft.com/office/drawing/2014/main" id="{A7C0E9E2-A497-45BA-9AF0-D1FD8F580201}"/>
                    </a:ext>
                  </a:extLst>
                </p:cNvPr>
                <p:cNvPicPr>
                  <a:picLocks noChangeAspect="1" noChangeArrowheads="1"/>
                </p:cNvPicPr>
                <p:nvPr/>
              </p:nvPicPr>
              <p:blipFill>
                <a:blip r:embed="rId150">
                  <a:extLst>
                    <a:ext uri="{28A0092B-C50C-407E-A947-70E740481C1C}">
                      <a14:useLocalDpi xmlns:a14="http://schemas.microsoft.com/office/drawing/2010/main" val="0"/>
                    </a:ext>
                  </a:extLst>
                </a:blip>
                <a:srcRect/>
                <a:stretch>
                  <a:fillRect/>
                </a:stretch>
              </p:blipFill>
              <p:spPr bwMode="auto">
                <a:xfrm>
                  <a:off x="3121" y="3093"/>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5" name="Picture 1015">
                  <a:extLst>
                    <a:ext uri="{FF2B5EF4-FFF2-40B4-BE49-F238E27FC236}">
                      <a16:creationId xmlns:a16="http://schemas.microsoft.com/office/drawing/2014/main" id="{FBDAFFB6-73A3-4B45-B225-69F688E2DFBE}"/>
                    </a:ext>
                  </a:extLst>
                </p:cNvPr>
                <p:cNvPicPr>
                  <a:picLocks noChangeAspect="1" noChangeArrowheads="1"/>
                </p:cNvPicPr>
                <p:nvPr/>
              </p:nvPicPr>
              <p:blipFill>
                <a:blip r:embed="rId151">
                  <a:extLst>
                    <a:ext uri="{28A0092B-C50C-407E-A947-70E740481C1C}">
                      <a14:useLocalDpi xmlns:a14="http://schemas.microsoft.com/office/drawing/2010/main" val="0"/>
                    </a:ext>
                  </a:extLst>
                </a:blip>
                <a:srcRect/>
                <a:stretch>
                  <a:fillRect/>
                </a:stretch>
              </p:blipFill>
              <p:spPr bwMode="auto">
                <a:xfrm>
                  <a:off x="3121" y="309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6" name="Picture 1016">
                  <a:extLst>
                    <a:ext uri="{FF2B5EF4-FFF2-40B4-BE49-F238E27FC236}">
                      <a16:creationId xmlns:a16="http://schemas.microsoft.com/office/drawing/2014/main" id="{5A1BD291-BC61-4420-9CAC-0E5239348618}"/>
                    </a:ext>
                  </a:extLst>
                </p:cNvPr>
                <p:cNvPicPr>
                  <a:picLocks noChangeAspect="1" noChangeArrowheads="1"/>
                </p:cNvPicPr>
                <p:nvPr/>
              </p:nvPicPr>
              <p:blipFill>
                <a:blip r:embed="rId152">
                  <a:extLst>
                    <a:ext uri="{28A0092B-C50C-407E-A947-70E740481C1C}">
                      <a14:useLocalDpi xmlns:a14="http://schemas.microsoft.com/office/drawing/2010/main" val="0"/>
                    </a:ext>
                  </a:extLst>
                </a:blip>
                <a:srcRect/>
                <a:stretch>
                  <a:fillRect/>
                </a:stretch>
              </p:blipFill>
              <p:spPr bwMode="auto">
                <a:xfrm>
                  <a:off x="3121" y="309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7" name="Picture 1017">
                  <a:extLst>
                    <a:ext uri="{FF2B5EF4-FFF2-40B4-BE49-F238E27FC236}">
                      <a16:creationId xmlns:a16="http://schemas.microsoft.com/office/drawing/2014/main" id="{A07AF68C-D009-41D2-9264-02B5F2A07A9F}"/>
                    </a:ext>
                  </a:extLst>
                </p:cNvPr>
                <p:cNvPicPr>
                  <a:picLocks noChangeAspect="1" noChangeArrowheads="1"/>
                </p:cNvPicPr>
                <p:nvPr/>
              </p:nvPicPr>
              <p:blipFill>
                <a:blip r:embed="rId153">
                  <a:extLst>
                    <a:ext uri="{28A0092B-C50C-407E-A947-70E740481C1C}">
                      <a14:useLocalDpi xmlns:a14="http://schemas.microsoft.com/office/drawing/2010/main" val="0"/>
                    </a:ext>
                  </a:extLst>
                </a:blip>
                <a:srcRect/>
                <a:stretch>
                  <a:fillRect/>
                </a:stretch>
              </p:blipFill>
              <p:spPr bwMode="auto">
                <a:xfrm>
                  <a:off x="3121" y="3096"/>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 name="Picture 1018">
                  <a:extLst>
                    <a:ext uri="{FF2B5EF4-FFF2-40B4-BE49-F238E27FC236}">
                      <a16:creationId xmlns:a16="http://schemas.microsoft.com/office/drawing/2014/main" id="{012A5027-1D4D-4849-91BE-FA7C9AF12464}"/>
                    </a:ext>
                  </a:extLst>
                </p:cNvPr>
                <p:cNvPicPr>
                  <a:picLocks noChangeAspect="1" noChangeArrowheads="1"/>
                </p:cNvPicPr>
                <p:nvPr/>
              </p:nvPicPr>
              <p:blipFill>
                <a:blip r:embed="rId154">
                  <a:extLst>
                    <a:ext uri="{28A0092B-C50C-407E-A947-70E740481C1C}">
                      <a14:useLocalDpi xmlns:a14="http://schemas.microsoft.com/office/drawing/2010/main" val="0"/>
                    </a:ext>
                  </a:extLst>
                </a:blip>
                <a:srcRect/>
                <a:stretch>
                  <a:fillRect/>
                </a:stretch>
              </p:blipFill>
              <p:spPr bwMode="auto">
                <a:xfrm>
                  <a:off x="3121" y="3097"/>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 name="Picture 1019">
                  <a:extLst>
                    <a:ext uri="{FF2B5EF4-FFF2-40B4-BE49-F238E27FC236}">
                      <a16:creationId xmlns:a16="http://schemas.microsoft.com/office/drawing/2014/main" id="{A4D7B099-C7B3-486B-BE50-82A5AD30C7BD}"/>
                    </a:ext>
                  </a:extLst>
                </p:cNvPr>
                <p:cNvPicPr>
                  <a:picLocks noChangeAspect="1" noChangeArrowheads="1"/>
                </p:cNvPicPr>
                <p:nvPr/>
              </p:nvPicPr>
              <p:blipFill>
                <a:blip r:embed="rId155">
                  <a:extLst>
                    <a:ext uri="{28A0092B-C50C-407E-A947-70E740481C1C}">
                      <a14:useLocalDpi xmlns:a14="http://schemas.microsoft.com/office/drawing/2010/main" val="0"/>
                    </a:ext>
                  </a:extLst>
                </a:blip>
                <a:srcRect/>
                <a:stretch>
                  <a:fillRect/>
                </a:stretch>
              </p:blipFill>
              <p:spPr bwMode="auto">
                <a:xfrm>
                  <a:off x="3121" y="3098"/>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0" name="Picture 1020">
                  <a:extLst>
                    <a:ext uri="{FF2B5EF4-FFF2-40B4-BE49-F238E27FC236}">
                      <a16:creationId xmlns:a16="http://schemas.microsoft.com/office/drawing/2014/main" id="{61B40CD3-F13D-4C98-BF27-ABE5AFB6360E}"/>
                    </a:ext>
                  </a:extLst>
                </p:cNvPr>
                <p:cNvPicPr>
                  <a:picLocks noChangeAspect="1" noChangeArrowheads="1"/>
                </p:cNvPicPr>
                <p:nvPr/>
              </p:nvPicPr>
              <p:blipFill>
                <a:blip r:embed="rId156">
                  <a:extLst>
                    <a:ext uri="{28A0092B-C50C-407E-A947-70E740481C1C}">
                      <a14:useLocalDpi xmlns:a14="http://schemas.microsoft.com/office/drawing/2010/main" val="0"/>
                    </a:ext>
                  </a:extLst>
                </a:blip>
                <a:srcRect/>
                <a:stretch>
                  <a:fillRect/>
                </a:stretch>
              </p:blipFill>
              <p:spPr bwMode="auto">
                <a:xfrm>
                  <a:off x="3121" y="3099"/>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1" name="Picture 1021">
                  <a:extLst>
                    <a:ext uri="{FF2B5EF4-FFF2-40B4-BE49-F238E27FC236}">
                      <a16:creationId xmlns:a16="http://schemas.microsoft.com/office/drawing/2014/main" id="{4361E1DE-0461-4CD2-81D0-5E92A73AAB53}"/>
                    </a:ext>
                  </a:extLst>
                </p:cNvPr>
                <p:cNvPicPr>
                  <a:picLocks noChangeAspect="1" noChangeArrowheads="1"/>
                </p:cNvPicPr>
                <p:nvPr/>
              </p:nvPicPr>
              <p:blipFill>
                <a:blip r:embed="rId157">
                  <a:extLst>
                    <a:ext uri="{28A0092B-C50C-407E-A947-70E740481C1C}">
                      <a14:useLocalDpi xmlns:a14="http://schemas.microsoft.com/office/drawing/2010/main" val="0"/>
                    </a:ext>
                  </a:extLst>
                </a:blip>
                <a:srcRect/>
                <a:stretch>
                  <a:fillRect/>
                </a:stretch>
              </p:blipFill>
              <p:spPr bwMode="auto">
                <a:xfrm>
                  <a:off x="3121" y="3100"/>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2" name="Picture 1022">
                  <a:extLst>
                    <a:ext uri="{FF2B5EF4-FFF2-40B4-BE49-F238E27FC236}">
                      <a16:creationId xmlns:a16="http://schemas.microsoft.com/office/drawing/2014/main" id="{A3EEAB11-A9C0-4B8A-9A0C-AE789BBBAB9E}"/>
                    </a:ext>
                  </a:extLst>
                </p:cNvPr>
                <p:cNvPicPr>
                  <a:picLocks noChangeAspect="1" noChangeArrowheads="1"/>
                </p:cNvPicPr>
                <p:nvPr/>
              </p:nvPicPr>
              <p:blipFill>
                <a:blip r:embed="rId158">
                  <a:extLst>
                    <a:ext uri="{28A0092B-C50C-407E-A947-70E740481C1C}">
                      <a14:useLocalDpi xmlns:a14="http://schemas.microsoft.com/office/drawing/2010/main" val="0"/>
                    </a:ext>
                  </a:extLst>
                </a:blip>
                <a:srcRect/>
                <a:stretch>
                  <a:fillRect/>
                </a:stretch>
              </p:blipFill>
              <p:spPr bwMode="auto">
                <a:xfrm>
                  <a:off x="3121" y="3101"/>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3" name="Picture 1023">
                  <a:extLst>
                    <a:ext uri="{FF2B5EF4-FFF2-40B4-BE49-F238E27FC236}">
                      <a16:creationId xmlns:a16="http://schemas.microsoft.com/office/drawing/2014/main" id="{4F7DA64E-CE48-4910-946C-283506619F61}"/>
                    </a:ext>
                  </a:extLst>
                </p:cNvPr>
                <p:cNvPicPr>
                  <a:picLocks noChangeAspect="1" noChangeArrowheads="1"/>
                </p:cNvPicPr>
                <p:nvPr/>
              </p:nvPicPr>
              <p:blipFill>
                <a:blip r:embed="rId159">
                  <a:extLst>
                    <a:ext uri="{28A0092B-C50C-407E-A947-70E740481C1C}">
                      <a14:useLocalDpi xmlns:a14="http://schemas.microsoft.com/office/drawing/2010/main" val="0"/>
                    </a:ext>
                  </a:extLst>
                </a:blip>
                <a:srcRect/>
                <a:stretch>
                  <a:fillRect/>
                </a:stretch>
              </p:blipFill>
              <p:spPr bwMode="auto">
                <a:xfrm>
                  <a:off x="3121" y="3102"/>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4" name="Picture 1024">
                  <a:extLst>
                    <a:ext uri="{FF2B5EF4-FFF2-40B4-BE49-F238E27FC236}">
                      <a16:creationId xmlns:a16="http://schemas.microsoft.com/office/drawing/2014/main" id="{38A88CE1-056D-48AC-984D-2EF2DB0BAD38}"/>
                    </a:ext>
                  </a:extLst>
                </p:cNvPr>
                <p:cNvPicPr>
                  <a:picLocks noChangeAspect="1" noChangeArrowheads="1"/>
                </p:cNvPicPr>
                <p:nvPr/>
              </p:nvPicPr>
              <p:blipFill>
                <a:blip r:embed="rId160">
                  <a:extLst>
                    <a:ext uri="{28A0092B-C50C-407E-A947-70E740481C1C}">
                      <a14:useLocalDpi xmlns:a14="http://schemas.microsoft.com/office/drawing/2010/main" val="0"/>
                    </a:ext>
                  </a:extLst>
                </a:blip>
                <a:srcRect/>
                <a:stretch>
                  <a:fillRect/>
                </a:stretch>
              </p:blipFill>
              <p:spPr bwMode="auto">
                <a:xfrm>
                  <a:off x="3121" y="3103"/>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5" name="Picture 1025">
                  <a:extLst>
                    <a:ext uri="{FF2B5EF4-FFF2-40B4-BE49-F238E27FC236}">
                      <a16:creationId xmlns:a16="http://schemas.microsoft.com/office/drawing/2014/main" id="{7F8E6C68-2831-4E75-BBE3-FA390EAB5ED1}"/>
                    </a:ext>
                  </a:extLst>
                </p:cNvPr>
                <p:cNvPicPr>
                  <a:picLocks noChangeAspect="1" noChangeArrowheads="1"/>
                </p:cNvPicPr>
                <p:nvPr/>
              </p:nvPicPr>
              <p:blipFill>
                <a:blip r:embed="rId161">
                  <a:extLst>
                    <a:ext uri="{28A0092B-C50C-407E-A947-70E740481C1C}">
                      <a14:useLocalDpi xmlns:a14="http://schemas.microsoft.com/office/drawing/2010/main" val="0"/>
                    </a:ext>
                  </a:extLst>
                </a:blip>
                <a:srcRect/>
                <a:stretch>
                  <a:fillRect/>
                </a:stretch>
              </p:blipFill>
              <p:spPr bwMode="auto">
                <a:xfrm>
                  <a:off x="3121" y="310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6" name="Picture 1026">
                  <a:extLst>
                    <a:ext uri="{FF2B5EF4-FFF2-40B4-BE49-F238E27FC236}">
                      <a16:creationId xmlns:a16="http://schemas.microsoft.com/office/drawing/2014/main" id="{C5ED9596-C663-49C4-8C00-CBF4AC00284C}"/>
                    </a:ext>
                  </a:extLst>
                </p:cNvPr>
                <p:cNvPicPr>
                  <a:picLocks noChangeAspect="1" noChangeArrowheads="1"/>
                </p:cNvPicPr>
                <p:nvPr/>
              </p:nvPicPr>
              <p:blipFill>
                <a:blip r:embed="rId162">
                  <a:extLst>
                    <a:ext uri="{28A0092B-C50C-407E-A947-70E740481C1C}">
                      <a14:useLocalDpi xmlns:a14="http://schemas.microsoft.com/office/drawing/2010/main" val="0"/>
                    </a:ext>
                  </a:extLst>
                </a:blip>
                <a:srcRect/>
                <a:stretch>
                  <a:fillRect/>
                </a:stretch>
              </p:blipFill>
              <p:spPr bwMode="auto">
                <a:xfrm>
                  <a:off x="3121" y="3104"/>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7" name="Picture 1027">
                  <a:extLst>
                    <a:ext uri="{FF2B5EF4-FFF2-40B4-BE49-F238E27FC236}">
                      <a16:creationId xmlns:a16="http://schemas.microsoft.com/office/drawing/2014/main" id="{7C5E5130-69DB-4515-8649-5440D407C188}"/>
                    </a:ext>
                  </a:extLst>
                </p:cNvPr>
                <p:cNvPicPr>
                  <a:picLocks noChangeAspect="1" noChangeArrowheads="1"/>
                </p:cNvPicPr>
                <p:nvPr/>
              </p:nvPicPr>
              <p:blipFill>
                <a:blip r:embed="rId163">
                  <a:extLst>
                    <a:ext uri="{28A0092B-C50C-407E-A947-70E740481C1C}">
                      <a14:useLocalDpi xmlns:a14="http://schemas.microsoft.com/office/drawing/2010/main" val="0"/>
                    </a:ext>
                  </a:extLst>
                </a:blip>
                <a:srcRect/>
                <a:stretch>
                  <a:fillRect/>
                </a:stretch>
              </p:blipFill>
              <p:spPr bwMode="auto">
                <a:xfrm>
                  <a:off x="3121" y="3105"/>
                  <a:ext cx="20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8" name="Picture 1028">
                  <a:extLst>
                    <a:ext uri="{FF2B5EF4-FFF2-40B4-BE49-F238E27FC236}">
                      <a16:creationId xmlns:a16="http://schemas.microsoft.com/office/drawing/2014/main" id="{34CB85FA-48CF-4E70-96F7-8F8FE588818D}"/>
                    </a:ext>
                  </a:extLst>
                </p:cNvPr>
                <p:cNvPicPr>
                  <a:picLocks noChangeAspect="1" noChangeArrowheads="1"/>
                </p:cNvPicPr>
                <p:nvPr/>
              </p:nvPicPr>
              <p:blipFill>
                <a:blip r:embed="rId164">
                  <a:extLst>
                    <a:ext uri="{28A0092B-C50C-407E-A947-70E740481C1C}">
                      <a14:useLocalDpi xmlns:a14="http://schemas.microsoft.com/office/drawing/2010/main" val="0"/>
                    </a:ext>
                  </a:extLst>
                </a:blip>
                <a:srcRect/>
                <a:stretch>
                  <a:fillRect/>
                </a:stretch>
              </p:blipFill>
              <p:spPr bwMode="auto">
                <a:xfrm>
                  <a:off x="3121" y="3106"/>
                  <a:ext cx="3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 name="Picture 1029">
                  <a:extLst>
                    <a:ext uri="{FF2B5EF4-FFF2-40B4-BE49-F238E27FC236}">
                      <a16:creationId xmlns:a16="http://schemas.microsoft.com/office/drawing/2014/main" id="{10202BBD-9698-4DDE-A9E7-D883890DF91E}"/>
                    </a:ext>
                  </a:extLst>
                </p:cNvPr>
                <p:cNvPicPr>
                  <a:picLocks noChangeAspect="1" noChangeArrowheads="1"/>
                </p:cNvPicPr>
                <p:nvPr/>
              </p:nvPicPr>
              <p:blipFill>
                <a:blip r:embed="rId165">
                  <a:extLst>
                    <a:ext uri="{28A0092B-C50C-407E-A947-70E740481C1C}">
                      <a14:useLocalDpi xmlns:a14="http://schemas.microsoft.com/office/drawing/2010/main" val="0"/>
                    </a:ext>
                  </a:extLst>
                </a:blip>
                <a:srcRect/>
                <a:stretch>
                  <a:fillRect/>
                </a:stretch>
              </p:blipFill>
              <p:spPr bwMode="auto">
                <a:xfrm>
                  <a:off x="3164" y="3106"/>
                  <a:ext cx="7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0" name="Picture 1030">
                  <a:extLst>
                    <a:ext uri="{FF2B5EF4-FFF2-40B4-BE49-F238E27FC236}">
                      <a16:creationId xmlns:a16="http://schemas.microsoft.com/office/drawing/2014/main" id="{D31D5A5B-A5E5-4027-8601-75FCEAF54A42}"/>
                    </a:ext>
                  </a:extLst>
                </p:cNvPr>
                <p:cNvPicPr>
                  <a:picLocks noChangeAspect="1" noChangeArrowheads="1"/>
                </p:cNvPicPr>
                <p:nvPr/>
              </p:nvPicPr>
              <p:blipFill>
                <a:blip r:embed="rId166">
                  <a:extLst>
                    <a:ext uri="{28A0092B-C50C-407E-A947-70E740481C1C}">
                      <a14:useLocalDpi xmlns:a14="http://schemas.microsoft.com/office/drawing/2010/main" val="0"/>
                    </a:ext>
                  </a:extLst>
                </a:blip>
                <a:srcRect/>
                <a:stretch>
                  <a:fillRect/>
                </a:stretch>
              </p:blipFill>
              <p:spPr bwMode="auto">
                <a:xfrm>
                  <a:off x="3247" y="3106"/>
                  <a:ext cx="7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31">
                  <a:extLst>
                    <a:ext uri="{FF2B5EF4-FFF2-40B4-BE49-F238E27FC236}">
                      <a16:creationId xmlns:a16="http://schemas.microsoft.com/office/drawing/2014/main" id="{7D0570B7-5B8E-4508-967D-D2766E0AB920}"/>
                    </a:ext>
                  </a:extLst>
                </p:cNvPr>
                <p:cNvPicPr>
                  <a:picLocks noChangeAspect="1" noChangeArrowheads="1"/>
                </p:cNvPicPr>
                <p:nvPr/>
              </p:nvPicPr>
              <p:blipFill>
                <a:blip r:embed="rId167">
                  <a:extLst>
                    <a:ext uri="{28A0092B-C50C-407E-A947-70E740481C1C}">
                      <a14:useLocalDpi xmlns:a14="http://schemas.microsoft.com/office/drawing/2010/main" val="0"/>
                    </a:ext>
                  </a:extLst>
                </a:blip>
                <a:srcRect/>
                <a:stretch>
                  <a:fillRect/>
                </a:stretch>
              </p:blipFill>
              <p:spPr bwMode="auto">
                <a:xfrm>
                  <a:off x="3121" y="3107"/>
                  <a:ext cx="3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2" name="Picture 1032">
                  <a:extLst>
                    <a:ext uri="{FF2B5EF4-FFF2-40B4-BE49-F238E27FC236}">
                      <a16:creationId xmlns:a16="http://schemas.microsoft.com/office/drawing/2014/main" id="{0126CE8B-7AB7-4999-863E-857E4DE425C0}"/>
                    </a:ext>
                  </a:extLst>
                </p:cNvPr>
                <p:cNvPicPr>
                  <a:picLocks noChangeAspect="1" noChangeArrowheads="1"/>
                </p:cNvPicPr>
                <p:nvPr/>
              </p:nvPicPr>
              <p:blipFill>
                <a:blip r:embed="rId168">
                  <a:extLst>
                    <a:ext uri="{28A0092B-C50C-407E-A947-70E740481C1C}">
                      <a14:useLocalDpi xmlns:a14="http://schemas.microsoft.com/office/drawing/2010/main" val="0"/>
                    </a:ext>
                  </a:extLst>
                </a:blip>
                <a:srcRect/>
                <a:stretch>
                  <a:fillRect/>
                </a:stretch>
              </p:blipFill>
              <p:spPr bwMode="auto">
                <a:xfrm>
                  <a:off x="3165" y="3107"/>
                  <a:ext cx="7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3" name="Picture 1033">
                  <a:extLst>
                    <a:ext uri="{FF2B5EF4-FFF2-40B4-BE49-F238E27FC236}">
                      <a16:creationId xmlns:a16="http://schemas.microsoft.com/office/drawing/2014/main" id="{765F1C71-237D-48DF-9150-89775429E787}"/>
                    </a:ext>
                  </a:extLst>
                </p:cNvPr>
                <p:cNvPicPr>
                  <a:picLocks noChangeAspect="1" noChangeArrowheads="1"/>
                </p:cNvPicPr>
                <p:nvPr/>
              </p:nvPicPr>
              <p:blipFill>
                <a:blip r:embed="rId169">
                  <a:extLst>
                    <a:ext uri="{28A0092B-C50C-407E-A947-70E740481C1C}">
                      <a14:useLocalDpi xmlns:a14="http://schemas.microsoft.com/office/drawing/2010/main" val="0"/>
                    </a:ext>
                  </a:extLst>
                </a:blip>
                <a:srcRect/>
                <a:stretch>
                  <a:fillRect/>
                </a:stretch>
              </p:blipFill>
              <p:spPr bwMode="auto">
                <a:xfrm>
                  <a:off x="3248" y="3107"/>
                  <a:ext cx="7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4" name="Picture 1034">
                  <a:extLst>
                    <a:ext uri="{FF2B5EF4-FFF2-40B4-BE49-F238E27FC236}">
                      <a16:creationId xmlns:a16="http://schemas.microsoft.com/office/drawing/2014/main" id="{BE0922ED-6452-4BF5-9DB9-73387083B351}"/>
                    </a:ext>
                  </a:extLst>
                </p:cNvPr>
                <p:cNvPicPr>
                  <a:picLocks noChangeAspect="1" noChangeArrowheads="1"/>
                </p:cNvPicPr>
                <p:nvPr/>
              </p:nvPicPr>
              <p:blipFill>
                <a:blip r:embed="rId170">
                  <a:extLst>
                    <a:ext uri="{28A0092B-C50C-407E-A947-70E740481C1C}">
                      <a14:useLocalDpi xmlns:a14="http://schemas.microsoft.com/office/drawing/2010/main" val="0"/>
                    </a:ext>
                  </a:extLst>
                </a:blip>
                <a:srcRect/>
                <a:stretch>
                  <a:fillRect/>
                </a:stretch>
              </p:blipFill>
              <p:spPr bwMode="auto">
                <a:xfrm>
                  <a:off x="3121" y="3108"/>
                  <a:ext cx="3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5" name="Picture 1035">
                  <a:extLst>
                    <a:ext uri="{FF2B5EF4-FFF2-40B4-BE49-F238E27FC236}">
                      <a16:creationId xmlns:a16="http://schemas.microsoft.com/office/drawing/2014/main" id="{4A96AE54-A981-4294-B677-810B01BC968D}"/>
                    </a:ext>
                  </a:extLst>
                </p:cNvPr>
                <p:cNvPicPr>
                  <a:picLocks noChangeAspect="1" noChangeArrowheads="1"/>
                </p:cNvPicPr>
                <p:nvPr/>
              </p:nvPicPr>
              <p:blipFill>
                <a:blip r:embed="rId171">
                  <a:extLst>
                    <a:ext uri="{28A0092B-C50C-407E-A947-70E740481C1C}">
                      <a14:useLocalDpi xmlns:a14="http://schemas.microsoft.com/office/drawing/2010/main" val="0"/>
                    </a:ext>
                  </a:extLst>
                </a:blip>
                <a:srcRect/>
                <a:stretch>
                  <a:fillRect/>
                </a:stretch>
              </p:blipFill>
              <p:spPr bwMode="auto">
                <a:xfrm>
                  <a:off x="3166" y="3108"/>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6" name="Picture 1036">
                  <a:extLst>
                    <a:ext uri="{FF2B5EF4-FFF2-40B4-BE49-F238E27FC236}">
                      <a16:creationId xmlns:a16="http://schemas.microsoft.com/office/drawing/2014/main" id="{9B561BED-860B-4F22-8171-255485A5C420}"/>
                    </a:ext>
                  </a:extLst>
                </p:cNvPr>
                <p:cNvPicPr>
                  <a:picLocks noChangeAspect="1" noChangeArrowheads="1"/>
                </p:cNvPicPr>
                <p:nvPr/>
              </p:nvPicPr>
              <p:blipFill>
                <a:blip r:embed="rId172">
                  <a:extLst>
                    <a:ext uri="{28A0092B-C50C-407E-A947-70E740481C1C}">
                      <a14:useLocalDpi xmlns:a14="http://schemas.microsoft.com/office/drawing/2010/main" val="0"/>
                    </a:ext>
                  </a:extLst>
                </a:blip>
                <a:srcRect/>
                <a:stretch>
                  <a:fillRect/>
                </a:stretch>
              </p:blipFill>
              <p:spPr bwMode="auto">
                <a:xfrm>
                  <a:off x="3248" y="3108"/>
                  <a:ext cx="7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7" name="Picture 1037">
                  <a:extLst>
                    <a:ext uri="{FF2B5EF4-FFF2-40B4-BE49-F238E27FC236}">
                      <a16:creationId xmlns:a16="http://schemas.microsoft.com/office/drawing/2014/main" id="{00F8785D-758E-46A0-94DE-EB762EA9D3C4}"/>
                    </a:ext>
                  </a:extLst>
                </p:cNvPr>
                <p:cNvPicPr>
                  <a:picLocks noChangeAspect="1" noChangeArrowheads="1"/>
                </p:cNvPicPr>
                <p:nvPr/>
              </p:nvPicPr>
              <p:blipFill>
                <a:blip r:embed="rId173">
                  <a:extLst>
                    <a:ext uri="{28A0092B-C50C-407E-A947-70E740481C1C}">
                      <a14:useLocalDpi xmlns:a14="http://schemas.microsoft.com/office/drawing/2010/main" val="0"/>
                    </a:ext>
                  </a:extLst>
                </a:blip>
                <a:srcRect/>
                <a:stretch>
                  <a:fillRect/>
                </a:stretch>
              </p:blipFill>
              <p:spPr bwMode="auto">
                <a:xfrm>
                  <a:off x="3121" y="3109"/>
                  <a:ext cx="3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8" name="Picture 1038">
                  <a:extLst>
                    <a:ext uri="{FF2B5EF4-FFF2-40B4-BE49-F238E27FC236}">
                      <a16:creationId xmlns:a16="http://schemas.microsoft.com/office/drawing/2014/main" id="{CEBA7E3D-9E07-48B6-B471-C7B6148E33FC}"/>
                    </a:ext>
                  </a:extLst>
                </p:cNvPr>
                <p:cNvPicPr>
                  <a:picLocks noChangeAspect="1" noChangeArrowheads="1"/>
                </p:cNvPicPr>
                <p:nvPr/>
              </p:nvPicPr>
              <p:blipFill>
                <a:blip r:embed="rId174">
                  <a:extLst>
                    <a:ext uri="{28A0092B-C50C-407E-A947-70E740481C1C}">
                      <a14:useLocalDpi xmlns:a14="http://schemas.microsoft.com/office/drawing/2010/main" val="0"/>
                    </a:ext>
                  </a:extLst>
                </a:blip>
                <a:srcRect/>
                <a:stretch>
                  <a:fillRect/>
                </a:stretch>
              </p:blipFill>
              <p:spPr bwMode="auto">
                <a:xfrm>
                  <a:off x="3166" y="3109"/>
                  <a:ext cx="7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 name="Picture 1039">
                  <a:extLst>
                    <a:ext uri="{FF2B5EF4-FFF2-40B4-BE49-F238E27FC236}">
                      <a16:creationId xmlns:a16="http://schemas.microsoft.com/office/drawing/2014/main" id="{BE81EC88-4214-4C16-AB3C-8A26C5CADA6F}"/>
                    </a:ext>
                  </a:extLst>
                </p:cNvPr>
                <p:cNvPicPr>
                  <a:picLocks noChangeAspect="1" noChangeArrowheads="1"/>
                </p:cNvPicPr>
                <p:nvPr/>
              </p:nvPicPr>
              <p:blipFill>
                <a:blip r:embed="rId175">
                  <a:extLst>
                    <a:ext uri="{28A0092B-C50C-407E-A947-70E740481C1C}">
                      <a14:useLocalDpi xmlns:a14="http://schemas.microsoft.com/office/drawing/2010/main" val="0"/>
                    </a:ext>
                  </a:extLst>
                </a:blip>
                <a:srcRect/>
                <a:stretch>
                  <a:fillRect/>
                </a:stretch>
              </p:blipFill>
              <p:spPr bwMode="auto">
                <a:xfrm>
                  <a:off x="3248" y="3109"/>
                  <a:ext cx="3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0" name="Picture 1040">
                  <a:extLst>
                    <a:ext uri="{FF2B5EF4-FFF2-40B4-BE49-F238E27FC236}">
                      <a16:creationId xmlns:a16="http://schemas.microsoft.com/office/drawing/2014/main" id="{E280D219-7665-47FC-9B4E-53743FD17B84}"/>
                    </a:ext>
                  </a:extLst>
                </p:cNvPr>
                <p:cNvPicPr>
                  <a:picLocks noChangeAspect="1" noChangeArrowheads="1"/>
                </p:cNvPicPr>
                <p:nvPr/>
              </p:nvPicPr>
              <p:blipFill>
                <a:blip r:embed="rId176">
                  <a:extLst>
                    <a:ext uri="{28A0092B-C50C-407E-A947-70E740481C1C}">
                      <a14:useLocalDpi xmlns:a14="http://schemas.microsoft.com/office/drawing/2010/main" val="0"/>
                    </a:ext>
                  </a:extLst>
                </a:blip>
                <a:srcRect/>
                <a:stretch>
                  <a:fillRect/>
                </a:stretch>
              </p:blipFill>
              <p:spPr bwMode="auto">
                <a:xfrm>
                  <a:off x="3286" y="3109"/>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1" name="Picture 1041">
                  <a:extLst>
                    <a:ext uri="{FF2B5EF4-FFF2-40B4-BE49-F238E27FC236}">
                      <a16:creationId xmlns:a16="http://schemas.microsoft.com/office/drawing/2014/main" id="{2C53C776-F1A4-4971-824E-883EEFE10086}"/>
                    </a:ext>
                  </a:extLst>
                </p:cNvPr>
                <p:cNvPicPr>
                  <a:picLocks noChangeAspect="1" noChangeArrowheads="1"/>
                </p:cNvPicPr>
                <p:nvPr/>
              </p:nvPicPr>
              <p:blipFill>
                <a:blip r:embed="rId177">
                  <a:extLst>
                    <a:ext uri="{28A0092B-C50C-407E-A947-70E740481C1C}">
                      <a14:useLocalDpi xmlns:a14="http://schemas.microsoft.com/office/drawing/2010/main" val="0"/>
                    </a:ext>
                  </a:extLst>
                </a:blip>
                <a:srcRect/>
                <a:stretch>
                  <a:fillRect/>
                </a:stretch>
              </p:blipFill>
              <p:spPr bwMode="auto">
                <a:xfrm>
                  <a:off x="3121" y="3110"/>
                  <a:ext cx="3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2" name="Picture 1042">
                  <a:extLst>
                    <a:ext uri="{FF2B5EF4-FFF2-40B4-BE49-F238E27FC236}">
                      <a16:creationId xmlns:a16="http://schemas.microsoft.com/office/drawing/2014/main" id="{90A8E13F-ADD5-4D88-9F6E-662BD46915A8}"/>
                    </a:ext>
                  </a:extLst>
                </p:cNvPr>
                <p:cNvPicPr>
                  <a:picLocks noChangeAspect="1" noChangeArrowheads="1"/>
                </p:cNvPicPr>
                <p:nvPr/>
              </p:nvPicPr>
              <p:blipFill>
                <a:blip r:embed="rId178">
                  <a:extLst>
                    <a:ext uri="{28A0092B-C50C-407E-A947-70E740481C1C}">
                      <a14:useLocalDpi xmlns:a14="http://schemas.microsoft.com/office/drawing/2010/main" val="0"/>
                    </a:ext>
                  </a:extLst>
                </a:blip>
                <a:srcRect/>
                <a:stretch>
                  <a:fillRect/>
                </a:stretch>
              </p:blipFill>
              <p:spPr bwMode="auto">
                <a:xfrm>
                  <a:off x="3167" y="3110"/>
                  <a:ext cx="7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3" name="Picture 1043">
                  <a:extLst>
                    <a:ext uri="{FF2B5EF4-FFF2-40B4-BE49-F238E27FC236}">
                      <a16:creationId xmlns:a16="http://schemas.microsoft.com/office/drawing/2014/main" id="{EEA5D1C4-A62C-4557-B8EE-5B2049A13B41}"/>
                    </a:ext>
                  </a:extLst>
                </p:cNvPr>
                <p:cNvPicPr>
                  <a:picLocks noChangeAspect="1" noChangeArrowheads="1"/>
                </p:cNvPicPr>
                <p:nvPr/>
              </p:nvPicPr>
              <p:blipFill>
                <a:blip r:embed="rId179">
                  <a:extLst>
                    <a:ext uri="{28A0092B-C50C-407E-A947-70E740481C1C}">
                      <a14:useLocalDpi xmlns:a14="http://schemas.microsoft.com/office/drawing/2010/main" val="0"/>
                    </a:ext>
                  </a:extLst>
                </a:blip>
                <a:srcRect/>
                <a:stretch>
                  <a:fillRect/>
                </a:stretch>
              </p:blipFill>
              <p:spPr bwMode="auto">
                <a:xfrm>
                  <a:off x="3248" y="3110"/>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4" name="Picture 1044">
                  <a:extLst>
                    <a:ext uri="{FF2B5EF4-FFF2-40B4-BE49-F238E27FC236}">
                      <a16:creationId xmlns:a16="http://schemas.microsoft.com/office/drawing/2014/main" id="{6FE06CA3-F515-48E3-91B0-19472C572009}"/>
                    </a:ext>
                  </a:extLst>
                </p:cNvPr>
                <p:cNvPicPr>
                  <a:picLocks noChangeAspect="1" noChangeArrowheads="1"/>
                </p:cNvPicPr>
                <p:nvPr/>
              </p:nvPicPr>
              <p:blipFill>
                <a:blip r:embed="rId180">
                  <a:extLst>
                    <a:ext uri="{28A0092B-C50C-407E-A947-70E740481C1C}">
                      <a14:useLocalDpi xmlns:a14="http://schemas.microsoft.com/office/drawing/2010/main" val="0"/>
                    </a:ext>
                  </a:extLst>
                </a:blip>
                <a:srcRect/>
                <a:stretch>
                  <a:fillRect/>
                </a:stretch>
              </p:blipFill>
              <p:spPr bwMode="auto">
                <a:xfrm>
                  <a:off x="3286" y="3110"/>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5" name="Picture 1045">
                  <a:extLst>
                    <a:ext uri="{FF2B5EF4-FFF2-40B4-BE49-F238E27FC236}">
                      <a16:creationId xmlns:a16="http://schemas.microsoft.com/office/drawing/2014/main" id="{B41CB2C7-59F1-43C3-BBAB-BD3F261D0D87}"/>
                    </a:ext>
                  </a:extLst>
                </p:cNvPr>
                <p:cNvPicPr>
                  <a:picLocks noChangeAspect="1" noChangeArrowheads="1"/>
                </p:cNvPicPr>
                <p:nvPr/>
              </p:nvPicPr>
              <p:blipFill>
                <a:blip r:embed="rId181">
                  <a:extLst>
                    <a:ext uri="{28A0092B-C50C-407E-A947-70E740481C1C}">
                      <a14:useLocalDpi xmlns:a14="http://schemas.microsoft.com/office/drawing/2010/main" val="0"/>
                    </a:ext>
                  </a:extLst>
                </a:blip>
                <a:srcRect/>
                <a:stretch>
                  <a:fillRect/>
                </a:stretch>
              </p:blipFill>
              <p:spPr bwMode="auto">
                <a:xfrm>
                  <a:off x="3168" y="3111"/>
                  <a:ext cx="7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6" name="Picture 1046">
                  <a:extLst>
                    <a:ext uri="{FF2B5EF4-FFF2-40B4-BE49-F238E27FC236}">
                      <a16:creationId xmlns:a16="http://schemas.microsoft.com/office/drawing/2014/main" id="{8E6463E2-A1BA-4B7E-B868-7969ABD184D4}"/>
                    </a:ext>
                  </a:extLst>
                </p:cNvPr>
                <p:cNvPicPr>
                  <a:picLocks noChangeAspect="1" noChangeArrowheads="1"/>
                </p:cNvPicPr>
                <p:nvPr/>
              </p:nvPicPr>
              <p:blipFill>
                <a:blip r:embed="rId182">
                  <a:extLst>
                    <a:ext uri="{28A0092B-C50C-407E-A947-70E740481C1C}">
                      <a14:useLocalDpi xmlns:a14="http://schemas.microsoft.com/office/drawing/2010/main" val="0"/>
                    </a:ext>
                  </a:extLst>
                </a:blip>
                <a:srcRect/>
                <a:stretch>
                  <a:fillRect/>
                </a:stretch>
              </p:blipFill>
              <p:spPr bwMode="auto">
                <a:xfrm>
                  <a:off x="3319" y="3111"/>
                  <a:ext cx="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7" name="Picture 1047">
                  <a:extLst>
                    <a:ext uri="{FF2B5EF4-FFF2-40B4-BE49-F238E27FC236}">
                      <a16:creationId xmlns:a16="http://schemas.microsoft.com/office/drawing/2014/main" id="{40C5132A-A436-473B-8F5F-1D70E9FB7C4E}"/>
                    </a:ext>
                  </a:extLst>
                </p:cNvPr>
                <p:cNvPicPr>
                  <a:picLocks noChangeAspect="1" noChangeArrowheads="1"/>
                </p:cNvPicPr>
                <p:nvPr/>
              </p:nvPicPr>
              <p:blipFill>
                <a:blip r:embed="rId183">
                  <a:extLst>
                    <a:ext uri="{28A0092B-C50C-407E-A947-70E740481C1C}">
                      <a14:useLocalDpi xmlns:a14="http://schemas.microsoft.com/office/drawing/2010/main" val="0"/>
                    </a:ext>
                  </a:extLst>
                </a:blip>
                <a:srcRect/>
                <a:stretch>
                  <a:fillRect/>
                </a:stretch>
              </p:blipFill>
              <p:spPr bwMode="auto">
                <a:xfrm>
                  <a:off x="3169" y="3112"/>
                  <a:ext cx="6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8" name="Picture 1048">
                  <a:extLst>
                    <a:ext uri="{FF2B5EF4-FFF2-40B4-BE49-F238E27FC236}">
                      <a16:creationId xmlns:a16="http://schemas.microsoft.com/office/drawing/2014/main" id="{05BF4466-3349-49E4-8391-DCEDB348CC2E}"/>
                    </a:ext>
                  </a:extLst>
                </p:cNvPr>
                <p:cNvPicPr>
                  <a:picLocks noChangeAspect="1" noChangeArrowheads="1"/>
                </p:cNvPicPr>
                <p:nvPr/>
              </p:nvPicPr>
              <p:blipFill>
                <a:blip r:embed="rId184">
                  <a:extLst>
                    <a:ext uri="{28A0092B-C50C-407E-A947-70E740481C1C}">
                      <a14:useLocalDpi xmlns:a14="http://schemas.microsoft.com/office/drawing/2010/main" val="0"/>
                    </a:ext>
                  </a:extLst>
                </a:blip>
                <a:srcRect/>
                <a:stretch>
                  <a:fillRect/>
                </a:stretch>
              </p:blipFill>
              <p:spPr bwMode="auto">
                <a:xfrm>
                  <a:off x="3319" y="3112"/>
                  <a:ext cx="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 name="Picture 1049">
                  <a:extLst>
                    <a:ext uri="{FF2B5EF4-FFF2-40B4-BE49-F238E27FC236}">
                      <a16:creationId xmlns:a16="http://schemas.microsoft.com/office/drawing/2014/main" id="{C490545E-66D5-493E-9178-23128334E53F}"/>
                    </a:ext>
                  </a:extLst>
                </p:cNvPr>
                <p:cNvPicPr>
                  <a:picLocks noChangeAspect="1" noChangeArrowheads="1"/>
                </p:cNvPicPr>
                <p:nvPr/>
              </p:nvPicPr>
              <p:blipFill>
                <a:blip r:embed="rId185">
                  <a:extLst>
                    <a:ext uri="{28A0092B-C50C-407E-A947-70E740481C1C}">
                      <a14:useLocalDpi xmlns:a14="http://schemas.microsoft.com/office/drawing/2010/main" val="0"/>
                    </a:ext>
                  </a:extLst>
                </a:blip>
                <a:srcRect/>
                <a:stretch>
                  <a:fillRect/>
                </a:stretch>
              </p:blipFill>
              <p:spPr bwMode="auto">
                <a:xfrm>
                  <a:off x="3169" y="3113"/>
                  <a:ext cx="6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 name="Picture 1050">
                  <a:extLst>
                    <a:ext uri="{FF2B5EF4-FFF2-40B4-BE49-F238E27FC236}">
                      <a16:creationId xmlns:a16="http://schemas.microsoft.com/office/drawing/2014/main" id="{7D225579-E1ED-4F87-A805-0A9D2D960831}"/>
                    </a:ext>
                  </a:extLst>
                </p:cNvPr>
                <p:cNvPicPr>
                  <a:picLocks noChangeAspect="1" noChangeArrowheads="1"/>
                </p:cNvPicPr>
                <p:nvPr/>
              </p:nvPicPr>
              <p:blipFill>
                <a:blip r:embed="rId186">
                  <a:extLst>
                    <a:ext uri="{28A0092B-C50C-407E-A947-70E740481C1C}">
                      <a14:useLocalDpi xmlns:a14="http://schemas.microsoft.com/office/drawing/2010/main" val="0"/>
                    </a:ext>
                  </a:extLst>
                </a:blip>
                <a:srcRect/>
                <a:stretch>
                  <a:fillRect/>
                </a:stretch>
              </p:blipFill>
              <p:spPr bwMode="auto">
                <a:xfrm>
                  <a:off x="3169" y="3114"/>
                  <a:ext cx="6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 name="Picture 1051">
                  <a:extLst>
                    <a:ext uri="{FF2B5EF4-FFF2-40B4-BE49-F238E27FC236}">
                      <a16:creationId xmlns:a16="http://schemas.microsoft.com/office/drawing/2014/main" id="{D92A14F4-42E8-41FB-A2A0-A2EA43550F44}"/>
                    </a:ext>
                  </a:extLst>
                </p:cNvPr>
                <p:cNvPicPr>
                  <a:picLocks noChangeAspect="1" noChangeArrowheads="1"/>
                </p:cNvPicPr>
                <p:nvPr/>
              </p:nvPicPr>
              <p:blipFill>
                <a:blip r:embed="rId187">
                  <a:extLst>
                    <a:ext uri="{28A0092B-C50C-407E-A947-70E740481C1C}">
                      <a14:useLocalDpi xmlns:a14="http://schemas.microsoft.com/office/drawing/2010/main" val="0"/>
                    </a:ext>
                  </a:extLst>
                </a:blip>
                <a:srcRect/>
                <a:stretch>
                  <a:fillRect/>
                </a:stretch>
              </p:blipFill>
              <p:spPr bwMode="auto">
                <a:xfrm>
                  <a:off x="3167" y="3115"/>
                  <a:ext cx="7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 name="Picture 1052">
                  <a:extLst>
                    <a:ext uri="{FF2B5EF4-FFF2-40B4-BE49-F238E27FC236}">
                      <a16:creationId xmlns:a16="http://schemas.microsoft.com/office/drawing/2014/main" id="{C6D5E6F2-0E03-4637-B2A9-5A2112C10D51}"/>
                    </a:ext>
                  </a:extLst>
                </p:cNvPr>
                <p:cNvPicPr>
                  <a:picLocks noChangeAspect="1" noChangeArrowheads="1"/>
                </p:cNvPicPr>
                <p:nvPr/>
              </p:nvPicPr>
              <p:blipFill>
                <a:blip r:embed="rId188">
                  <a:extLst>
                    <a:ext uri="{28A0092B-C50C-407E-A947-70E740481C1C}">
                      <a14:useLocalDpi xmlns:a14="http://schemas.microsoft.com/office/drawing/2010/main" val="0"/>
                    </a:ext>
                  </a:extLst>
                </a:blip>
                <a:srcRect/>
                <a:stretch>
                  <a:fillRect/>
                </a:stretch>
              </p:blipFill>
              <p:spPr bwMode="auto">
                <a:xfrm>
                  <a:off x="3158" y="3116"/>
                  <a:ext cx="7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3" name="Picture 1053">
                  <a:extLst>
                    <a:ext uri="{FF2B5EF4-FFF2-40B4-BE49-F238E27FC236}">
                      <a16:creationId xmlns:a16="http://schemas.microsoft.com/office/drawing/2014/main" id="{D9292E47-39F0-4B62-8CEA-5B6D915CA3C1}"/>
                    </a:ext>
                  </a:extLst>
                </p:cNvPr>
                <p:cNvPicPr>
                  <a:picLocks noChangeAspect="1" noChangeArrowheads="1"/>
                </p:cNvPicPr>
                <p:nvPr/>
              </p:nvPicPr>
              <p:blipFill>
                <a:blip r:embed="rId189">
                  <a:extLst>
                    <a:ext uri="{28A0092B-C50C-407E-A947-70E740481C1C}">
                      <a14:useLocalDpi xmlns:a14="http://schemas.microsoft.com/office/drawing/2010/main" val="0"/>
                    </a:ext>
                  </a:extLst>
                </a:blip>
                <a:srcRect/>
                <a:stretch>
                  <a:fillRect/>
                </a:stretch>
              </p:blipFill>
              <p:spPr bwMode="auto">
                <a:xfrm>
                  <a:off x="3157" y="3117"/>
                  <a:ext cx="7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4" name="Picture 1054">
                  <a:extLst>
                    <a:ext uri="{FF2B5EF4-FFF2-40B4-BE49-F238E27FC236}">
                      <a16:creationId xmlns:a16="http://schemas.microsoft.com/office/drawing/2014/main" id="{6D1BC952-E32B-4506-9508-5E92E3AA23C5}"/>
                    </a:ext>
                  </a:extLst>
                </p:cNvPr>
                <p:cNvPicPr>
                  <a:picLocks noChangeAspect="1" noChangeArrowheads="1"/>
                </p:cNvPicPr>
                <p:nvPr/>
              </p:nvPicPr>
              <p:blipFill>
                <a:blip r:embed="rId190">
                  <a:extLst>
                    <a:ext uri="{28A0092B-C50C-407E-A947-70E740481C1C}">
                      <a14:useLocalDpi xmlns:a14="http://schemas.microsoft.com/office/drawing/2010/main" val="0"/>
                    </a:ext>
                  </a:extLst>
                </a:blip>
                <a:srcRect/>
                <a:stretch>
                  <a:fillRect/>
                </a:stretch>
              </p:blipFill>
              <p:spPr bwMode="auto">
                <a:xfrm>
                  <a:off x="3156" y="3118"/>
                  <a:ext cx="8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5" name="Picture 1055">
                  <a:extLst>
                    <a:ext uri="{FF2B5EF4-FFF2-40B4-BE49-F238E27FC236}">
                      <a16:creationId xmlns:a16="http://schemas.microsoft.com/office/drawing/2014/main" id="{9AAEB2C8-42E0-4A58-9DC6-0E2360E54E36}"/>
                    </a:ext>
                  </a:extLst>
                </p:cNvPr>
                <p:cNvPicPr>
                  <a:picLocks noChangeAspect="1" noChangeArrowheads="1"/>
                </p:cNvPicPr>
                <p:nvPr/>
              </p:nvPicPr>
              <p:blipFill>
                <a:blip r:embed="rId191">
                  <a:extLst>
                    <a:ext uri="{28A0092B-C50C-407E-A947-70E740481C1C}">
                      <a14:useLocalDpi xmlns:a14="http://schemas.microsoft.com/office/drawing/2010/main" val="0"/>
                    </a:ext>
                  </a:extLst>
                </a:blip>
                <a:srcRect/>
                <a:stretch>
                  <a:fillRect/>
                </a:stretch>
              </p:blipFill>
              <p:spPr bwMode="auto">
                <a:xfrm>
                  <a:off x="3156" y="3119"/>
                  <a:ext cx="8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6" name="Picture 1056">
                  <a:extLst>
                    <a:ext uri="{FF2B5EF4-FFF2-40B4-BE49-F238E27FC236}">
                      <a16:creationId xmlns:a16="http://schemas.microsoft.com/office/drawing/2014/main" id="{B3C9762C-8D76-4E10-899A-45BC551246DD}"/>
                    </a:ext>
                  </a:extLst>
                </p:cNvPr>
                <p:cNvPicPr>
                  <a:picLocks noChangeAspect="1" noChangeArrowheads="1"/>
                </p:cNvPicPr>
                <p:nvPr/>
              </p:nvPicPr>
              <p:blipFill>
                <a:blip r:embed="rId192">
                  <a:extLst>
                    <a:ext uri="{28A0092B-C50C-407E-A947-70E740481C1C}">
                      <a14:useLocalDpi xmlns:a14="http://schemas.microsoft.com/office/drawing/2010/main" val="0"/>
                    </a:ext>
                  </a:extLst>
                </a:blip>
                <a:srcRect/>
                <a:stretch>
                  <a:fillRect/>
                </a:stretch>
              </p:blipFill>
              <p:spPr bwMode="auto">
                <a:xfrm>
                  <a:off x="3156" y="3120"/>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7" name="Picture 1057">
                  <a:extLst>
                    <a:ext uri="{FF2B5EF4-FFF2-40B4-BE49-F238E27FC236}">
                      <a16:creationId xmlns:a16="http://schemas.microsoft.com/office/drawing/2014/main" id="{379986CE-91B6-425F-903A-32C690345921}"/>
                    </a:ext>
                  </a:extLst>
                </p:cNvPr>
                <p:cNvPicPr>
                  <a:picLocks noChangeAspect="1" noChangeArrowheads="1"/>
                </p:cNvPicPr>
                <p:nvPr/>
              </p:nvPicPr>
              <p:blipFill>
                <a:blip r:embed="rId193">
                  <a:extLst>
                    <a:ext uri="{28A0092B-C50C-407E-A947-70E740481C1C}">
                      <a14:useLocalDpi xmlns:a14="http://schemas.microsoft.com/office/drawing/2010/main" val="0"/>
                    </a:ext>
                  </a:extLst>
                </a:blip>
                <a:srcRect/>
                <a:stretch>
                  <a:fillRect/>
                </a:stretch>
              </p:blipFill>
              <p:spPr bwMode="auto">
                <a:xfrm>
                  <a:off x="3156" y="3121"/>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8" name="Picture 1058">
                  <a:extLst>
                    <a:ext uri="{FF2B5EF4-FFF2-40B4-BE49-F238E27FC236}">
                      <a16:creationId xmlns:a16="http://schemas.microsoft.com/office/drawing/2014/main" id="{DCFE1D34-9113-4B2E-B137-66B47472A4FE}"/>
                    </a:ext>
                  </a:extLst>
                </p:cNvPr>
                <p:cNvPicPr>
                  <a:picLocks noChangeAspect="1" noChangeArrowheads="1"/>
                </p:cNvPicPr>
                <p:nvPr/>
              </p:nvPicPr>
              <p:blipFill>
                <a:blip r:embed="rId194">
                  <a:extLst>
                    <a:ext uri="{28A0092B-C50C-407E-A947-70E740481C1C}">
                      <a14:useLocalDpi xmlns:a14="http://schemas.microsoft.com/office/drawing/2010/main" val="0"/>
                    </a:ext>
                  </a:extLst>
                </a:blip>
                <a:srcRect/>
                <a:stretch>
                  <a:fillRect/>
                </a:stretch>
              </p:blipFill>
              <p:spPr bwMode="auto">
                <a:xfrm>
                  <a:off x="3156" y="3122"/>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 name="Picture 1059">
                  <a:extLst>
                    <a:ext uri="{FF2B5EF4-FFF2-40B4-BE49-F238E27FC236}">
                      <a16:creationId xmlns:a16="http://schemas.microsoft.com/office/drawing/2014/main" id="{C4BE740B-1F8D-402E-B257-CE5698C85996}"/>
                    </a:ext>
                  </a:extLst>
                </p:cNvPr>
                <p:cNvPicPr>
                  <a:picLocks noChangeAspect="1" noChangeArrowheads="1"/>
                </p:cNvPicPr>
                <p:nvPr/>
              </p:nvPicPr>
              <p:blipFill>
                <a:blip r:embed="rId195">
                  <a:extLst>
                    <a:ext uri="{28A0092B-C50C-407E-A947-70E740481C1C}">
                      <a14:useLocalDpi xmlns:a14="http://schemas.microsoft.com/office/drawing/2010/main" val="0"/>
                    </a:ext>
                  </a:extLst>
                </a:blip>
                <a:srcRect/>
                <a:stretch>
                  <a:fillRect/>
                </a:stretch>
              </p:blipFill>
              <p:spPr bwMode="auto">
                <a:xfrm>
                  <a:off x="3156" y="3123"/>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 name="Picture 1060">
                  <a:extLst>
                    <a:ext uri="{FF2B5EF4-FFF2-40B4-BE49-F238E27FC236}">
                      <a16:creationId xmlns:a16="http://schemas.microsoft.com/office/drawing/2014/main" id="{D98CA413-D623-4261-9CAD-BE4A863B558B}"/>
                    </a:ext>
                  </a:extLst>
                </p:cNvPr>
                <p:cNvPicPr>
                  <a:picLocks noChangeAspect="1" noChangeArrowheads="1"/>
                </p:cNvPicPr>
                <p:nvPr/>
              </p:nvPicPr>
              <p:blipFill>
                <a:blip r:embed="rId196">
                  <a:extLst>
                    <a:ext uri="{28A0092B-C50C-407E-A947-70E740481C1C}">
                      <a14:useLocalDpi xmlns:a14="http://schemas.microsoft.com/office/drawing/2010/main" val="0"/>
                    </a:ext>
                  </a:extLst>
                </a:blip>
                <a:srcRect/>
                <a:stretch>
                  <a:fillRect/>
                </a:stretch>
              </p:blipFill>
              <p:spPr bwMode="auto">
                <a:xfrm>
                  <a:off x="3156" y="3124"/>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1" name="Picture 1061">
                  <a:extLst>
                    <a:ext uri="{FF2B5EF4-FFF2-40B4-BE49-F238E27FC236}">
                      <a16:creationId xmlns:a16="http://schemas.microsoft.com/office/drawing/2014/main" id="{54A0DD14-85B3-434D-B88A-2B01C8A54FE0}"/>
                    </a:ext>
                  </a:extLst>
                </p:cNvPr>
                <p:cNvPicPr>
                  <a:picLocks noChangeAspect="1" noChangeArrowheads="1"/>
                </p:cNvPicPr>
                <p:nvPr/>
              </p:nvPicPr>
              <p:blipFill>
                <a:blip r:embed="rId197">
                  <a:extLst>
                    <a:ext uri="{28A0092B-C50C-407E-A947-70E740481C1C}">
                      <a14:useLocalDpi xmlns:a14="http://schemas.microsoft.com/office/drawing/2010/main" val="0"/>
                    </a:ext>
                  </a:extLst>
                </a:blip>
                <a:srcRect/>
                <a:stretch>
                  <a:fillRect/>
                </a:stretch>
              </p:blipFill>
              <p:spPr bwMode="auto">
                <a:xfrm>
                  <a:off x="3156" y="3125"/>
                  <a:ext cx="8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2" name="Picture 1062">
                  <a:extLst>
                    <a:ext uri="{FF2B5EF4-FFF2-40B4-BE49-F238E27FC236}">
                      <a16:creationId xmlns:a16="http://schemas.microsoft.com/office/drawing/2014/main" id="{7823E835-14B9-443D-BCF4-D5E673338A27}"/>
                    </a:ext>
                  </a:extLst>
                </p:cNvPr>
                <p:cNvPicPr>
                  <a:picLocks noChangeAspect="1" noChangeArrowheads="1"/>
                </p:cNvPicPr>
                <p:nvPr/>
              </p:nvPicPr>
              <p:blipFill>
                <a:blip r:embed="rId198">
                  <a:extLst>
                    <a:ext uri="{28A0092B-C50C-407E-A947-70E740481C1C}">
                      <a14:useLocalDpi xmlns:a14="http://schemas.microsoft.com/office/drawing/2010/main" val="0"/>
                    </a:ext>
                  </a:extLst>
                </a:blip>
                <a:srcRect/>
                <a:stretch>
                  <a:fillRect/>
                </a:stretch>
              </p:blipFill>
              <p:spPr bwMode="auto">
                <a:xfrm>
                  <a:off x="3156" y="3126"/>
                  <a:ext cx="8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3" name="Picture 1063">
                  <a:extLst>
                    <a:ext uri="{FF2B5EF4-FFF2-40B4-BE49-F238E27FC236}">
                      <a16:creationId xmlns:a16="http://schemas.microsoft.com/office/drawing/2014/main" id="{98F5B3B3-5106-41FF-8736-6A162B7717E7}"/>
                    </a:ext>
                  </a:extLst>
                </p:cNvPr>
                <p:cNvPicPr>
                  <a:picLocks noChangeAspect="1" noChangeArrowheads="1"/>
                </p:cNvPicPr>
                <p:nvPr/>
              </p:nvPicPr>
              <p:blipFill>
                <a:blip r:embed="rId199">
                  <a:extLst>
                    <a:ext uri="{28A0092B-C50C-407E-A947-70E740481C1C}">
                      <a14:useLocalDpi xmlns:a14="http://schemas.microsoft.com/office/drawing/2010/main" val="0"/>
                    </a:ext>
                  </a:extLst>
                </a:blip>
                <a:srcRect/>
                <a:stretch>
                  <a:fillRect/>
                </a:stretch>
              </p:blipFill>
              <p:spPr bwMode="auto">
                <a:xfrm>
                  <a:off x="3156" y="3127"/>
                  <a:ext cx="8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4" name="Picture 1064">
                  <a:extLst>
                    <a:ext uri="{FF2B5EF4-FFF2-40B4-BE49-F238E27FC236}">
                      <a16:creationId xmlns:a16="http://schemas.microsoft.com/office/drawing/2014/main" id="{C284620E-4948-4014-A1FE-BFFF23EBA2FB}"/>
                    </a:ext>
                  </a:extLst>
                </p:cNvPr>
                <p:cNvPicPr>
                  <a:picLocks noChangeAspect="1" noChangeArrowheads="1"/>
                </p:cNvPicPr>
                <p:nvPr/>
              </p:nvPicPr>
              <p:blipFill>
                <a:blip r:embed="rId200">
                  <a:extLst>
                    <a:ext uri="{28A0092B-C50C-407E-A947-70E740481C1C}">
                      <a14:useLocalDpi xmlns:a14="http://schemas.microsoft.com/office/drawing/2010/main" val="0"/>
                    </a:ext>
                  </a:extLst>
                </a:blip>
                <a:srcRect/>
                <a:stretch>
                  <a:fillRect/>
                </a:stretch>
              </p:blipFill>
              <p:spPr bwMode="auto">
                <a:xfrm>
                  <a:off x="3156" y="3128"/>
                  <a:ext cx="8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5" name="Picture 1065">
                  <a:extLst>
                    <a:ext uri="{FF2B5EF4-FFF2-40B4-BE49-F238E27FC236}">
                      <a16:creationId xmlns:a16="http://schemas.microsoft.com/office/drawing/2014/main" id="{4D5EC0DE-3B19-4E63-94FA-A27EB59C0537}"/>
                    </a:ext>
                  </a:extLst>
                </p:cNvPr>
                <p:cNvPicPr>
                  <a:picLocks noChangeAspect="1" noChangeArrowheads="1"/>
                </p:cNvPicPr>
                <p:nvPr/>
              </p:nvPicPr>
              <p:blipFill>
                <a:blip r:embed="rId201">
                  <a:extLst>
                    <a:ext uri="{28A0092B-C50C-407E-A947-70E740481C1C}">
                      <a14:useLocalDpi xmlns:a14="http://schemas.microsoft.com/office/drawing/2010/main" val="0"/>
                    </a:ext>
                  </a:extLst>
                </a:blip>
                <a:srcRect/>
                <a:stretch>
                  <a:fillRect/>
                </a:stretch>
              </p:blipFill>
              <p:spPr bwMode="auto">
                <a:xfrm>
                  <a:off x="3156" y="3128"/>
                  <a:ext cx="8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6" name="Picture 1066">
                  <a:extLst>
                    <a:ext uri="{FF2B5EF4-FFF2-40B4-BE49-F238E27FC236}">
                      <a16:creationId xmlns:a16="http://schemas.microsoft.com/office/drawing/2014/main" id="{29B9DD60-E63D-4C1B-A15B-205333480B57}"/>
                    </a:ext>
                  </a:extLst>
                </p:cNvPr>
                <p:cNvPicPr>
                  <a:picLocks noChangeAspect="1" noChangeArrowheads="1"/>
                </p:cNvPicPr>
                <p:nvPr/>
              </p:nvPicPr>
              <p:blipFill>
                <a:blip r:embed="rId202">
                  <a:extLst>
                    <a:ext uri="{28A0092B-C50C-407E-A947-70E740481C1C}">
                      <a14:useLocalDpi xmlns:a14="http://schemas.microsoft.com/office/drawing/2010/main" val="0"/>
                    </a:ext>
                  </a:extLst>
                </a:blip>
                <a:srcRect/>
                <a:stretch>
                  <a:fillRect/>
                </a:stretch>
              </p:blipFill>
              <p:spPr bwMode="auto">
                <a:xfrm>
                  <a:off x="3156" y="3129"/>
                  <a:ext cx="8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7" name="Picture 1067">
                  <a:extLst>
                    <a:ext uri="{FF2B5EF4-FFF2-40B4-BE49-F238E27FC236}">
                      <a16:creationId xmlns:a16="http://schemas.microsoft.com/office/drawing/2014/main" id="{EBD29D60-7264-4E6E-B93C-6D52AAACC7FA}"/>
                    </a:ext>
                  </a:extLst>
                </p:cNvPr>
                <p:cNvPicPr>
                  <a:picLocks noChangeAspect="1" noChangeArrowheads="1"/>
                </p:cNvPicPr>
                <p:nvPr/>
              </p:nvPicPr>
              <p:blipFill>
                <a:blip r:embed="rId203">
                  <a:extLst>
                    <a:ext uri="{28A0092B-C50C-407E-A947-70E740481C1C}">
                      <a14:useLocalDpi xmlns:a14="http://schemas.microsoft.com/office/drawing/2010/main" val="0"/>
                    </a:ext>
                  </a:extLst>
                </a:blip>
                <a:srcRect/>
                <a:stretch>
                  <a:fillRect/>
                </a:stretch>
              </p:blipFill>
              <p:spPr bwMode="auto">
                <a:xfrm>
                  <a:off x="3156" y="3130"/>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8" name="Picture 1068">
                  <a:extLst>
                    <a:ext uri="{FF2B5EF4-FFF2-40B4-BE49-F238E27FC236}">
                      <a16:creationId xmlns:a16="http://schemas.microsoft.com/office/drawing/2014/main" id="{1A96819E-69D9-4105-8238-C2AF2EE3A811}"/>
                    </a:ext>
                  </a:extLst>
                </p:cNvPr>
                <p:cNvPicPr>
                  <a:picLocks noChangeAspect="1" noChangeArrowheads="1"/>
                </p:cNvPicPr>
                <p:nvPr/>
              </p:nvPicPr>
              <p:blipFill>
                <a:blip r:embed="rId204">
                  <a:extLst>
                    <a:ext uri="{28A0092B-C50C-407E-A947-70E740481C1C}">
                      <a14:useLocalDpi xmlns:a14="http://schemas.microsoft.com/office/drawing/2010/main" val="0"/>
                    </a:ext>
                  </a:extLst>
                </a:blip>
                <a:srcRect/>
                <a:stretch>
                  <a:fillRect/>
                </a:stretch>
              </p:blipFill>
              <p:spPr bwMode="auto">
                <a:xfrm>
                  <a:off x="3156" y="3131"/>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9" name="Picture 1069">
                  <a:extLst>
                    <a:ext uri="{FF2B5EF4-FFF2-40B4-BE49-F238E27FC236}">
                      <a16:creationId xmlns:a16="http://schemas.microsoft.com/office/drawing/2014/main" id="{B8380CAA-A199-4570-93E1-A0F9135D311F}"/>
                    </a:ext>
                  </a:extLst>
                </p:cNvPr>
                <p:cNvPicPr>
                  <a:picLocks noChangeAspect="1" noChangeArrowheads="1"/>
                </p:cNvPicPr>
                <p:nvPr/>
              </p:nvPicPr>
              <p:blipFill>
                <a:blip r:embed="rId205">
                  <a:extLst>
                    <a:ext uri="{28A0092B-C50C-407E-A947-70E740481C1C}">
                      <a14:useLocalDpi xmlns:a14="http://schemas.microsoft.com/office/drawing/2010/main" val="0"/>
                    </a:ext>
                  </a:extLst>
                </a:blip>
                <a:srcRect/>
                <a:stretch>
                  <a:fillRect/>
                </a:stretch>
              </p:blipFill>
              <p:spPr bwMode="auto">
                <a:xfrm>
                  <a:off x="3156" y="3132"/>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 name="Picture 1070">
                  <a:extLst>
                    <a:ext uri="{FF2B5EF4-FFF2-40B4-BE49-F238E27FC236}">
                      <a16:creationId xmlns:a16="http://schemas.microsoft.com/office/drawing/2014/main" id="{F3E2B1F6-97AA-4DA8-9B70-0A7C97A002E8}"/>
                    </a:ext>
                  </a:extLst>
                </p:cNvPr>
                <p:cNvPicPr>
                  <a:picLocks noChangeAspect="1" noChangeArrowheads="1"/>
                </p:cNvPicPr>
                <p:nvPr/>
              </p:nvPicPr>
              <p:blipFill>
                <a:blip r:embed="rId206">
                  <a:extLst>
                    <a:ext uri="{28A0092B-C50C-407E-A947-70E740481C1C}">
                      <a14:useLocalDpi xmlns:a14="http://schemas.microsoft.com/office/drawing/2010/main" val="0"/>
                    </a:ext>
                  </a:extLst>
                </a:blip>
                <a:srcRect/>
                <a:stretch>
                  <a:fillRect/>
                </a:stretch>
              </p:blipFill>
              <p:spPr bwMode="auto">
                <a:xfrm>
                  <a:off x="3156" y="3133"/>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 name="Picture 1071">
                  <a:extLst>
                    <a:ext uri="{FF2B5EF4-FFF2-40B4-BE49-F238E27FC236}">
                      <a16:creationId xmlns:a16="http://schemas.microsoft.com/office/drawing/2014/main" id="{CAD52EBE-694A-4D8F-99DE-5308EFF798B6}"/>
                    </a:ext>
                  </a:extLst>
                </p:cNvPr>
                <p:cNvPicPr>
                  <a:picLocks noChangeAspect="1" noChangeArrowheads="1"/>
                </p:cNvPicPr>
                <p:nvPr/>
              </p:nvPicPr>
              <p:blipFill>
                <a:blip r:embed="rId207">
                  <a:extLst>
                    <a:ext uri="{28A0092B-C50C-407E-A947-70E740481C1C}">
                      <a14:useLocalDpi xmlns:a14="http://schemas.microsoft.com/office/drawing/2010/main" val="0"/>
                    </a:ext>
                  </a:extLst>
                </a:blip>
                <a:srcRect/>
                <a:stretch>
                  <a:fillRect/>
                </a:stretch>
              </p:blipFill>
              <p:spPr bwMode="auto">
                <a:xfrm>
                  <a:off x="3156" y="3134"/>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2" name="Picture 1072">
                  <a:extLst>
                    <a:ext uri="{FF2B5EF4-FFF2-40B4-BE49-F238E27FC236}">
                      <a16:creationId xmlns:a16="http://schemas.microsoft.com/office/drawing/2014/main" id="{137575EE-8F27-463E-82FC-DFC9D0C5F352}"/>
                    </a:ext>
                  </a:extLst>
                </p:cNvPr>
                <p:cNvPicPr>
                  <a:picLocks noChangeAspect="1" noChangeArrowheads="1"/>
                </p:cNvPicPr>
                <p:nvPr/>
              </p:nvPicPr>
              <p:blipFill>
                <a:blip r:embed="rId208">
                  <a:extLst>
                    <a:ext uri="{28A0092B-C50C-407E-A947-70E740481C1C}">
                      <a14:useLocalDpi xmlns:a14="http://schemas.microsoft.com/office/drawing/2010/main" val="0"/>
                    </a:ext>
                  </a:extLst>
                </a:blip>
                <a:srcRect/>
                <a:stretch>
                  <a:fillRect/>
                </a:stretch>
              </p:blipFill>
              <p:spPr bwMode="auto">
                <a:xfrm>
                  <a:off x="3156" y="3135"/>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3" name="Picture 1073">
                <a:extLst>
                  <a:ext uri="{FF2B5EF4-FFF2-40B4-BE49-F238E27FC236}">
                    <a16:creationId xmlns:a16="http://schemas.microsoft.com/office/drawing/2014/main" id="{C34B9A8A-14CC-47FD-8AF9-457AC75E9698}"/>
                  </a:ext>
                </a:extLst>
              </p:cNvPr>
              <p:cNvPicPr>
                <a:picLocks noChangeAspect="1" noChangeArrowheads="1"/>
              </p:cNvPicPr>
              <p:nvPr/>
            </p:nvPicPr>
            <p:blipFill>
              <a:blip r:embed="rId209">
                <a:extLst>
                  <a:ext uri="{28A0092B-C50C-407E-A947-70E740481C1C}">
                    <a14:useLocalDpi xmlns:a14="http://schemas.microsoft.com/office/drawing/2010/main" val="0"/>
                  </a:ext>
                </a:extLst>
              </a:blip>
              <a:srcRect/>
              <a:stretch>
                <a:fillRect/>
              </a:stretch>
            </p:blipFill>
            <p:spPr bwMode="auto">
              <a:xfrm>
                <a:off x="3156" y="3136"/>
                <a:ext cx="8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1074">
                <a:extLst>
                  <a:ext uri="{FF2B5EF4-FFF2-40B4-BE49-F238E27FC236}">
                    <a16:creationId xmlns:a16="http://schemas.microsoft.com/office/drawing/2014/main" id="{62FC05D1-6042-40C7-BC6C-06E0C04C49F2}"/>
                  </a:ext>
                </a:extLst>
              </p:cNvPr>
              <p:cNvPicPr>
                <a:picLocks noChangeAspect="1" noChangeArrowheads="1"/>
              </p:cNvPicPr>
              <p:nvPr/>
            </p:nvPicPr>
            <p:blipFill>
              <a:blip r:embed="rId210">
                <a:extLst>
                  <a:ext uri="{28A0092B-C50C-407E-A947-70E740481C1C}">
                    <a14:useLocalDpi xmlns:a14="http://schemas.microsoft.com/office/drawing/2010/main" val="0"/>
                  </a:ext>
                </a:extLst>
              </a:blip>
              <a:srcRect/>
              <a:stretch>
                <a:fillRect/>
              </a:stretch>
            </p:blipFill>
            <p:spPr bwMode="auto">
              <a:xfrm>
                <a:off x="3156" y="3137"/>
                <a:ext cx="8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1075">
                <a:extLst>
                  <a:ext uri="{FF2B5EF4-FFF2-40B4-BE49-F238E27FC236}">
                    <a16:creationId xmlns:a16="http://schemas.microsoft.com/office/drawing/2014/main" id="{34117C7E-D4AB-4BEB-80A5-6280E3DA4D88}"/>
                  </a:ext>
                </a:extLst>
              </p:cNvPr>
              <p:cNvPicPr>
                <a:picLocks noChangeAspect="1" noChangeArrowheads="1"/>
              </p:cNvPicPr>
              <p:nvPr/>
            </p:nvPicPr>
            <p:blipFill>
              <a:blip r:embed="rId211">
                <a:extLst>
                  <a:ext uri="{28A0092B-C50C-407E-A947-70E740481C1C}">
                    <a14:useLocalDpi xmlns:a14="http://schemas.microsoft.com/office/drawing/2010/main" val="0"/>
                  </a:ext>
                </a:extLst>
              </a:blip>
              <a:srcRect/>
              <a:stretch>
                <a:fillRect/>
              </a:stretch>
            </p:blipFill>
            <p:spPr bwMode="auto">
              <a:xfrm>
                <a:off x="3157" y="3138"/>
                <a:ext cx="7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1076">
                <a:extLst>
                  <a:ext uri="{FF2B5EF4-FFF2-40B4-BE49-F238E27FC236}">
                    <a16:creationId xmlns:a16="http://schemas.microsoft.com/office/drawing/2014/main" id="{F6E8B119-33FB-4D5C-8356-69B421404D14}"/>
                  </a:ext>
                </a:extLst>
              </p:cNvPr>
              <p:cNvPicPr>
                <a:picLocks noChangeAspect="1" noChangeArrowheads="1"/>
              </p:cNvPicPr>
              <p:nvPr/>
            </p:nvPicPr>
            <p:blipFill>
              <a:blip r:embed="rId212">
                <a:extLst>
                  <a:ext uri="{28A0092B-C50C-407E-A947-70E740481C1C}">
                    <a14:useLocalDpi xmlns:a14="http://schemas.microsoft.com/office/drawing/2010/main" val="0"/>
                  </a:ext>
                </a:extLst>
              </a:blip>
              <a:srcRect/>
              <a:stretch>
                <a:fillRect/>
              </a:stretch>
            </p:blipFill>
            <p:spPr bwMode="auto">
              <a:xfrm>
                <a:off x="3167" y="3139"/>
                <a:ext cx="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1077">
                <a:extLst>
                  <a:ext uri="{FF2B5EF4-FFF2-40B4-BE49-F238E27FC236}">
                    <a16:creationId xmlns:a16="http://schemas.microsoft.com/office/drawing/2014/main" id="{A6628909-7F66-4108-B994-1F3A7A146F24}"/>
                  </a:ext>
                </a:extLst>
              </p:cNvPr>
              <p:cNvPicPr>
                <a:picLocks noChangeAspect="1" noChangeArrowheads="1"/>
              </p:cNvPicPr>
              <p:nvPr/>
            </p:nvPicPr>
            <p:blipFill>
              <a:blip r:embed="rId213">
                <a:extLst>
                  <a:ext uri="{28A0092B-C50C-407E-A947-70E740481C1C}">
                    <a14:useLocalDpi xmlns:a14="http://schemas.microsoft.com/office/drawing/2010/main" val="0"/>
                  </a:ext>
                </a:extLst>
              </a:blip>
              <a:srcRect/>
              <a:stretch>
                <a:fillRect/>
              </a:stretch>
            </p:blipFill>
            <p:spPr bwMode="auto">
              <a:xfrm>
                <a:off x="3191" y="3139"/>
                <a:ext cx="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1078">
                <a:extLst>
                  <a:ext uri="{FF2B5EF4-FFF2-40B4-BE49-F238E27FC236}">
                    <a16:creationId xmlns:a16="http://schemas.microsoft.com/office/drawing/2014/main" id="{B3FC831B-658E-45EC-A4F6-27C0D66BE159}"/>
                  </a:ext>
                </a:extLst>
              </p:cNvPr>
              <p:cNvPicPr>
                <a:picLocks noChangeAspect="1" noChangeArrowheads="1"/>
              </p:cNvPicPr>
              <p:nvPr/>
            </p:nvPicPr>
            <p:blipFill>
              <a:blip r:embed="rId214">
                <a:extLst>
                  <a:ext uri="{28A0092B-C50C-407E-A947-70E740481C1C}">
                    <a14:useLocalDpi xmlns:a14="http://schemas.microsoft.com/office/drawing/2010/main" val="0"/>
                  </a:ext>
                </a:extLst>
              </a:blip>
              <a:srcRect/>
              <a:stretch>
                <a:fillRect/>
              </a:stretch>
            </p:blipFill>
            <p:spPr bwMode="auto">
              <a:xfrm>
                <a:off x="3217" y="3139"/>
                <a:ext cx="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1079">
                <a:extLst>
                  <a:ext uri="{FF2B5EF4-FFF2-40B4-BE49-F238E27FC236}">
                    <a16:creationId xmlns:a16="http://schemas.microsoft.com/office/drawing/2014/main" id="{0F80C46B-B214-4376-8E5E-0A920C5437DC}"/>
                  </a:ext>
                </a:extLst>
              </p:cNvPr>
              <p:cNvPicPr>
                <a:picLocks noChangeAspect="1" noChangeArrowheads="1"/>
              </p:cNvPicPr>
              <p:nvPr/>
            </p:nvPicPr>
            <p:blipFill>
              <a:blip r:embed="rId215">
                <a:extLst>
                  <a:ext uri="{28A0092B-C50C-407E-A947-70E740481C1C}">
                    <a14:useLocalDpi xmlns:a14="http://schemas.microsoft.com/office/drawing/2010/main" val="0"/>
                  </a:ext>
                </a:extLst>
              </a:blip>
              <a:srcRect/>
              <a:stretch>
                <a:fillRect/>
              </a:stretch>
            </p:blipFill>
            <p:spPr bwMode="auto">
              <a:xfrm>
                <a:off x="3168" y="3140"/>
                <a:ext cx="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Picture 1080">
                <a:extLst>
                  <a:ext uri="{FF2B5EF4-FFF2-40B4-BE49-F238E27FC236}">
                    <a16:creationId xmlns:a16="http://schemas.microsoft.com/office/drawing/2014/main" id="{989CB687-3709-43D2-A6E7-2BA84328EA4C}"/>
                  </a:ext>
                </a:extLst>
              </p:cNvPr>
              <p:cNvPicPr>
                <a:picLocks noChangeAspect="1" noChangeArrowheads="1"/>
              </p:cNvPicPr>
              <p:nvPr/>
            </p:nvPicPr>
            <p:blipFill>
              <a:blip r:embed="rId216">
                <a:extLst>
                  <a:ext uri="{28A0092B-C50C-407E-A947-70E740481C1C}">
                    <a14:useLocalDpi xmlns:a14="http://schemas.microsoft.com/office/drawing/2010/main" val="0"/>
                  </a:ext>
                </a:extLst>
              </a:blip>
              <a:srcRect/>
              <a:stretch>
                <a:fillRect/>
              </a:stretch>
            </p:blipFill>
            <p:spPr bwMode="auto">
              <a:xfrm>
                <a:off x="3191" y="3140"/>
                <a:ext cx="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1081">
                <a:extLst>
                  <a:ext uri="{FF2B5EF4-FFF2-40B4-BE49-F238E27FC236}">
                    <a16:creationId xmlns:a16="http://schemas.microsoft.com/office/drawing/2014/main" id="{9F579BD7-A7C4-4EBB-8C2E-3876506BACB6}"/>
                  </a:ext>
                </a:extLst>
              </p:cNvPr>
              <p:cNvPicPr>
                <a:picLocks noChangeAspect="1" noChangeArrowheads="1"/>
              </p:cNvPicPr>
              <p:nvPr/>
            </p:nvPicPr>
            <p:blipFill>
              <a:blip r:embed="rId217">
                <a:extLst>
                  <a:ext uri="{28A0092B-C50C-407E-A947-70E740481C1C}">
                    <a14:useLocalDpi xmlns:a14="http://schemas.microsoft.com/office/drawing/2010/main" val="0"/>
                  </a:ext>
                </a:extLst>
              </a:blip>
              <a:srcRect/>
              <a:stretch>
                <a:fillRect/>
              </a:stretch>
            </p:blipFill>
            <p:spPr bwMode="auto">
              <a:xfrm>
                <a:off x="3219" y="3140"/>
                <a:ext cx="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1082">
                <a:extLst>
                  <a:ext uri="{FF2B5EF4-FFF2-40B4-BE49-F238E27FC236}">
                    <a16:creationId xmlns:a16="http://schemas.microsoft.com/office/drawing/2014/main" id="{AFA62EA0-AED2-4560-A4E9-09EDE18B7061}"/>
                  </a:ext>
                </a:extLst>
              </p:cNvPr>
              <p:cNvPicPr>
                <a:picLocks noChangeAspect="1" noChangeArrowheads="1"/>
              </p:cNvPicPr>
              <p:nvPr/>
            </p:nvPicPr>
            <p:blipFill>
              <a:blip r:embed="rId218">
                <a:extLst>
                  <a:ext uri="{28A0092B-C50C-407E-A947-70E740481C1C}">
                    <a14:useLocalDpi xmlns:a14="http://schemas.microsoft.com/office/drawing/2010/main" val="0"/>
                  </a:ext>
                </a:extLst>
              </a:blip>
              <a:srcRect/>
              <a:stretch>
                <a:fillRect/>
              </a:stretch>
            </p:blipFill>
            <p:spPr bwMode="auto">
              <a:xfrm>
                <a:off x="3170" y="3141"/>
                <a:ext cx="1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1083">
                <a:extLst>
                  <a:ext uri="{FF2B5EF4-FFF2-40B4-BE49-F238E27FC236}">
                    <a16:creationId xmlns:a16="http://schemas.microsoft.com/office/drawing/2014/main" id="{2E2E65E6-FF5E-4CA1-AA05-96DCCC4A06ED}"/>
                  </a:ext>
                </a:extLst>
              </p:cNvPr>
              <p:cNvPicPr>
                <a:picLocks noChangeAspect="1" noChangeArrowheads="1"/>
              </p:cNvPicPr>
              <p:nvPr/>
            </p:nvPicPr>
            <p:blipFill>
              <a:blip r:embed="rId219">
                <a:extLst>
                  <a:ext uri="{28A0092B-C50C-407E-A947-70E740481C1C}">
                    <a14:useLocalDpi xmlns:a14="http://schemas.microsoft.com/office/drawing/2010/main" val="0"/>
                  </a:ext>
                </a:extLst>
              </a:blip>
              <a:srcRect/>
              <a:stretch>
                <a:fillRect/>
              </a:stretch>
            </p:blipFill>
            <p:spPr bwMode="auto">
              <a:xfrm>
                <a:off x="3191" y="3141"/>
                <a:ext cx="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1084">
                <a:extLst>
                  <a:ext uri="{FF2B5EF4-FFF2-40B4-BE49-F238E27FC236}">
                    <a16:creationId xmlns:a16="http://schemas.microsoft.com/office/drawing/2014/main" id="{65B7F3F4-C6EB-4702-98E9-DF0340A0EA4D}"/>
                  </a:ext>
                </a:extLst>
              </p:cNvPr>
              <p:cNvPicPr>
                <a:picLocks noChangeAspect="1" noChangeArrowheads="1"/>
              </p:cNvPicPr>
              <p:nvPr/>
            </p:nvPicPr>
            <p:blipFill>
              <a:blip r:embed="rId220">
                <a:extLst>
                  <a:ext uri="{28A0092B-C50C-407E-A947-70E740481C1C}">
                    <a14:useLocalDpi xmlns:a14="http://schemas.microsoft.com/office/drawing/2010/main" val="0"/>
                  </a:ext>
                </a:extLst>
              </a:blip>
              <a:srcRect/>
              <a:stretch>
                <a:fillRect/>
              </a:stretch>
            </p:blipFill>
            <p:spPr bwMode="auto">
              <a:xfrm>
                <a:off x="3221" y="3141"/>
                <a:ext cx="1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1085">
                <a:extLst>
                  <a:ext uri="{FF2B5EF4-FFF2-40B4-BE49-F238E27FC236}">
                    <a16:creationId xmlns:a16="http://schemas.microsoft.com/office/drawing/2014/main" id="{30018E23-2D01-476A-A909-72A742B383BD}"/>
                  </a:ext>
                </a:extLst>
              </p:cNvPr>
              <p:cNvPicPr>
                <a:picLocks noChangeAspect="1" noChangeArrowheads="1"/>
              </p:cNvPicPr>
              <p:nvPr/>
            </p:nvPicPr>
            <p:blipFill>
              <a:blip r:embed="rId221">
                <a:extLst>
                  <a:ext uri="{28A0092B-C50C-407E-A947-70E740481C1C}">
                    <a14:useLocalDpi xmlns:a14="http://schemas.microsoft.com/office/drawing/2010/main" val="0"/>
                  </a:ext>
                </a:extLst>
              </a:blip>
              <a:srcRect/>
              <a:stretch>
                <a:fillRect/>
              </a:stretch>
            </p:blipFill>
            <p:spPr bwMode="auto">
              <a:xfrm>
                <a:off x="3171" y="3142"/>
                <a:ext cx="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1086">
                <a:extLst>
                  <a:ext uri="{FF2B5EF4-FFF2-40B4-BE49-F238E27FC236}">
                    <a16:creationId xmlns:a16="http://schemas.microsoft.com/office/drawing/2014/main" id="{94F75124-68A7-4BCC-807A-B8AE35CAE764}"/>
                  </a:ext>
                </a:extLst>
              </p:cNvPr>
              <p:cNvPicPr>
                <a:picLocks noChangeAspect="1" noChangeArrowheads="1"/>
              </p:cNvPicPr>
              <p:nvPr/>
            </p:nvPicPr>
            <p:blipFill>
              <a:blip r:embed="rId222">
                <a:extLst>
                  <a:ext uri="{28A0092B-C50C-407E-A947-70E740481C1C}">
                    <a14:useLocalDpi xmlns:a14="http://schemas.microsoft.com/office/drawing/2010/main" val="0"/>
                  </a:ext>
                </a:extLst>
              </a:blip>
              <a:srcRect/>
              <a:stretch>
                <a:fillRect/>
              </a:stretch>
            </p:blipFill>
            <p:spPr bwMode="auto">
              <a:xfrm>
                <a:off x="3191" y="3142"/>
                <a:ext cx="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1087">
                <a:extLst>
                  <a:ext uri="{FF2B5EF4-FFF2-40B4-BE49-F238E27FC236}">
                    <a16:creationId xmlns:a16="http://schemas.microsoft.com/office/drawing/2014/main" id="{3ED11A3F-970F-4B0A-8C0B-FEAD62F59435}"/>
                  </a:ext>
                </a:extLst>
              </p:cNvPr>
              <p:cNvPicPr>
                <a:picLocks noChangeAspect="1" noChangeArrowheads="1"/>
              </p:cNvPicPr>
              <p:nvPr/>
            </p:nvPicPr>
            <p:blipFill>
              <a:blip r:embed="rId223">
                <a:extLst>
                  <a:ext uri="{28A0092B-C50C-407E-A947-70E740481C1C}">
                    <a14:useLocalDpi xmlns:a14="http://schemas.microsoft.com/office/drawing/2010/main" val="0"/>
                  </a:ext>
                </a:extLst>
              </a:blip>
              <a:srcRect/>
              <a:stretch>
                <a:fillRect/>
              </a:stretch>
            </p:blipFill>
            <p:spPr bwMode="auto">
              <a:xfrm>
                <a:off x="3224" y="3142"/>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Picture 1088">
                <a:extLst>
                  <a:ext uri="{FF2B5EF4-FFF2-40B4-BE49-F238E27FC236}">
                    <a16:creationId xmlns:a16="http://schemas.microsoft.com/office/drawing/2014/main" id="{9CA7573E-A416-4B33-B7A2-63F30261CA28}"/>
                  </a:ext>
                </a:extLst>
              </p:cNvPr>
              <p:cNvPicPr>
                <a:picLocks noChangeAspect="1" noChangeArrowheads="1"/>
              </p:cNvPicPr>
              <p:nvPr/>
            </p:nvPicPr>
            <p:blipFill>
              <a:blip r:embed="rId224">
                <a:extLst>
                  <a:ext uri="{28A0092B-C50C-407E-A947-70E740481C1C}">
                    <a14:useLocalDpi xmlns:a14="http://schemas.microsoft.com/office/drawing/2010/main" val="0"/>
                  </a:ext>
                </a:extLst>
              </a:blip>
              <a:srcRect/>
              <a:stretch>
                <a:fillRect/>
              </a:stretch>
            </p:blipFill>
            <p:spPr bwMode="auto">
              <a:xfrm>
                <a:off x="3149" y="3143"/>
                <a:ext cx="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1089">
                <a:extLst>
                  <a:ext uri="{FF2B5EF4-FFF2-40B4-BE49-F238E27FC236}">
                    <a16:creationId xmlns:a16="http://schemas.microsoft.com/office/drawing/2014/main" id="{6C4F261F-A58B-4AE7-8FCE-797860813124}"/>
                  </a:ext>
                </a:extLst>
              </p:cNvPr>
              <p:cNvPicPr>
                <a:picLocks noChangeAspect="1" noChangeArrowheads="1"/>
              </p:cNvPicPr>
              <p:nvPr/>
            </p:nvPicPr>
            <p:blipFill>
              <a:blip r:embed="rId225">
                <a:extLst>
                  <a:ext uri="{28A0092B-C50C-407E-A947-70E740481C1C}">
                    <a14:useLocalDpi xmlns:a14="http://schemas.microsoft.com/office/drawing/2010/main" val="0"/>
                  </a:ext>
                </a:extLst>
              </a:blip>
              <a:srcRect/>
              <a:stretch>
                <a:fillRect/>
              </a:stretch>
            </p:blipFill>
            <p:spPr bwMode="auto">
              <a:xfrm>
                <a:off x="3191" y="3143"/>
                <a:ext cx="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1090">
                <a:extLst>
                  <a:ext uri="{FF2B5EF4-FFF2-40B4-BE49-F238E27FC236}">
                    <a16:creationId xmlns:a16="http://schemas.microsoft.com/office/drawing/2014/main" id="{778415E1-BD71-44BA-98D5-9ED0A0754158}"/>
                  </a:ext>
                </a:extLst>
              </p:cNvPr>
              <p:cNvPicPr>
                <a:picLocks noChangeAspect="1" noChangeArrowheads="1"/>
              </p:cNvPicPr>
              <p:nvPr/>
            </p:nvPicPr>
            <p:blipFill>
              <a:blip r:embed="rId226">
                <a:extLst>
                  <a:ext uri="{28A0092B-C50C-407E-A947-70E740481C1C}">
                    <a14:useLocalDpi xmlns:a14="http://schemas.microsoft.com/office/drawing/2010/main" val="0"/>
                  </a:ext>
                </a:extLst>
              </a:blip>
              <a:srcRect/>
              <a:stretch>
                <a:fillRect/>
              </a:stretch>
            </p:blipFill>
            <p:spPr bwMode="auto">
              <a:xfrm>
                <a:off x="3227" y="3143"/>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Picture 1091">
                <a:extLst>
                  <a:ext uri="{FF2B5EF4-FFF2-40B4-BE49-F238E27FC236}">
                    <a16:creationId xmlns:a16="http://schemas.microsoft.com/office/drawing/2014/main" id="{BDFBECCF-6FC6-4C8E-B2F0-942F00D89A24}"/>
                  </a:ext>
                </a:extLst>
              </p:cNvPr>
              <p:cNvPicPr>
                <a:picLocks noChangeAspect="1" noChangeArrowheads="1"/>
              </p:cNvPicPr>
              <p:nvPr/>
            </p:nvPicPr>
            <p:blipFill>
              <a:blip r:embed="rId227">
                <a:extLst>
                  <a:ext uri="{28A0092B-C50C-407E-A947-70E740481C1C}">
                    <a14:useLocalDpi xmlns:a14="http://schemas.microsoft.com/office/drawing/2010/main" val="0"/>
                  </a:ext>
                </a:extLst>
              </a:blip>
              <a:srcRect/>
              <a:stretch>
                <a:fillRect/>
              </a:stretch>
            </p:blipFill>
            <p:spPr bwMode="auto">
              <a:xfrm>
                <a:off x="3143" y="3144"/>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 name="Picture 1092">
                <a:extLst>
                  <a:ext uri="{FF2B5EF4-FFF2-40B4-BE49-F238E27FC236}">
                    <a16:creationId xmlns:a16="http://schemas.microsoft.com/office/drawing/2014/main" id="{042C12F3-E457-4982-8ADA-185749C8E1F2}"/>
                  </a:ext>
                </a:extLst>
              </p:cNvPr>
              <p:cNvPicPr>
                <a:picLocks noChangeAspect="1" noChangeArrowheads="1"/>
              </p:cNvPicPr>
              <p:nvPr/>
            </p:nvPicPr>
            <p:blipFill>
              <a:blip r:embed="rId228">
                <a:extLst>
                  <a:ext uri="{28A0092B-C50C-407E-A947-70E740481C1C}">
                    <a14:useLocalDpi xmlns:a14="http://schemas.microsoft.com/office/drawing/2010/main" val="0"/>
                  </a:ext>
                </a:extLst>
              </a:blip>
              <a:srcRect/>
              <a:stretch>
                <a:fillRect/>
              </a:stretch>
            </p:blipFill>
            <p:spPr bwMode="auto">
              <a:xfrm>
                <a:off x="3149" y="3144"/>
                <a:ext cx="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Picture 1093">
                <a:extLst>
                  <a:ext uri="{FF2B5EF4-FFF2-40B4-BE49-F238E27FC236}">
                    <a16:creationId xmlns:a16="http://schemas.microsoft.com/office/drawing/2014/main" id="{0F00CC5E-29D7-4C96-86A4-1F45DB051EFF}"/>
                  </a:ext>
                </a:extLst>
              </p:cNvPr>
              <p:cNvPicPr>
                <a:picLocks noChangeAspect="1" noChangeArrowheads="1"/>
              </p:cNvPicPr>
              <p:nvPr/>
            </p:nvPicPr>
            <p:blipFill>
              <a:blip r:embed="rId229">
                <a:extLst>
                  <a:ext uri="{28A0092B-C50C-407E-A947-70E740481C1C}">
                    <a14:useLocalDpi xmlns:a14="http://schemas.microsoft.com/office/drawing/2010/main" val="0"/>
                  </a:ext>
                </a:extLst>
              </a:blip>
              <a:srcRect/>
              <a:stretch>
                <a:fillRect/>
              </a:stretch>
            </p:blipFill>
            <p:spPr bwMode="auto">
              <a:xfrm>
                <a:off x="3191" y="3144"/>
                <a:ext cx="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 name="Picture 1094">
                <a:extLst>
                  <a:ext uri="{FF2B5EF4-FFF2-40B4-BE49-F238E27FC236}">
                    <a16:creationId xmlns:a16="http://schemas.microsoft.com/office/drawing/2014/main" id="{9683B5FC-F109-4B06-B9B5-5A18E5398C0C}"/>
                  </a:ext>
                </a:extLst>
              </p:cNvPr>
              <p:cNvPicPr>
                <a:picLocks noChangeAspect="1" noChangeArrowheads="1"/>
              </p:cNvPicPr>
              <p:nvPr/>
            </p:nvPicPr>
            <p:blipFill>
              <a:blip r:embed="rId230">
                <a:extLst>
                  <a:ext uri="{28A0092B-C50C-407E-A947-70E740481C1C}">
                    <a14:useLocalDpi xmlns:a14="http://schemas.microsoft.com/office/drawing/2010/main" val="0"/>
                  </a:ext>
                </a:extLst>
              </a:blip>
              <a:srcRect/>
              <a:stretch>
                <a:fillRect/>
              </a:stretch>
            </p:blipFill>
            <p:spPr bwMode="auto">
              <a:xfrm>
                <a:off x="3227" y="3144"/>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1095">
                <a:extLst>
                  <a:ext uri="{FF2B5EF4-FFF2-40B4-BE49-F238E27FC236}">
                    <a16:creationId xmlns:a16="http://schemas.microsoft.com/office/drawing/2014/main" id="{7653E33E-62C9-4A92-9685-31287B96C8AB}"/>
                  </a:ext>
                </a:extLst>
              </p:cNvPr>
              <p:cNvPicPr>
                <a:picLocks noChangeAspect="1" noChangeArrowheads="1"/>
              </p:cNvPicPr>
              <p:nvPr/>
            </p:nvPicPr>
            <p:blipFill>
              <a:blip r:embed="rId227">
                <a:extLst>
                  <a:ext uri="{28A0092B-C50C-407E-A947-70E740481C1C}">
                    <a14:useLocalDpi xmlns:a14="http://schemas.microsoft.com/office/drawing/2010/main" val="0"/>
                  </a:ext>
                </a:extLst>
              </a:blip>
              <a:srcRect/>
              <a:stretch>
                <a:fillRect/>
              </a:stretch>
            </p:blipFill>
            <p:spPr bwMode="auto">
              <a:xfrm>
                <a:off x="3257" y="3144"/>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1096">
                <a:extLst>
                  <a:ext uri="{FF2B5EF4-FFF2-40B4-BE49-F238E27FC236}">
                    <a16:creationId xmlns:a16="http://schemas.microsoft.com/office/drawing/2014/main" id="{5420FE3A-DF08-482B-A6AB-13BD7F6443D4}"/>
                  </a:ext>
                </a:extLst>
              </p:cNvPr>
              <p:cNvPicPr>
                <a:picLocks noChangeAspect="1" noChangeArrowheads="1"/>
              </p:cNvPicPr>
              <p:nvPr/>
            </p:nvPicPr>
            <p:blipFill>
              <a:blip r:embed="rId231">
                <a:extLst>
                  <a:ext uri="{28A0092B-C50C-407E-A947-70E740481C1C}">
                    <a14:useLocalDpi xmlns:a14="http://schemas.microsoft.com/office/drawing/2010/main" val="0"/>
                  </a:ext>
                </a:extLst>
              </a:blip>
              <a:srcRect/>
              <a:stretch>
                <a:fillRect/>
              </a:stretch>
            </p:blipFill>
            <p:spPr bwMode="auto">
              <a:xfrm>
                <a:off x="3142" y="3145"/>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1097">
                <a:extLst>
                  <a:ext uri="{FF2B5EF4-FFF2-40B4-BE49-F238E27FC236}">
                    <a16:creationId xmlns:a16="http://schemas.microsoft.com/office/drawing/2014/main" id="{4C7463FC-E328-472E-A94E-E8DCB4923CBA}"/>
                  </a:ext>
                </a:extLst>
              </p:cNvPr>
              <p:cNvPicPr>
                <a:picLocks noChangeAspect="1" noChangeArrowheads="1"/>
              </p:cNvPicPr>
              <p:nvPr/>
            </p:nvPicPr>
            <p:blipFill>
              <a:blip r:embed="rId232">
                <a:extLst>
                  <a:ext uri="{28A0092B-C50C-407E-A947-70E740481C1C}">
                    <a14:useLocalDpi xmlns:a14="http://schemas.microsoft.com/office/drawing/2010/main" val="0"/>
                  </a:ext>
                </a:extLst>
              </a:blip>
              <a:srcRect/>
              <a:stretch>
                <a:fillRect/>
              </a:stretch>
            </p:blipFill>
            <p:spPr bwMode="auto">
              <a:xfrm>
                <a:off x="3149" y="3145"/>
                <a:ext cx="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1098">
                <a:extLst>
                  <a:ext uri="{FF2B5EF4-FFF2-40B4-BE49-F238E27FC236}">
                    <a16:creationId xmlns:a16="http://schemas.microsoft.com/office/drawing/2014/main" id="{CFA01665-26B5-4B25-B233-A2EDCE0A11A0}"/>
                  </a:ext>
                </a:extLst>
              </p:cNvPr>
              <p:cNvPicPr>
                <a:picLocks noChangeAspect="1" noChangeArrowheads="1"/>
              </p:cNvPicPr>
              <p:nvPr/>
            </p:nvPicPr>
            <p:blipFill>
              <a:blip r:embed="rId233">
                <a:extLst>
                  <a:ext uri="{28A0092B-C50C-407E-A947-70E740481C1C}">
                    <a14:useLocalDpi xmlns:a14="http://schemas.microsoft.com/office/drawing/2010/main" val="0"/>
                  </a:ext>
                </a:extLst>
              </a:blip>
              <a:srcRect/>
              <a:stretch>
                <a:fillRect/>
              </a:stretch>
            </p:blipFill>
            <p:spPr bwMode="auto">
              <a:xfrm>
                <a:off x="3191" y="3145"/>
                <a:ext cx="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Picture 1099">
                <a:extLst>
                  <a:ext uri="{FF2B5EF4-FFF2-40B4-BE49-F238E27FC236}">
                    <a16:creationId xmlns:a16="http://schemas.microsoft.com/office/drawing/2014/main" id="{D9D2857D-991E-4442-AE70-2CCA91FC7342}"/>
                  </a:ext>
                </a:extLst>
              </p:cNvPr>
              <p:cNvPicPr>
                <a:picLocks noChangeAspect="1" noChangeArrowheads="1"/>
              </p:cNvPicPr>
              <p:nvPr/>
            </p:nvPicPr>
            <p:blipFill>
              <a:blip r:embed="rId234">
                <a:extLst>
                  <a:ext uri="{28A0092B-C50C-407E-A947-70E740481C1C}">
                    <a14:useLocalDpi xmlns:a14="http://schemas.microsoft.com/office/drawing/2010/main" val="0"/>
                  </a:ext>
                </a:extLst>
              </a:blip>
              <a:srcRect/>
              <a:stretch>
                <a:fillRect/>
              </a:stretch>
            </p:blipFill>
            <p:spPr bwMode="auto">
              <a:xfrm>
                <a:off x="3227" y="3145"/>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Picture 1100">
                <a:extLst>
                  <a:ext uri="{FF2B5EF4-FFF2-40B4-BE49-F238E27FC236}">
                    <a16:creationId xmlns:a16="http://schemas.microsoft.com/office/drawing/2014/main" id="{D42ED4DF-93B6-41A3-8A02-EDD13783B4C0}"/>
                  </a:ext>
                </a:extLst>
              </p:cNvPr>
              <p:cNvPicPr>
                <a:picLocks noChangeAspect="1" noChangeArrowheads="1"/>
              </p:cNvPicPr>
              <p:nvPr/>
            </p:nvPicPr>
            <p:blipFill>
              <a:blip r:embed="rId235">
                <a:extLst>
                  <a:ext uri="{28A0092B-C50C-407E-A947-70E740481C1C}">
                    <a14:useLocalDpi xmlns:a14="http://schemas.microsoft.com/office/drawing/2010/main" val="0"/>
                  </a:ext>
                </a:extLst>
              </a:blip>
              <a:srcRect/>
              <a:stretch>
                <a:fillRect/>
              </a:stretch>
            </p:blipFill>
            <p:spPr bwMode="auto">
              <a:xfrm>
                <a:off x="3256" y="3145"/>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Picture 1101">
                <a:extLst>
                  <a:ext uri="{FF2B5EF4-FFF2-40B4-BE49-F238E27FC236}">
                    <a16:creationId xmlns:a16="http://schemas.microsoft.com/office/drawing/2014/main" id="{91B8A15D-7FE3-4CD7-A7DF-37D00D4AD290}"/>
                  </a:ext>
                </a:extLst>
              </p:cNvPr>
              <p:cNvPicPr>
                <a:picLocks noChangeAspect="1" noChangeArrowheads="1"/>
              </p:cNvPicPr>
              <p:nvPr/>
            </p:nvPicPr>
            <p:blipFill>
              <a:blip r:embed="rId236">
                <a:extLst>
                  <a:ext uri="{28A0092B-C50C-407E-A947-70E740481C1C}">
                    <a14:useLocalDpi xmlns:a14="http://schemas.microsoft.com/office/drawing/2010/main" val="0"/>
                  </a:ext>
                </a:extLst>
              </a:blip>
              <a:srcRect/>
              <a:stretch>
                <a:fillRect/>
              </a:stretch>
            </p:blipFill>
            <p:spPr bwMode="auto">
              <a:xfrm>
                <a:off x="3142" y="3146"/>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Picture 1102">
                <a:extLst>
                  <a:ext uri="{FF2B5EF4-FFF2-40B4-BE49-F238E27FC236}">
                    <a16:creationId xmlns:a16="http://schemas.microsoft.com/office/drawing/2014/main" id="{CF406C20-16A0-4BEA-8463-7476826E3FAF}"/>
                  </a:ext>
                </a:extLst>
              </p:cNvPr>
              <p:cNvPicPr>
                <a:picLocks noChangeAspect="1" noChangeArrowheads="1"/>
              </p:cNvPicPr>
              <p:nvPr/>
            </p:nvPicPr>
            <p:blipFill>
              <a:blip r:embed="rId237">
                <a:extLst>
                  <a:ext uri="{28A0092B-C50C-407E-A947-70E740481C1C}">
                    <a14:useLocalDpi xmlns:a14="http://schemas.microsoft.com/office/drawing/2010/main" val="0"/>
                  </a:ext>
                </a:extLst>
              </a:blip>
              <a:srcRect/>
              <a:stretch>
                <a:fillRect/>
              </a:stretch>
            </p:blipFill>
            <p:spPr bwMode="auto">
              <a:xfrm>
                <a:off x="3142" y="3147"/>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 name="Picture 1103">
                <a:extLst>
                  <a:ext uri="{FF2B5EF4-FFF2-40B4-BE49-F238E27FC236}">
                    <a16:creationId xmlns:a16="http://schemas.microsoft.com/office/drawing/2014/main" id="{95579C41-86C5-4C90-AE1F-BE621F885C38}"/>
                  </a:ext>
                </a:extLst>
              </p:cNvPr>
              <p:cNvPicPr>
                <a:picLocks noChangeAspect="1" noChangeArrowheads="1"/>
              </p:cNvPicPr>
              <p:nvPr/>
            </p:nvPicPr>
            <p:blipFill>
              <a:blip r:embed="rId238">
                <a:extLst>
                  <a:ext uri="{28A0092B-C50C-407E-A947-70E740481C1C}">
                    <a14:useLocalDpi xmlns:a14="http://schemas.microsoft.com/office/drawing/2010/main" val="0"/>
                  </a:ext>
                </a:extLst>
              </a:blip>
              <a:srcRect/>
              <a:stretch>
                <a:fillRect/>
              </a:stretch>
            </p:blipFill>
            <p:spPr bwMode="auto">
              <a:xfrm>
                <a:off x="3142" y="3148"/>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Picture 1104">
                <a:extLst>
                  <a:ext uri="{FF2B5EF4-FFF2-40B4-BE49-F238E27FC236}">
                    <a16:creationId xmlns:a16="http://schemas.microsoft.com/office/drawing/2014/main" id="{D55A9EB5-6A15-45D6-A14C-9AC23208C848}"/>
                  </a:ext>
                </a:extLst>
              </p:cNvPr>
              <p:cNvPicPr>
                <a:picLocks noChangeAspect="1" noChangeArrowheads="1"/>
              </p:cNvPicPr>
              <p:nvPr/>
            </p:nvPicPr>
            <p:blipFill>
              <a:blip r:embed="rId239">
                <a:extLst>
                  <a:ext uri="{28A0092B-C50C-407E-A947-70E740481C1C}">
                    <a14:useLocalDpi xmlns:a14="http://schemas.microsoft.com/office/drawing/2010/main" val="0"/>
                  </a:ext>
                </a:extLst>
              </a:blip>
              <a:srcRect/>
              <a:stretch>
                <a:fillRect/>
              </a:stretch>
            </p:blipFill>
            <p:spPr bwMode="auto">
              <a:xfrm>
                <a:off x="3142" y="3149"/>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1105">
                <a:extLst>
                  <a:ext uri="{FF2B5EF4-FFF2-40B4-BE49-F238E27FC236}">
                    <a16:creationId xmlns:a16="http://schemas.microsoft.com/office/drawing/2014/main" id="{1443016D-BE2C-4DEB-898D-B1625D0969CA}"/>
                  </a:ext>
                </a:extLst>
              </p:cNvPr>
              <p:cNvPicPr>
                <a:picLocks noChangeAspect="1" noChangeArrowheads="1"/>
              </p:cNvPicPr>
              <p:nvPr/>
            </p:nvPicPr>
            <p:blipFill>
              <a:blip r:embed="rId240">
                <a:extLst>
                  <a:ext uri="{28A0092B-C50C-407E-A947-70E740481C1C}">
                    <a14:useLocalDpi xmlns:a14="http://schemas.microsoft.com/office/drawing/2010/main" val="0"/>
                  </a:ext>
                </a:extLst>
              </a:blip>
              <a:srcRect/>
              <a:stretch>
                <a:fillRect/>
              </a:stretch>
            </p:blipFill>
            <p:spPr bwMode="auto">
              <a:xfrm>
                <a:off x="3141" y="3150"/>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Picture 1106">
                <a:extLst>
                  <a:ext uri="{FF2B5EF4-FFF2-40B4-BE49-F238E27FC236}">
                    <a16:creationId xmlns:a16="http://schemas.microsoft.com/office/drawing/2014/main" id="{922CF515-C285-42AF-B007-4AE7D88A1110}"/>
                  </a:ext>
                </a:extLst>
              </p:cNvPr>
              <p:cNvPicPr>
                <a:picLocks noChangeAspect="1" noChangeArrowheads="1"/>
              </p:cNvPicPr>
              <p:nvPr/>
            </p:nvPicPr>
            <p:blipFill>
              <a:blip r:embed="rId241">
                <a:extLst>
                  <a:ext uri="{28A0092B-C50C-407E-A947-70E740481C1C}">
                    <a14:useLocalDpi xmlns:a14="http://schemas.microsoft.com/office/drawing/2010/main" val="0"/>
                  </a:ext>
                </a:extLst>
              </a:blip>
              <a:srcRect/>
              <a:stretch>
                <a:fillRect/>
              </a:stretch>
            </p:blipFill>
            <p:spPr bwMode="auto">
              <a:xfrm>
                <a:off x="3132" y="3151"/>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 name="Picture 1107">
                <a:extLst>
                  <a:ext uri="{FF2B5EF4-FFF2-40B4-BE49-F238E27FC236}">
                    <a16:creationId xmlns:a16="http://schemas.microsoft.com/office/drawing/2014/main" id="{07DB7B32-0985-4798-B5A0-08E947534B9B}"/>
                  </a:ext>
                </a:extLst>
              </p:cNvPr>
              <p:cNvPicPr>
                <a:picLocks noChangeAspect="1" noChangeArrowheads="1"/>
              </p:cNvPicPr>
              <p:nvPr/>
            </p:nvPicPr>
            <p:blipFill>
              <a:blip r:embed="rId242">
                <a:extLst>
                  <a:ext uri="{28A0092B-C50C-407E-A947-70E740481C1C}">
                    <a14:useLocalDpi xmlns:a14="http://schemas.microsoft.com/office/drawing/2010/main" val="0"/>
                  </a:ext>
                </a:extLst>
              </a:blip>
              <a:srcRect/>
              <a:stretch>
                <a:fillRect/>
              </a:stretch>
            </p:blipFill>
            <p:spPr bwMode="auto">
              <a:xfrm>
                <a:off x="3132" y="3152"/>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 name="Picture 1108">
                <a:extLst>
                  <a:ext uri="{FF2B5EF4-FFF2-40B4-BE49-F238E27FC236}">
                    <a16:creationId xmlns:a16="http://schemas.microsoft.com/office/drawing/2014/main" id="{6004F499-86F5-4A9F-BD07-90F051484E57}"/>
                  </a:ext>
                </a:extLst>
              </p:cNvPr>
              <p:cNvPicPr>
                <a:picLocks noChangeAspect="1" noChangeArrowheads="1"/>
              </p:cNvPicPr>
              <p:nvPr/>
            </p:nvPicPr>
            <p:blipFill>
              <a:blip r:embed="rId243">
                <a:extLst>
                  <a:ext uri="{28A0092B-C50C-407E-A947-70E740481C1C}">
                    <a14:useLocalDpi xmlns:a14="http://schemas.microsoft.com/office/drawing/2010/main" val="0"/>
                  </a:ext>
                </a:extLst>
              </a:blip>
              <a:srcRect/>
              <a:stretch>
                <a:fillRect/>
              </a:stretch>
            </p:blipFill>
            <p:spPr bwMode="auto">
              <a:xfrm>
                <a:off x="3132" y="3152"/>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Picture 1109">
                <a:extLst>
                  <a:ext uri="{FF2B5EF4-FFF2-40B4-BE49-F238E27FC236}">
                    <a16:creationId xmlns:a16="http://schemas.microsoft.com/office/drawing/2014/main" id="{BEA9B90B-29C8-4582-8641-53A2F74F5199}"/>
                  </a:ext>
                </a:extLst>
              </p:cNvPr>
              <p:cNvPicPr>
                <a:picLocks noChangeAspect="1" noChangeArrowheads="1"/>
              </p:cNvPicPr>
              <p:nvPr/>
            </p:nvPicPr>
            <p:blipFill>
              <a:blip r:embed="rId244">
                <a:extLst>
                  <a:ext uri="{28A0092B-C50C-407E-A947-70E740481C1C}">
                    <a14:useLocalDpi xmlns:a14="http://schemas.microsoft.com/office/drawing/2010/main" val="0"/>
                  </a:ext>
                </a:extLst>
              </a:blip>
              <a:srcRect/>
              <a:stretch>
                <a:fillRect/>
              </a:stretch>
            </p:blipFill>
            <p:spPr bwMode="auto">
              <a:xfrm>
                <a:off x="3132" y="3153"/>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 name="Picture 1110">
                <a:extLst>
                  <a:ext uri="{FF2B5EF4-FFF2-40B4-BE49-F238E27FC236}">
                    <a16:creationId xmlns:a16="http://schemas.microsoft.com/office/drawing/2014/main" id="{2D3CC81C-BF2A-4A6C-86C7-422FC37325F3}"/>
                  </a:ext>
                </a:extLst>
              </p:cNvPr>
              <p:cNvPicPr>
                <a:picLocks noChangeAspect="1" noChangeArrowheads="1"/>
              </p:cNvPicPr>
              <p:nvPr/>
            </p:nvPicPr>
            <p:blipFill>
              <a:blip r:embed="rId245">
                <a:extLst>
                  <a:ext uri="{28A0092B-C50C-407E-A947-70E740481C1C}">
                    <a14:useLocalDpi xmlns:a14="http://schemas.microsoft.com/office/drawing/2010/main" val="0"/>
                  </a:ext>
                </a:extLst>
              </a:blip>
              <a:srcRect/>
              <a:stretch>
                <a:fillRect/>
              </a:stretch>
            </p:blipFill>
            <p:spPr bwMode="auto">
              <a:xfrm>
                <a:off x="3132" y="3154"/>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 name="Picture 1111">
                <a:extLst>
                  <a:ext uri="{FF2B5EF4-FFF2-40B4-BE49-F238E27FC236}">
                    <a16:creationId xmlns:a16="http://schemas.microsoft.com/office/drawing/2014/main" id="{67496BD1-F5A0-4771-9F63-736A28B34E7E}"/>
                  </a:ext>
                </a:extLst>
              </p:cNvPr>
              <p:cNvPicPr>
                <a:picLocks noChangeAspect="1" noChangeArrowheads="1"/>
              </p:cNvPicPr>
              <p:nvPr/>
            </p:nvPicPr>
            <p:blipFill>
              <a:blip r:embed="rId246">
                <a:extLst>
                  <a:ext uri="{28A0092B-C50C-407E-A947-70E740481C1C}">
                    <a14:useLocalDpi xmlns:a14="http://schemas.microsoft.com/office/drawing/2010/main" val="0"/>
                  </a:ext>
                </a:extLst>
              </a:blip>
              <a:srcRect/>
              <a:stretch>
                <a:fillRect/>
              </a:stretch>
            </p:blipFill>
            <p:spPr bwMode="auto">
              <a:xfrm>
                <a:off x="3132" y="3155"/>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1112">
                <a:extLst>
                  <a:ext uri="{FF2B5EF4-FFF2-40B4-BE49-F238E27FC236}">
                    <a16:creationId xmlns:a16="http://schemas.microsoft.com/office/drawing/2014/main" id="{81711F0F-A848-4D4B-BD60-B2D41AF86B71}"/>
                  </a:ext>
                </a:extLst>
              </p:cNvPr>
              <p:cNvPicPr>
                <a:picLocks noChangeAspect="1" noChangeArrowheads="1"/>
              </p:cNvPicPr>
              <p:nvPr/>
            </p:nvPicPr>
            <p:blipFill>
              <a:blip r:embed="rId247">
                <a:extLst>
                  <a:ext uri="{28A0092B-C50C-407E-A947-70E740481C1C}">
                    <a14:useLocalDpi xmlns:a14="http://schemas.microsoft.com/office/drawing/2010/main" val="0"/>
                  </a:ext>
                </a:extLst>
              </a:blip>
              <a:srcRect/>
              <a:stretch>
                <a:fillRect/>
              </a:stretch>
            </p:blipFill>
            <p:spPr bwMode="auto">
              <a:xfrm>
                <a:off x="3132" y="3156"/>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1113">
                <a:extLst>
                  <a:ext uri="{FF2B5EF4-FFF2-40B4-BE49-F238E27FC236}">
                    <a16:creationId xmlns:a16="http://schemas.microsoft.com/office/drawing/2014/main" id="{5E7999C5-D671-4BDC-9727-A4A3BF95F6EE}"/>
                  </a:ext>
                </a:extLst>
              </p:cNvPr>
              <p:cNvPicPr>
                <a:picLocks noChangeAspect="1" noChangeArrowheads="1"/>
              </p:cNvPicPr>
              <p:nvPr/>
            </p:nvPicPr>
            <p:blipFill>
              <a:blip r:embed="rId248">
                <a:extLst>
                  <a:ext uri="{28A0092B-C50C-407E-A947-70E740481C1C}">
                    <a14:useLocalDpi xmlns:a14="http://schemas.microsoft.com/office/drawing/2010/main" val="0"/>
                  </a:ext>
                </a:extLst>
              </a:blip>
              <a:srcRect/>
              <a:stretch>
                <a:fillRect/>
              </a:stretch>
            </p:blipFill>
            <p:spPr bwMode="auto">
              <a:xfrm>
                <a:off x="3132" y="3157"/>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Picture 1114">
                <a:extLst>
                  <a:ext uri="{FF2B5EF4-FFF2-40B4-BE49-F238E27FC236}">
                    <a16:creationId xmlns:a16="http://schemas.microsoft.com/office/drawing/2014/main" id="{41A70337-24BF-4516-8D45-FDD4997EA1DE}"/>
                  </a:ext>
                </a:extLst>
              </p:cNvPr>
              <p:cNvPicPr>
                <a:picLocks noChangeAspect="1" noChangeArrowheads="1"/>
              </p:cNvPicPr>
              <p:nvPr/>
            </p:nvPicPr>
            <p:blipFill>
              <a:blip r:embed="rId249">
                <a:extLst>
                  <a:ext uri="{28A0092B-C50C-407E-A947-70E740481C1C}">
                    <a14:useLocalDpi xmlns:a14="http://schemas.microsoft.com/office/drawing/2010/main" val="0"/>
                  </a:ext>
                </a:extLst>
              </a:blip>
              <a:srcRect/>
              <a:stretch>
                <a:fillRect/>
              </a:stretch>
            </p:blipFill>
            <p:spPr bwMode="auto">
              <a:xfrm>
                <a:off x="3132" y="3158"/>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Picture 1115">
                <a:extLst>
                  <a:ext uri="{FF2B5EF4-FFF2-40B4-BE49-F238E27FC236}">
                    <a16:creationId xmlns:a16="http://schemas.microsoft.com/office/drawing/2014/main" id="{97F36345-33BD-47FA-964F-97C9C5280351}"/>
                  </a:ext>
                </a:extLst>
              </p:cNvPr>
              <p:cNvPicPr>
                <a:picLocks noChangeAspect="1" noChangeArrowheads="1"/>
              </p:cNvPicPr>
              <p:nvPr/>
            </p:nvPicPr>
            <p:blipFill>
              <a:blip r:embed="rId250">
                <a:extLst>
                  <a:ext uri="{28A0092B-C50C-407E-A947-70E740481C1C}">
                    <a14:useLocalDpi xmlns:a14="http://schemas.microsoft.com/office/drawing/2010/main" val="0"/>
                  </a:ext>
                </a:extLst>
              </a:blip>
              <a:srcRect/>
              <a:stretch>
                <a:fillRect/>
              </a:stretch>
            </p:blipFill>
            <p:spPr bwMode="auto">
              <a:xfrm>
                <a:off x="3141" y="3159"/>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1116">
                <a:extLst>
                  <a:ext uri="{FF2B5EF4-FFF2-40B4-BE49-F238E27FC236}">
                    <a16:creationId xmlns:a16="http://schemas.microsoft.com/office/drawing/2014/main" id="{0FAECE28-581A-4246-B726-DC67E7182BAE}"/>
                  </a:ext>
                </a:extLst>
              </p:cNvPr>
              <p:cNvPicPr>
                <a:picLocks noChangeAspect="1" noChangeArrowheads="1"/>
              </p:cNvPicPr>
              <p:nvPr/>
            </p:nvPicPr>
            <p:blipFill>
              <a:blip r:embed="rId251">
                <a:extLst>
                  <a:ext uri="{28A0092B-C50C-407E-A947-70E740481C1C}">
                    <a14:useLocalDpi xmlns:a14="http://schemas.microsoft.com/office/drawing/2010/main" val="0"/>
                  </a:ext>
                </a:extLst>
              </a:blip>
              <a:srcRect/>
              <a:stretch>
                <a:fillRect/>
              </a:stretch>
            </p:blipFill>
            <p:spPr bwMode="auto">
              <a:xfrm>
                <a:off x="3142" y="3160"/>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Picture 1117">
                <a:extLst>
                  <a:ext uri="{FF2B5EF4-FFF2-40B4-BE49-F238E27FC236}">
                    <a16:creationId xmlns:a16="http://schemas.microsoft.com/office/drawing/2014/main" id="{DFEF7700-478E-42B6-97B1-DDAE3F4A5D05}"/>
                  </a:ext>
                </a:extLst>
              </p:cNvPr>
              <p:cNvPicPr>
                <a:picLocks noChangeAspect="1" noChangeArrowheads="1"/>
              </p:cNvPicPr>
              <p:nvPr/>
            </p:nvPicPr>
            <p:blipFill>
              <a:blip r:embed="rId252">
                <a:extLst>
                  <a:ext uri="{28A0092B-C50C-407E-A947-70E740481C1C}">
                    <a14:useLocalDpi xmlns:a14="http://schemas.microsoft.com/office/drawing/2010/main" val="0"/>
                  </a:ext>
                </a:extLst>
              </a:blip>
              <a:srcRect/>
              <a:stretch>
                <a:fillRect/>
              </a:stretch>
            </p:blipFill>
            <p:spPr bwMode="auto">
              <a:xfrm>
                <a:off x="3142" y="3161"/>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1118">
                <a:extLst>
                  <a:ext uri="{FF2B5EF4-FFF2-40B4-BE49-F238E27FC236}">
                    <a16:creationId xmlns:a16="http://schemas.microsoft.com/office/drawing/2014/main" id="{0BC31A8F-4412-4ABA-9883-4C6B3B29D52D}"/>
                  </a:ext>
                </a:extLst>
              </p:cNvPr>
              <p:cNvPicPr>
                <a:picLocks noChangeAspect="1" noChangeArrowheads="1"/>
              </p:cNvPicPr>
              <p:nvPr/>
            </p:nvPicPr>
            <p:blipFill>
              <a:blip r:embed="rId253">
                <a:extLst>
                  <a:ext uri="{28A0092B-C50C-407E-A947-70E740481C1C}">
                    <a14:useLocalDpi xmlns:a14="http://schemas.microsoft.com/office/drawing/2010/main" val="0"/>
                  </a:ext>
                </a:extLst>
              </a:blip>
              <a:srcRect/>
              <a:stretch>
                <a:fillRect/>
              </a:stretch>
            </p:blipFill>
            <p:spPr bwMode="auto">
              <a:xfrm>
                <a:off x="3142" y="3162"/>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1119">
                <a:extLst>
                  <a:ext uri="{FF2B5EF4-FFF2-40B4-BE49-F238E27FC236}">
                    <a16:creationId xmlns:a16="http://schemas.microsoft.com/office/drawing/2014/main" id="{CFD01316-3B63-43E1-B3BC-DFEFC1DB08CB}"/>
                  </a:ext>
                </a:extLst>
              </p:cNvPr>
              <p:cNvPicPr>
                <a:picLocks noChangeAspect="1" noChangeArrowheads="1"/>
              </p:cNvPicPr>
              <p:nvPr/>
            </p:nvPicPr>
            <p:blipFill>
              <a:blip r:embed="rId254">
                <a:extLst>
                  <a:ext uri="{28A0092B-C50C-407E-A947-70E740481C1C}">
                    <a14:useLocalDpi xmlns:a14="http://schemas.microsoft.com/office/drawing/2010/main" val="0"/>
                  </a:ext>
                </a:extLst>
              </a:blip>
              <a:srcRect/>
              <a:stretch>
                <a:fillRect/>
              </a:stretch>
            </p:blipFill>
            <p:spPr bwMode="auto">
              <a:xfrm>
                <a:off x="3149" y="316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 name="Picture 1120">
                <a:extLst>
                  <a:ext uri="{FF2B5EF4-FFF2-40B4-BE49-F238E27FC236}">
                    <a16:creationId xmlns:a16="http://schemas.microsoft.com/office/drawing/2014/main" id="{4480B69D-307A-4C3B-9922-2057390C94D6}"/>
                  </a:ext>
                </a:extLst>
              </p:cNvPr>
              <p:cNvPicPr>
                <a:picLocks noChangeAspect="1" noChangeArrowheads="1"/>
              </p:cNvPicPr>
              <p:nvPr/>
            </p:nvPicPr>
            <p:blipFill>
              <a:blip r:embed="rId255">
                <a:extLst>
                  <a:ext uri="{28A0092B-C50C-407E-A947-70E740481C1C}">
                    <a14:useLocalDpi xmlns:a14="http://schemas.microsoft.com/office/drawing/2010/main" val="0"/>
                  </a:ext>
                </a:extLst>
              </a:blip>
              <a:srcRect/>
              <a:stretch>
                <a:fillRect/>
              </a:stretch>
            </p:blipFill>
            <p:spPr bwMode="auto">
              <a:xfrm>
                <a:off x="3255" y="3162"/>
                <a:ext cx="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Picture 1121">
                <a:extLst>
                  <a:ext uri="{FF2B5EF4-FFF2-40B4-BE49-F238E27FC236}">
                    <a16:creationId xmlns:a16="http://schemas.microsoft.com/office/drawing/2014/main" id="{BDDFEA83-3EBF-4616-BB3C-A7ED008FBAB2}"/>
                  </a:ext>
                </a:extLst>
              </p:cNvPr>
              <p:cNvPicPr>
                <a:picLocks noChangeAspect="1" noChangeArrowheads="1"/>
              </p:cNvPicPr>
              <p:nvPr/>
            </p:nvPicPr>
            <p:blipFill>
              <a:blip r:embed="rId256">
                <a:extLst>
                  <a:ext uri="{28A0092B-C50C-407E-A947-70E740481C1C}">
                    <a14:useLocalDpi xmlns:a14="http://schemas.microsoft.com/office/drawing/2010/main" val="0"/>
                  </a:ext>
                </a:extLst>
              </a:blip>
              <a:srcRect/>
              <a:stretch>
                <a:fillRect/>
              </a:stretch>
            </p:blipFill>
            <p:spPr bwMode="auto">
              <a:xfrm>
                <a:off x="3142" y="3163"/>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1122">
                <a:extLst>
                  <a:ext uri="{FF2B5EF4-FFF2-40B4-BE49-F238E27FC236}">
                    <a16:creationId xmlns:a16="http://schemas.microsoft.com/office/drawing/2014/main" id="{1CF7A43E-FE6F-4833-B12D-3D5BB6C89574}"/>
                  </a:ext>
                </a:extLst>
              </p:cNvPr>
              <p:cNvPicPr>
                <a:picLocks noChangeAspect="1" noChangeArrowheads="1"/>
              </p:cNvPicPr>
              <p:nvPr/>
            </p:nvPicPr>
            <p:blipFill>
              <a:blip r:embed="rId257">
                <a:extLst>
                  <a:ext uri="{28A0092B-C50C-407E-A947-70E740481C1C}">
                    <a14:useLocalDpi xmlns:a14="http://schemas.microsoft.com/office/drawing/2010/main" val="0"/>
                  </a:ext>
                </a:extLst>
              </a:blip>
              <a:srcRect/>
              <a:stretch>
                <a:fillRect/>
              </a:stretch>
            </p:blipFill>
            <p:spPr bwMode="auto">
              <a:xfrm>
                <a:off x="3149" y="316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 name="Picture 1123">
                <a:extLst>
                  <a:ext uri="{FF2B5EF4-FFF2-40B4-BE49-F238E27FC236}">
                    <a16:creationId xmlns:a16="http://schemas.microsoft.com/office/drawing/2014/main" id="{0007D556-8D64-429E-A20D-FB56FF23FC3D}"/>
                  </a:ext>
                </a:extLst>
              </p:cNvPr>
              <p:cNvPicPr>
                <a:picLocks noChangeAspect="1" noChangeArrowheads="1"/>
              </p:cNvPicPr>
              <p:nvPr/>
            </p:nvPicPr>
            <p:blipFill>
              <a:blip r:embed="rId256">
                <a:extLst>
                  <a:ext uri="{28A0092B-C50C-407E-A947-70E740481C1C}">
                    <a14:useLocalDpi xmlns:a14="http://schemas.microsoft.com/office/drawing/2010/main" val="0"/>
                  </a:ext>
                </a:extLst>
              </a:blip>
              <a:srcRect/>
              <a:stretch>
                <a:fillRect/>
              </a:stretch>
            </p:blipFill>
            <p:spPr bwMode="auto">
              <a:xfrm>
                <a:off x="3256" y="3163"/>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 name="Picture 1124">
                <a:extLst>
                  <a:ext uri="{FF2B5EF4-FFF2-40B4-BE49-F238E27FC236}">
                    <a16:creationId xmlns:a16="http://schemas.microsoft.com/office/drawing/2014/main" id="{6BCF69C2-6393-400F-BC68-D2B7DA4E6961}"/>
                  </a:ext>
                </a:extLst>
              </p:cNvPr>
              <p:cNvPicPr>
                <a:picLocks noChangeAspect="1" noChangeArrowheads="1"/>
              </p:cNvPicPr>
              <p:nvPr/>
            </p:nvPicPr>
            <p:blipFill>
              <a:blip r:embed="rId258">
                <a:extLst>
                  <a:ext uri="{28A0092B-C50C-407E-A947-70E740481C1C}">
                    <a14:useLocalDpi xmlns:a14="http://schemas.microsoft.com/office/drawing/2010/main" val="0"/>
                  </a:ext>
                </a:extLst>
              </a:blip>
              <a:srcRect/>
              <a:stretch>
                <a:fillRect/>
              </a:stretch>
            </p:blipFill>
            <p:spPr bwMode="auto">
              <a:xfrm>
                <a:off x="3143" y="3164"/>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 name="Picture 1125">
                <a:extLst>
                  <a:ext uri="{FF2B5EF4-FFF2-40B4-BE49-F238E27FC236}">
                    <a16:creationId xmlns:a16="http://schemas.microsoft.com/office/drawing/2014/main" id="{652EDCCD-280D-4A1B-A802-A59E4E2114A4}"/>
                  </a:ext>
                </a:extLst>
              </p:cNvPr>
              <p:cNvPicPr>
                <a:picLocks noChangeAspect="1" noChangeArrowheads="1"/>
              </p:cNvPicPr>
              <p:nvPr/>
            </p:nvPicPr>
            <p:blipFill>
              <a:blip r:embed="rId259">
                <a:extLst>
                  <a:ext uri="{28A0092B-C50C-407E-A947-70E740481C1C}">
                    <a14:useLocalDpi xmlns:a14="http://schemas.microsoft.com/office/drawing/2010/main" val="0"/>
                  </a:ext>
                </a:extLst>
              </a:blip>
              <a:srcRect/>
              <a:stretch>
                <a:fillRect/>
              </a:stretch>
            </p:blipFill>
            <p:spPr bwMode="auto">
              <a:xfrm>
                <a:off x="3149" y="316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 name="Picture 1126">
                <a:extLst>
                  <a:ext uri="{FF2B5EF4-FFF2-40B4-BE49-F238E27FC236}">
                    <a16:creationId xmlns:a16="http://schemas.microsoft.com/office/drawing/2014/main" id="{BE790F14-5FAC-411E-9021-8E95B8A896E3}"/>
                  </a:ext>
                </a:extLst>
              </p:cNvPr>
              <p:cNvPicPr>
                <a:picLocks noChangeAspect="1" noChangeArrowheads="1"/>
              </p:cNvPicPr>
              <p:nvPr/>
            </p:nvPicPr>
            <p:blipFill>
              <a:blip r:embed="rId258">
                <a:extLst>
                  <a:ext uri="{28A0092B-C50C-407E-A947-70E740481C1C}">
                    <a14:useLocalDpi xmlns:a14="http://schemas.microsoft.com/office/drawing/2010/main" val="0"/>
                  </a:ext>
                </a:extLst>
              </a:blip>
              <a:srcRect/>
              <a:stretch>
                <a:fillRect/>
              </a:stretch>
            </p:blipFill>
            <p:spPr bwMode="auto">
              <a:xfrm>
                <a:off x="3257" y="3164"/>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 name="Picture 1127">
                <a:extLst>
                  <a:ext uri="{FF2B5EF4-FFF2-40B4-BE49-F238E27FC236}">
                    <a16:creationId xmlns:a16="http://schemas.microsoft.com/office/drawing/2014/main" id="{8FC031B0-9294-4A98-BFF8-BC0C8658FF10}"/>
                  </a:ext>
                </a:extLst>
              </p:cNvPr>
              <p:cNvPicPr>
                <a:picLocks noChangeAspect="1" noChangeArrowheads="1"/>
              </p:cNvPicPr>
              <p:nvPr/>
            </p:nvPicPr>
            <p:blipFill>
              <a:blip r:embed="rId260">
                <a:extLst>
                  <a:ext uri="{28A0092B-C50C-407E-A947-70E740481C1C}">
                    <a14:useLocalDpi xmlns:a14="http://schemas.microsoft.com/office/drawing/2010/main" val="0"/>
                  </a:ext>
                </a:extLst>
              </a:blip>
              <a:srcRect/>
              <a:stretch>
                <a:fillRect/>
              </a:stretch>
            </p:blipFill>
            <p:spPr bwMode="auto">
              <a:xfrm>
                <a:off x="3149" y="316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 name="Picture 1128">
                <a:extLst>
                  <a:ext uri="{FF2B5EF4-FFF2-40B4-BE49-F238E27FC236}">
                    <a16:creationId xmlns:a16="http://schemas.microsoft.com/office/drawing/2014/main" id="{3E93FCB1-838E-4181-9517-BF86160EEBB0}"/>
                  </a:ext>
                </a:extLst>
              </p:cNvPr>
              <p:cNvPicPr>
                <a:picLocks noChangeAspect="1" noChangeArrowheads="1"/>
              </p:cNvPicPr>
              <p:nvPr/>
            </p:nvPicPr>
            <p:blipFill>
              <a:blip r:embed="rId261">
                <a:extLst>
                  <a:ext uri="{28A0092B-C50C-407E-A947-70E740481C1C}">
                    <a14:useLocalDpi xmlns:a14="http://schemas.microsoft.com/office/drawing/2010/main" val="0"/>
                  </a:ext>
                </a:extLst>
              </a:blip>
              <a:srcRect/>
              <a:stretch>
                <a:fillRect/>
              </a:stretch>
            </p:blipFill>
            <p:spPr bwMode="auto">
              <a:xfrm>
                <a:off x="3149" y="316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 name="Picture 1129">
                <a:extLst>
                  <a:ext uri="{FF2B5EF4-FFF2-40B4-BE49-F238E27FC236}">
                    <a16:creationId xmlns:a16="http://schemas.microsoft.com/office/drawing/2014/main" id="{523D0FF9-7B83-44F0-BCA2-FC6E97E0AC28}"/>
                  </a:ext>
                </a:extLst>
              </p:cNvPr>
              <p:cNvPicPr>
                <a:picLocks noChangeAspect="1" noChangeArrowheads="1"/>
              </p:cNvPicPr>
              <p:nvPr/>
            </p:nvPicPr>
            <p:blipFill>
              <a:blip r:embed="rId262">
                <a:extLst>
                  <a:ext uri="{28A0092B-C50C-407E-A947-70E740481C1C}">
                    <a14:useLocalDpi xmlns:a14="http://schemas.microsoft.com/office/drawing/2010/main" val="0"/>
                  </a:ext>
                </a:extLst>
              </a:blip>
              <a:srcRect/>
              <a:stretch>
                <a:fillRect/>
              </a:stretch>
            </p:blipFill>
            <p:spPr bwMode="auto">
              <a:xfrm>
                <a:off x="3149" y="316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 name="Picture 1130">
                <a:extLst>
                  <a:ext uri="{FF2B5EF4-FFF2-40B4-BE49-F238E27FC236}">
                    <a16:creationId xmlns:a16="http://schemas.microsoft.com/office/drawing/2014/main" id="{9ACA4698-7398-4AEB-B530-2B405FDE97C5}"/>
                  </a:ext>
                </a:extLst>
              </p:cNvPr>
              <p:cNvPicPr>
                <a:picLocks noChangeAspect="1" noChangeArrowheads="1"/>
              </p:cNvPicPr>
              <p:nvPr/>
            </p:nvPicPr>
            <p:blipFill>
              <a:blip r:embed="rId263">
                <a:extLst>
                  <a:ext uri="{28A0092B-C50C-407E-A947-70E740481C1C}">
                    <a14:useLocalDpi xmlns:a14="http://schemas.microsoft.com/office/drawing/2010/main" val="0"/>
                  </a:ext>
                </a:extLst>
              </a:blip>
              <a:srcRect/>
              <a:stretch>
                <a:fillRect/>
              </a:stretch>
            </p:blipFill>
            <p:spPr bwMode="auto">
              <a:xfrm>
                <a:off x="3149" y="316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 name="Picture 1131">
                <a:extLst>
                  <a:ext uri="{FF2B5EF4-FFF2-40B4-BE49-F238E27FC236}">
                    <a16:creationId xmlns:a16="http://schemas.microsoft.com/office/drawing/2014/main" id="{B0481223-FDF9-46CE-A005-0084727B024D}"/>
                  </a:ext>
                </a:extLst>
              </p:cNvPr>
              <p:cNvPicPr>
                <a:picLocks noChangeAspect="1" noChangeArrowheads="1"/>
              </p:cNvPicPr>
              <p:nvPr/>
            </p:nvPicPr>
            <p:blipFill>
              <a:blip r:embed="rId264">
                <a:extLst>
                  <a:ext uri="{28A0092B-C50C-407E-A947-70E740481C1C}">
                    <a14:useLocalDpi xmlns:a14="http://schemas.microsoft.com/office/drawing/2010/main" val="0"/>
                  </a:ext>
                </a:extLst>
              </a:blip>
              <a:srcRect/>
              <a:stretch>
                <a:fillRect/>
              </a:stretch>
            </p:blipFill>
            <p:spPr bwMode="auto">
              <a:xfrm>
                <a:off x="3149" y="316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 name="Picture 1132">
                <a:extLst>
                  <a:ext uri="{FF2B5EF4-FFF2-40B4-BE49-F238E27FC236}">
                    <a16:creationId xmlns:a16="http://schemas.microsoft.com/office/drawing/2014/main" id="{AD1A0754-ED94-42EA-A723-9FE06DCBCF75}"/>
                  </a:ext>
                </a:extLst>
              </p:cNvPr>
              <p:cNvPicPr>
                <a:picLocks noChangeAspect="1" noChangeArrowheads="1"/>
              </p:cNvPicPr>
              <p:nvPr/>
            </p:nvPicPr>
            <p:blipFill>
              <a:blip r:embed="rId265">
                <a:extLst>
                  <a:ext uri="{28A0092B-C50C-407E-A947-70E740481C1C}">
                    <a14:useLocalDpi xmlns:a14="http://schemas.microsoft.com/office/drawing/2010/main" val="0"/>
                  </a:ext>
                </a:extLst>
              </a:blip>
              <a:srcRect/>
              <a:stretch>
                <a:fillRect/>
              </a:stretch>
            </p:blipFill>
            <p:spPr bwMode="auto">
              <a:xfrm>
                <a:off x="3149" y="317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 name="Picture 1133">
                <a:extLst>
                  <a:ext uri="{FF2B5EF4-FFF2-40B4-BE49-F238E27FC236}">
                    <a16:creationId xmlns:a16="http://schemas.microsoft.com/office/drawing/2014/main" id="{EED47FF9-F8E9-4C6D-89DF-B0BEB1620AAC}"/>
                  </a:ext>
                </a:extLst>
              </p:cNvPr>
              <p:cNvPicPr>
                <a:picLocks noChangeAspect="1" noChangeArrowheads="1"/>
              </p:cNvPicPr>
              <p:nvPr/>
            </p:nvPicPr>
            <p:blipFill>
              <a:blip r:embed="rId266">
                <a:extLst>
                  <a:ext uri="{28A0092B-C50C-407E-A947-70E740481C1C}">
                    <a14:useLocalDpi xmlns:a14="http://schemas.microsoft.com/office/drawing/2010/main" val="0"/>
                  </a:ext>
                </a:extLst>
              </a:blip>
              <a:srcRect/>
              <a:stretch>
                <a:fillRect/>
              </a:stretch>
            </p:blipFill>
            <p:spPr bwMode="auto">
              <a:xfrm>
                <a:off x="3149" y="317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1134">
                <a:extLst>
                  <a:ext uri="{FF2B5EF4-FFF2-40B4-BE49-F238E27FC236}">
                    <a16:creationId xmlns:a16="http://schemas.microsoft.com/office/drawing/2014/main" id="{CEA56992-752D-4E2D-8E5A-464AD3ABC379}"/>
                  </a:ext>
                </a:extLst>
              </p:cNvPr>
              <p:cNvPicPr>
                <a:picLocks noChangeAspect="1" noChangeArrowheads="1"/>
              </p:cNvPicPr>
              <p:nvPr/>
            </p:nvPicPr>
            <p:blipFill>
              <a:blip r:embed="rId267">
                <a:extLst>
                  <a:ext uri="{28A0092B-C50C-407E-A947-70E740481C1C}">
                    <a14:useLocalDpi xmlns:a14="http://schemas.microsoft.com/office/drawing/2010/main" val="0"/>
                  </a:ext>
                </a:extLst>
              </a:blip>
              <a:srcRect/>
              <a:stretch>
                <a:fillRect/>
              </a:stretch>
            </p:blipFill>
            <p:spPr bwMode="auto">
              <a:xfrm>
                <a:off x="3149" y="317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 name="Picture 1135">
                <a:extLst>
                  <a:ext uri="{FF2B5EF4-FFF2-40B4-BE49-F238E27FC236}">
                    <a16:creationId xmlns:a16="http://schemas.microsoft.com/office/drawing/2014/main" id="{B181E0F5-5C72-4F0B-81CE-305E3F0D044E}"/>
                  </a:ext>
                </a:extLst>
              </p:cNvPr>
              <p:cNvPicPr>
                <a:picLocks noChangeAspect="1" noChangeArrowheads="1"/>
              </p:cNvPicPr>
              <p:nvPr/>
            </p:nvPicPr>
            <p:blipFill>
              <a:blip r:embed="rId268">
                <a:extLst>
                  <a:ext uri="{28A0092B-C50C-407E-A947-70E740481C1C}">
                    <a14:useLocalDpi xmlns:a14="http://schemas.microsoft.com/office/drawing/2010/main" val="0"/>
                  </a:ext>
                </a:extLst>
              </a:blip>
              <a:srcRect/>
              <a:stretch>
                <a:fillRect/>
              </a:stretch>
            </p:blipFill>
            <p:spPr bwMode="auto">
              <a:xfrm>
                <a:off x="3149" y="317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 name="Picture 1136">
                <a:extLst>
                  <a:ext uri="{FF2B5EF4-FFF2-40B4-BE49-F238E27FC236}">
                    <a16:creationId xmlns:a16="http://schemas.microsoft.com/office/drawing/2014/main" id="{2626E69E-7A6D-4F5E-B6C8-97D3730041C9}"/>
                  </a:ext>
                </a:extLst>
              </p:cNvPr>
              <p:cNvPicPr>
                <a:picLocks noChangeAspect="1" noChangeArrowheads="1"/>
              </p:cNvPicPr>
              <p:nvPr/>
            </p:nvPicPr>
            <p:blipFill>
              <a:blip r:embed="rId269">
                <a:extLst>
                  <a:ext uri="{28A0092B-C50C-407E-A947-70E740481C1C}">
                    <a14:useLocalDpi xmlns:a14="http://schemas.microsoft.com/office/drawing/2010/main" val="0"/>
                  </a:ext>
                </a:extLst>
              </a:blip>
              <a:srcRect/>
              <a:stretch>
                <a:fillRect/>
              </a:stretch>
            </p:blipFill>
            <p:spPr bwMode="auto">
              <a:xfrm>
                <a:off x="3149" y="317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 name="Picture 1137">
                <a:extLst>
                  <a:ext uri="{FF2B5EF4-FFF2-40B4-BE49-F238E27FC236}">
                    <a16:creationId xmlns:a16="http://schemas.microsoft.com/office/drawing/2014/main" id="{263F6C3B-C31E-4D40-A227-888442AE034A}"/>
                  </a:ext>
                </a:extLst>
              </p:cNvPr>
              <p:cNvPicPr>
                <a:picLocks noChangeAspect="1" noChangeArrowheads="1"/>
              </p:cNvPicPr>
              <p:nvPr/>
            </p:nvPicPr>
            <p:blipFill>
              <a:blip r:embed="rId270">
                <a:extLst>
                  <a:ext uri="{28A0092B-C50C-407E-A947-70E740481C1C}">
                    <a14:useLocalDpi xmlns:a14="http://schemas.microsoft.com/office/drawing/2010/main" val="0"/>
                  </a:ext>
                </a:extLst>
              </a:blip>
              <a:srcRect/>
              <a:stretch>
                <a:fillRect/>
              </a:stretch>
            </p:blipFill>
            <p:spPr bwMode="auto">
              <a:xfrm>
                <a:off x="3149" y="317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 name="Picture 1138">
                <a:extLst>
                  <a:ext uri="{FF2B5EF4-FFF2-40B4-BE49-F238E27FC236}">
                    <a16:creationId xmlns:a16="http://schemas.microsoft.com/office/drawing/2014/main" id="{3FBA9B55-ED52-4DA5-AEBD-BEEE2815D6F1}"/>
                  </a:ext>
                </a:extLst>
              </p:cNvPr>
              <p:cNvPicPr>
                <a:picLocks noChangeAspect="1" noChangeArrowheads="1"/>
              </p:cNvPicPr>
              <p:nvPr/>
            </p:nvPicPr>
            <p:blipFill>
              <a:blip r:embed="rId271">
                <a:extLst>
                  <a:ext uri="{28A0092B-C50C-407E-A947-70E740481C1C}">
                    <a14:useLocalDpi xmlns:a14="http://schemas.microsoft.com/office/drawing/2010/main" val="0"/>
                  </a:ext>
                </a:extLst>
              </a:blip>
              <a:srcRect/>
              <a:stretch>
                <a:fillRect/>
              </a:stretch>
            </p:blipFill>
            <p:spPr bwMode="auto">
              <a:xfrm>
                <a:off x="3149" y="317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 name="Picture 1139">
                <a:extLst>
                  <a:ext uri="{FF2B5EF4-FFF2-40B4-BE49-F238E27FC236}">
                    <a16:creationId xmlns:a16="http://schemas.microsoft.com/office/drawing/2014/main" id="{0F816D72-74FA-41EE-A968-1AAE84EB9881}"/>
                  </a:ext>
                </a:extLst>
              </p:cNvPr>
              <p:cNvPicPr>
                <a:picLocks noChangeAspect="1" noChangeArrowheads="1"/>
              </p:cNvPicPr>
              <p:nvPr/>
            </p:nvPicPr>
            <p:blipFill>
              <a:blip r:embed="rId272">
                <a:extLst>
                  <a:ext uri="{28A0092B-C50C-407E-A947-70E740481C1C}">
                    <a14:useLocalDpi xmlns:a14="http://schemas.microsoft.com/office/drawing/2010/main" val="0"/>
                  </a:ext>
                </a:extLst>
              </a:blip>
              <a:srcRect/>
              <a:stretch>
                <a:fillRect/>
              </a:stretch>
            </p:blipFill>
            <p:spPr bwMode="auto">
              <a:xfrm>
                <a:off x="3149" y="317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 name="Picture 1140">
                <a:extLst>
                  <a:ext uri="{FF2B5EF4-FFF2-40B4-BE49-F238E27FC236}">
                    <a16:creationId xmlns:a16="http://schemas.microsoft.com/office/drawing/2014/main" id="{1A21BC7D-7DBF-4620-A7ED-7E97D5F1FF68}"/>
                  </a:ext>
                </a:extLst>
              </p:cNvPr>
              <p:cNvPicPr>
                <a:picLocks noChangeAspect="1" noChangeArrowheads="1"/>
              </p:cNvPicPr>
              <p:nvPr/>
            </p:nvPicPr>
            <p:blipFill>
              <a:blip r:embed="rId273">
                <a:extLst>
                  <a:ext uri="{28A0092B-C50C-407E-A947-70E740481C1C}">
                    <a14:useLocalDpi xmlns:a14="http://schemas.microsoft.com/office/drawing/2010/main" val="0"/>
                  </a:ext>
                </a:extLst>
              </a:blip>
              <a:srcRect/>
              <a:stretch>
                <a:fillRect/>
              </a:stretch>
            </p:blipFill>
            <p:spPr bwMode="auto">
              <a:xfrm>
                <a:off x="3149" y="317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 name="Picture 1141">
                <a:extLst>
                  <a:ext uri="{FF2B5EF4-FFF2-40B4-BE49-F238E27FC236}">
                    <a16:creationId xmlns:a16="http://schemas.microsoft.com/office/drawing/2014/main" id="{79BDBFB2-5997-4A5A-B535-AD87FD7ED339}"/>
                  </a:ext>
                </a:extLst>
              </p:cNvPr>
              <p:cNvPicPr>
                <a:picLocks noChangeAspect="1" noChangeArrowheads="1"/>
              </p:cNvPicPr>
              <p:nvPr/>
            </p:nvPicPr>
            <p:blipFill>
              <a:blip r:embed="rId274">
                <a:extLst>
                  <a:ext uri="{28A0092B-C50C-407E-A947-70E740481C1C}">
                    <a14:useLocalDpi xmlns:a14="http://schemas.microsoft.com/office/drawing/2010/main" val="0"/>
                  </a:ext>
                </a:extLst>
              </a:blip>
              <a:srcRect/>
              <a:stretch>
                <a:fillRect/>
              </a:stretch>
            </p:blipFill>
            <p:spPr bwMode="auto">
              <a:xfrm>
                <a:off x="3149" y="317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Picture 1142">
                <a:extLst>
                  <a:ext uri="{FF2B5EF4-FFF2-40B4-BE49-F238E27FC236}">
                    <a16:creationId xmlns:a16="http://schemas.microsoft.com/office/drawing/2014/main" id="{588946CB-24EF-436F-B251-771148D8B6E3}"/>
                  </a:ext>
                </a:extLst>
              </p:cNvPr>
              <p:cNvPicPr>
                <a:picLocks noChangeAspect="1" noChangeArrowheads="1"/>
              </p:cNvPicPr>
              <p:nvPr/>
            </p:nvPicPr>
            <p:blipFill>
              <a:blip r:embed="rId275">
                <a:extLst>
                  <a:ext uri="{28A0092B-C50C-407E-A947-70E740481C1C}">
                    <a14:useLocalDpi xmlns:a14="http://schemas.microsoft.com/office/drawing/2010/main" val="0"/>
                  </a:ext>
                </a:extLst>
              </a:blip>
              <a:srcRect/>
              <a:stretch>
                <a:fillRect/>
              </a:stretch>
            </p:blipFill>
            <p:spPr bwMode="auto">
              <a:xfrm>
                <a:off x="3149" y="317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 name="Picture 1143">
                <a:extLst>
                  <a:ext uri="{FF2B5EF4-FFF2-40B4-BE49-F238E27FC236}">
                    <a16:creationId xmlns:a16="http://schemas.microsoft.com/office/drawing/2014/main" id="{342DF6BA-5C5D-4A5A-9166-80AE02382A44}"/>
                  </a:ext>
                </a:extLst>
              </p:cNvPr>
              <p:cNvPicPr>
                <a:picLocks noChangeAspect="1" noChangeArrowheads="1"/>
              </p:cNvPicPr>
              <p:nvPr/>
            </p:nvPicPr>
            <p:blipFill>
              <a:blip r:embed="rId276">
                <a:extLst>
                  <a:ext uri="{28A0092B-C50C-407E-A947-70E740481C1C}">
                    <a14:useLocalDpi xmlns:a14="http://schemas.microsoft.com/office/drawing/2010/main" val="0"/>
                  </a:ext>
                </a:extLst>
              </a:blip>
              <a:srcRect/>
              <a:stretch>
                <a:fillRect/>
              </a:stretch>
            </p:blipFill>
            <p:spPr bwMode="auto">
              <a:xfrm>
                <a:off x="3149" y="318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Picture 1144">
                <a:extLst>
                  <a:ext uri="{FF2B5EF4-FFF2-40B4-BE49-F238E27FC236}">
                    <a16:creationId xmlns:a16="http://schemas.microsoft.com/office/drawing/2014/main" id="{6A02F2F4-23D5-4C04-8DE8-CDC32BE67615}"/>
                  </a:ext>
                </a:extLst>
              </p:cNvPr>
              <p:cNvPicPr>
                <a:picLocks noChangeAspect="1" noChangeArrowheads="1"/>
              </p:cNvPicPr>
              <p:nvPr/>
            </p:nvPicPr>
            <p:blipFill>
              <a:blip r:embed="rId277">
                <a:extLst>
                  <a:ext uri="{28A0092B-C50C-407E-A947-70E740481C1C}">
                    <a14:useLocalDpi xmlns:a14="http://schemas.microsoft.com/office/drawing/2010/main" val="0"/>
                  </a:ext>
                </a:extLst>
              </a:blip>
              <a:srcRect/>
              <a:stretch>
                <a:fillRect/>
              </a:stretch>
            </p:blipFill>
            <p:spPr bwMode="auto">
              <a:xfrm>
                <a:off x="3148" y="3181"/>
                <a:ext cx="10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 name="Picture 1145">
                <a:extLst>
                  <a:ext uri="{FF2B5EF4-FFF2-40B4-BE49-F238E27FC236}">
                    <a16:creationId xmlns:a16="http://schemas.microsoft.com/office/drawing/2014/main" id="{9D45CEC9-06CA-4665-BF43-AB9B2AD3DFB8}"/>
                  </a:ext>
                </a:extLst>
              </p:cNvPr>
              <p:cNvPicPr>
                <a:picLocks noChangeAspect="1" noChangeArrowheads="1"/>
              </p:cNvPicPr>
              <p:nvPr/>
            </p:nvPicPr>
            <p:blipFill>
              <a:blip r:embed="rId278">
                <a:extLst>
                  <a:ext uri="{28A0092B-C50C-407E-A947-70E740481C1C}">
                    <a14:useLocalDpi xmlns:a14="http://schemas.microsoft.com/office/drawing/2010/main" val="0"/>
                  </a:ext>
                </a:extLst>
              </a:blip>
              <a:srcRect/>
              <a:stretch>
                <a:fillRect/>
              </a:stretch>
            </p:blipFill>
            <p:spPr bwMode="auto">
              <a:xfrm>
                <a:off x="3148" y="3182"/>
                <a:ext cx="1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 name="Picture 1146">
                <a:extLst>
                  <a:ext uri="{FF2B5EF4-FFF2-40B4-BE49-F238E27FC236}">
                    <a16:creationId xmlns:a16="http://schemas.microsoft.com/office/drawing/2014/main" id="{9A6840CA-0908-4E4B-AA90-B8A25788FE66}"/>
                  </a:ext>
                </a:extLst>
              </p:cNvPr>
              <p:cNvPicPr>
                <a:picLocks noChangeAspect="1" noChangeArrowheads="1"/>
              </p:cNvPicPr>
              <p:nvPr/>
            </p:nvPicPr>
            <p:blipFill>
              <a:blip r:embed="rId279">
                <a:extLst>
                  <a:ext uri="{28A0092B-C50C-407E-A947-70E740481C1C}">
                    <a14:useLocalDpi xmlns:a14="http://schemas.microsoft.com/office/drawing/2010/main" val="0"/>
                  </a:ext>
                </a:extLst>
              </a:blip>
              <a:srcRect/>
              <a:stretch>
                <a:fillRect/>
              </a:stretch>
            </p:blipFill>
            <p:spPr bwMode="auto">
              <a:xfrm>
                <a:off x="3147" y="3183"/>
                <a:ext cx="10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1147">
                <a:extLst>
                  <a:ext uri="{FF2B5EF4-FFF2-40B4-BE49-F238E27FC236}">
                    <a16:creationId xmlns:a16="http://schemas.microsoft.com/office/drawing/2014/main" id="{E8270E9F-C902-455E-9FAE-3D0AFA1B109F}"/>
                  </a:ext>
                </a:extLst>
              </p:cNvPr>
              <p:cNvPicPr>
                <a:picLocks noChangeAspect="1" noChangeArrowheads="1"/>
              </p:cNvPicPr>
              <p:nvPr/>
            </p:nvPicPr>
            <p:blipFill>
              <a:blip r:embed="rId280">
                <a:extLst>
                  <a:ext uri="{28A0092B-C50C-407E-A947-70E740481C1C}">
                    <a14:useLocalDpi xmlns:a14="http://schemas.microsoft.com/office/drawing/2010/main" val="0"/>
                  </a:ext>
                </a:extLst>
              </a:blip>
              <a:srcRect/>
              <a:stretch>
                <a:fillRect/>
              </a:stretch>
            </p:blipFill>
            <p:spPr bwMode="auto">
              <a:xfrm>
                <a:off x="3147" y="3184"/>
                <a:ext cx="10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 name="Picture 1148">
                <a:extLst>
                  <a:ext uri="{FF2B5EF4-FFF2-40B4-BE49-F238E27FC236}">
                    <a16:creationId xmlns:a16="http://schemas.microsoft.com/office/drawing/2014/main" id="{2B2239FC-BBA9-43BE-9E7F-064119FBBD11}"/>
                  </a:ext>
                </a:extLst>
              </p:cNvPr>
              <p:cNvPicPr>
                <a:picLocks noChangeAspect="1" noChangeArrowheads="1"/>
              </p:cNvPicPr>
              <p:nvPr/>
            </p:nvPicPr>
            <p:blipFill>
              <a:blip r:embed="rId281">
                <a:extLst>
                  <a:ext uri="{28A0092B-C50C-407E-A947-70E740481C1C}">
                    <a14:useLocalDpi xmlns:a14="http://schemas.microsoft.com/office/drawing/2010/main" val="0"/>
                  </a:ext>
                </a:extLst>
              </a:blip>
              <a:srcRect/>
              <a:stretch>
                <a:fillRect/>
              </a:stretch>
            </p:blipFill>
            <p:spPr bwMode="auto">
              <a:xfrm>
                <a:off x="3146" y="3185"/>
                <a:ext cx="11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 name="Picture 1149">
                <a:extLst>
                  <a:ext uri="{FF2B5EF4-FFF2-40B4-BE49-F238E27FC236}">
                    <a16:creationId xmlns:a16="http://schemas.microsoft.com/office/drawing/2014/main" id="{6A3D318B-DF01-441C-B805-D91673CE05DD}"/>
                  </a:ext>
                </a:extLst>
              </p:cNvPr>
              <p:cNvPicPr>
                <a:picLocks noChangeAspect="1" noChangeArrowheads="1"/>
              </p:cNvPicPr>
              <p:nvPr/>
            </p:nvPicPr>
            <p:blipFill>
              <a:blip r:embed="rId282">
                <a:extLst>
                  <a:ext uri="{28A0092B-C50C-407E-A947-70E740481C1C}">
                    <a14:useLocalDpi xmlns:a14="http://schemas.microsoft.com/office/drawing/2010/main" val="0"/>
                  </a:ext>
                </a:extLst>
              </a:blip>
              <a:srcRect/>
              <a:stretch>
                <a:fillRect/>
              </a:stretch>
            </p:blipFill>
            <p:spPr bwMode="auto">
              <a:xfrm>
                <a:off x="3146" y="3186"/>
                <a:ext cx="11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1150">
                <a:extLst>
                  <a:ext uri="{FF2B5EF4-FFF2-40B4-BE49-F238E27FC236}">
                    <a16:creationId xmlns:a16="http://schemas.microsoft.com/office/drawing/2014/main" id="{ED85759A-B098-466C-93D9-6A07425B8514}"/>
                  </a:ext>
                </a:extLst>
              </p:cNvPr>
              <p:cNvPicPr>
                <a:picLocks noChangeAspect="1" noChangeArrowheads="1"/>
              </p:cNvPicPr>
              <p:nvPr/>
            </p:nvPicPr>
            <p:blipFill>
              <a:blip r:embed="rId283">
                <a:extLst>
                  <a:ext uri="{28A0092B-C50C-407E-A947-70E740481C1C}">
                    <a14:useLocalDpi xmlns:a14="http://schemas.microsoft.com/office/drawing/2010/main" val="0"/>
                  </a:ext>
                </a:extLst>
              </a:blip>
              <a:srcRect/>
              <a:stretch>
                <a:fillRect/>
              </a:stretch>
            </p:blipFill>
            <p:spPr bwMode="auto">
              <a:xfrm>
                <a:off x="3146" y="3187"/>
                <a:ext cx="1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Picture 1151">
                <a:extLst>
                  <a:ext uri="{FF2B5EF4-FFF2-40B4-BE49-F238E27FC236}">
                    <a16:creationId xmlns:a16="http://schemas.microsoft.com/office/drawing/2014/main" id="{9ED8C59B-C422-46EB-B396-E10BFCDF0AD2}"/>
                  </a:ext>
                </a:extLst>
              </p:cNvPr>
              <p:cNvPicPr>
                <a:picLocks noChangeAspect="1" noChangeArrowheads="1"/>
              </p:cNvPicPr>
              <p:nvPr/>
            </p:nvPicPr>
            <p:blipFill>
              <a:blip r:embed="rId284">
                <a:extLst>
                  <a:ext uri="{28A0092B-C50C-407E-A947-70E740481C1C}">
                    <a14:useLocalDpi xmlns:a14="http://schemas.microsoft.com/office/drawing/2010/main" val="0"/>
                  </a:ext>
                </a:extLst>
              </a:blip>
              <a:srcRect/>
              <a:stretch>
                <a:fillRect/>
              </a:stretch>
            </p:blipFill>
            <p:spPr bwMode="auto">
              <a:xfrm>
                <a:off x="3145" y="3188"/>
                <a:ext cx="1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 name="Picture 1152">
                <a:extLst>
                  <a:ext uri="{FF2B5EF4-FFF2-40B4-BE49-F238E27FC236}">
                    <a16:creationId xmlns:a16="http://schemas.microsoft.com/office/drawing/2014/main" id="{09714965-98D8-4ECD-A262-067FA8789A62}"/>
                  </a:ext>
                </a:extLst>
              </p:cNvPr>
              <p:cNvPicPr>
                <a:picLocks noChangeAspect="1" noChangeArrowheads="1"/>
              </p:cNvPicPr>
              <p:nvPr/>
            </p:nvPicPr>
            <p:blipFill>
              <a:blip r:embed="rId285">
                <a:extLst>
                  <a:ext uri="{28A0092B-C50C-407E-A947-70E740481C1C}">
                    <a14:useLocalDpi xmlns:a14="http://schemas.microsoft.com/office/drawing/2010/main" val="0"/>
                  </a:ext>
                </a:extLst>
              </a:blip>
              <a:srcRect/>
              <a:stretch>
                <a:fillRect/>
              </a:stretch>
            </p:blipFill>
            <p:spPr bwMode="auto">
              <a:xfrm>
                <a:off x="3145" y="3189"/>
                <a:ext cx="1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 name="Picture 1153">
                <a:extLst>
                  <a:ext uri="{FF2B5EF4-FFF2-40B4-BE49-F238E27FC236}">
                    <a16:creationId xmlns:a16="http://schemas.microsoft.com/office/drawing/2014/main" id="{5534970E-71B8-417E-8654-31B5BE0F1FDF}"/>
                  </a:ext>
                </a:extLst>
              </p:cNvPr>
              <p:cNvPicPr>
                <a:picLocks noChangeAspect="1" noChangeArrowheads="1"/>
              </p:cNvPicPr>
              <p:nvPr/>
            </p:nvPicPr>
            <p:blipFill>
              <a:blip r:embed="rId286">
                <a:extLst>
                  <a:ext uri="{28A0092B-C50C-407E-A947-70E740481C1C}">
                    <a14:useLocalDpi xmlns:a14="http://schemas.microsoft.com/office/drawing/2010/main" val="0"/>
                  </a:ext>
                </a:extLst>
              </a:blip>
              <a:srcRect/>
              <a:stretch>
                <a:fillRect/>
              </a:stretch>
            </p:blipFill>
            <p:spPr bwMode="auto">
              <a:xfrm>
                <a:off x="3144" y="3190"/>
                <a:ext cx="1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 name="Picture 1154">
                <a:extLst>
                  <a:ext uri="{FF2B5EF4-FFF2-40B4-BE49-F238E27FC236}">
                    <a16:creationId xmlns:a16="http://schemas.microsoft.com/office/drawing/2014/main" id="{F3E6FA8D-6FF0-4A71-B5B8-69943BB8FBEA}"/>
                  </a:ext>
                </a:extLst>
              </p:cNvPr>
              <p:cNvPicPr>
                <a:picLocks noChangeAspect="1" noChangeArrowheads="1"/>
              </p:cNvPicPr>
              <p:nvPr/>
            </p:nvPicPr>
            <p:blipFill>
              <a:blip r:embed="rId287">
                <a:extLst>
                  <a:ext uri="{28A0092B-C50C-407E-A947-70E740481C1C}">
                    <a14:useLocalDpi xmlns:a14="http://schemas.microsoft.com/office/drawing/2010/main" val="0"/>
                  </a:ext>
                </a:extLst>
              </a:blip>
              <a:srcRect/>
              <a:stretch>
                <a:fillRect/>
              </a:stretch>
            </p:blipFill>
            <p:spPr bwMode="auto">
              <a:xfrm>
                <a:off x="3144" y="3191"/>
                <a:ext cx="1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 name="Picture 1155">
                <a:extLst>
                  <a:ext uri="{FF2B5EF4-FFF2-40B4-BE49-F238E27FC236}">
                    <a16:creationId xmlns:a16="http://schemas.microsoft.com/office/drawing/2014/main" id="{D1530D8C-5091-4369-ADA0-57B3BCEA592C}"/>
                  </a:ext>
                </a:extLst>
              </p:cNvPr>
              <p:cNvPicPr>
                <a:picLocks noChangeAspect="1" noChangeArrowheads="1"/>
              </p:cNvPicPr>
              <p:nvPr/>
            </p:nvPicPr>
            <p:blipFill>
              <a:blip r:embed="rId288">
                <a:extLst>
                  <a:ext uri="{28A0092B-C50C-407E-A947-70E740481C1C}">
                    <a14:useLocalDpi xmlns:a14="http://schemas.microsoft.com/office/drawing/2010/main" val="0"/>
                  </a:ext>
                </a:extLst>
              </a:blip>
              <a:srcRect/>
              <a:stretch>
                <a:fillRect/>
              </a:stretch>
            </p:blipFill>
            <p:spPr bwMode="auto">
              <a:xfrm>
                <a:off x="3144" y="3192"/>
                <a:ext cx="1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 name="Picture 1156">
                <a:extLst>
                  <a:ext uri="{FF2B5EF4-FFF2-40B4-BE49-F238E27FC236}">
                    <a16:creationId xmlns:a16="http://schemas.microsoft.com/office/drawing/2014/main" id="{6B71460E-7FC1-4F3D-A09D-04B630AAB7AC}"/>
                  </a:ext>
                </a:extLst>
              </p:cNvPr>
              <p:cNvPicPr>
                <a:picLocks noChangeAspect="1" noChangeArrowheads="1"/>
              </p:cNvPicPr>
              <p:nvPr/>
            </p:nvPicPr>
            <p:blipFill>
              <a:blip r:embed="rId289">
                <a:extLst>
                  <a:ext uri="{28A0092B-C50C-407E-A947-70E740481C1C}">
                    <a14:useLocalDpi xmlns:a14="http://schemas.microsoft.com/office/drawing/2010/main" val="0"/>
                  </a:ext>
                </a:extLst>
              </a:blip>
              <a:srcRect/>
              <a:stretch>
                <a:fillRect/>
              </a:stretch>
            </p:blipFill>
            <p:spPr bwMode="auto">
              <a:xfrm>
                <a:off x="3143" y="3193"/>
                <a:ext cx="1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 name="Picture 1157">
                <a:extLst>
                  <a:ext uri="{FF2B5EF4-FFF2-40B4-BE49-F238E27FC236}">
                    <a16:creationId xmlns:a16="http://schemas.microsoft.com/office/drawing/2014/main" id="{4B06A3DE-E8B4-492D-9355-71E9113FB5C7}"/>
                  </a:ext>
                </a:extLst>
              </p:cNvPr>
              <p:cNvPicPr>
                <a:picLocks noChangeAspect="1" noChangeArrowheads="1"/>
              </p:cNvPicPr>
              <p:nvPr/>
            </p:nvPicPr>
            <p:blipFill>
              <a:blip r:embed="rId290">
                <a:extLst>
                  <a:ext uri="{28A0092B-C50C-407E-A947-70E740481C1C}">
                    <a14:useLocalDpi xmlns:a14="http://schemas.microsoft.com/office/drawing/2010/main" val="0"/>
                  </a:ext>
                </a:extLst>
              </a:blip>
              <a:srcRect/>
              <a:stretch>
                <a:fillRect/>
              </a:stretch>
            </p:blipFill>
            <p:spPr bwMode="auto">
              <a:xfrm>
                <a:off x="3143" y="3194"/>
                <a:ext cx="1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 name="Picture 1158">
                <a:extLst>
                  <a:ext uri="{FF2B5EF4-FFF2-40B4-BE49-F238E27FC236}">
                    <a16:creationId xmlns:a16="http://schemas.microsoft.com/office/drawing/2014/main" id="{BC5EAA9F-0A4E-46A5-A324-FEDC8D135676}"/>
                  </a:ext>
                </a:extLst>
              </p:cNvPr>
              <p:cNvPicPr>
                <a:picLocks noChangeAspect="1" noChangeArrowheads="1"/>
              </p:cNvPicPr>
              <p:nvPr/>
            </p:nvPicPr>
            <p:blipFill>
              <a:blip r:embed="rId291">
                <a:extLst>
                  <a:ext uri="{28A0092B-C50C-407E-A947-70E740481C1C}">
                    <a14:useLocalDpi xmlns:a14="http://schemas.microsoft.com/office/drawing/2010/main" val="0"/>
                  </a:ext>
                </a:extLst>
              </a:blip>
              <a:srcRect/>
              <a:stretch>
                <a:fillRect/>
              </a:stretch>
            </p:blipFill>
            <p:spPr bwMode="auto">
              <a:xfrm>
                <a:off x="3143" y="3195"/>
                <a:ext cx="1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 name="Picture 1159">
                <a:extLst>
                  <a:ext uri="{FF2B5EF4-FFF2-40B4-BE49-F238E27FC236}">
                    <a16:creationId xmlns:a16="http://schemas.microsoft.com/office/drawing/2014/main" id="{56C70DF7-5DA9-4E75-81D7-7EE8D9A17355}"/>
                  </a:ext>
                </a:extLst>
              </p:cNvPr>
              <p:cNvPicPr>
                <a:picLocks noChangeAspect="1" noChangeArrowheads="1"/>
              </p:cNvPicPr>
              <p:nvPr/>
            </p:nvPicPr>
            <p:blipFill>
              <a:blip r:embed="rId292">
                <a:extLst>
                  <a:ext uri="{28A0092B-C50C-407E-A947-70E740481C1C}">
                    <a14:useLocalDpi xmlns:a14="http://schemas.microsoft.com/office/drawing/2010/main" val="0"/>
                  </a:ext>
                </a:extLst>
              </a:blip>
              <a:srcRect/>
              <a:stretch>
                <a:fillRect/>
              </a:stretch>
            </p:blipFill>
            <p:spPr bwMode="auto">
              <a:xfrm>
                <a:off x="3143" y="3196"/>
                <a:ext cx="1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1160">
                <a:extLst>
                  <a:ext uri="{FF2B5EF4-FFF2-40B4-BE49-F238E27FC236}">
                    <a16:creationId xmlns:a16="http://schemas.microsoft.com/office/drawing/2014/main" id="{B819DC7B-8B92-47EA-953D-FDE05D304785}"/>
                  </a:ext>
                </a:extLst>
              </p:cNvPr>
              <p:cNvPicPr>
                <a:picLocks noChangeAspect="1" noChangeArrowheads="1"/>
              </p:cNvPicPr>
              <p:nvPr/>
            </p:nvPicPr>
            <p:blipFill>
              <a:blip r:embed="rId293">
                <a:extLst>
                  <a:ext uri="{28A0092B-C50C-407E-A947-70E740481C1C}">
                    <a14:useLocalDpi xmlns:a14="http://schemas.microsoft.com/office/drawing/2010/main" val="0"/>
                  </a:ext>
                </a:extLst>
              </a:blip>
              <a:srcRect/>
              <a:stretch>
                <a:fillRect/>
              </a:stretch>
            </p:blipFill>
            <p:spPr bwMode="auto">
              <a:xfrm>
                <a:off x="3142" y="3197"/>
                <a:ext cx="1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 name="Picture 1161">
                <a:extLst>
                  <a:ext uri="{FF2B5EF4-FFF2-40B4-BE49-F238E27FC236}">
                    <a16:creationId xmlns:a16="http://schemas.microsoft.com/office/drawing/2014/main" id="{85168B8B-20C1-48FF-A7BF-C4C24B2FAC34}"/>
                  </a:ext>
                </a:extLst>
              </p:cNvPr>
              <p:cNvPicPr>
                <a:picLocks noChangeAspect="1" noChangeArrowheads="1"/>
              </p:cNvPicPr>
              <p:nvPr/>
            </p:nvPicPr>
            <p:blipFill>
              <a:blip r:embed="rId294">
                <a:extLst>
                  <a:ext uri="{28A0092B-C50C-407E-A947-70E740481C1C}">
                    <a14:useLocalDpi xmlns:a14="http://schemas.microsoft.com/office/drawing/2010/main" val="0"/>
                  </a:ext>
                </a:extLst>
              </a:blip>
              <a:srcRect/>
              <a:stretch>
                <a:fillRect/>
              </a:stretch>
            </p:blipFill>
            <p:spPr bwMode="auto">
              <a:xfrm>
                <a:off x="3142" y="3198"/>
                <a:ext cx="1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 name="Picture 1162">
                <a:extLst>
                  <a:ext uri="{FF2B5EF4-FFF2-40B4-BE49-F238E27FC236}">
                    <a16:creationId xmlns:a16="http://schemas.microsoft.com/office/drawing/2014/main" id="{E12F6E4F-BB3B-4F74-864E-F47A544953AA}"/>
                  </a:ext>
                </a:extLst>
              </p:cNvPr>
              <p:cNvPicPr>
                <a:picLocks noChangeAspect="1" noChangeArrowheads="1"/>
              </p:cNvPicPr>
              <p:nvPr/>
            </p:nvPicPr>
            <p:blipFill>
              <a:blip r:embed="rId295">
                <a:extLst>
                  <a:ext uri="{28A0092B-C50C-407E-A947-70E740481C1C}">
                    <a14:useLocalDpi xmlns:a14="http://schemas.microsoft.com/office/drawing/2010/main" val="0"/>
                  </a:ext>
                </a:extLst>
              </a:blip>
              <a:srcRect/>
              <a:stretch>
                <a:fillRect/>
              </a:stretch>
            </p:blipFill>
            <p:spPr bwMode="auto">
              <a:xfrm>
                <a:off x="3142" y="3199"/>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 name="Picture 1163">
                <a:extLst>
                  <a:ext uri="{FF2B5EF4-FFF2-40B4-BE49-F238E27FC236}">
                    <a16:creationId xmlns:a16="http://schemas.microsoft.com/office/drawing/2014/main" id="{2948ED02-865C-48C2-8E6C-260EEE12674E}"/>
                  </a:ext>
                </a:extLst>
              </p:cNvPr>
              <p:cNvPicPr>
                <a:picLocks noChangeAspect="1" noChangeArrowheads="1"/>
              </p:cNvPicPr>
              <p:nvPr/>
            </p:nvPicPr>
            <p:blipFill>
              <a:blip r:embed="rId296">
                <a:extLst>
                  <a:ext uri="{28A0092B-C50C-407E-A947-70E740481C1C}">
                    <a14:useLocalDpi xmlns:a14="http://schemas.microsoft.com/office/drawing/2010/main" val="0"/>
                  </a:ext>
                </a:extLst>
              </a:blip>
              <a:srcRect/>
              <a:stretch>
                <a:fillRect/>
              </a:stretch>
            </p:blipFill>
            <p:spPr bwMode="auto">
              <a:xfrm>
                <a:off x="3142" y="3200"/>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 name="Picture 1164">
                <a:extLst>
                  <a:ext uri="{FF2B5EF4-FFF2-40B4-BE49-F238E27FC236}">
                    <a16:creationId xmlns:a16="http://schemas.microsoft.com/office/drawing/2014/main" id="{04F0780E-C0CC-4F47-A048-88650A9120CA}"/>
                  </a:ext>
                </a:extLst>
              </p:cNvPr>
              <p:cNvPicPr>
                <a:picLocks noChangeAspect="1" noChangeArrowheads="1"/>
              </p:cNvPicPr>
              <p:nvPr/>
            </p:nvPicPr>
            <p:blipFill>
              <a:blip r:embed="rId297">
                <a:extLst>
                  <a:ext uri="{28A0092B-C50C-407E-A947-70E740481C1C}">
                    <a14:useLocalDpi xmlns:a14="http://schemas.microsoft.com/office/drawing/2010/main" val="0"/>
                  </a:ext>
                </a:extLst>
              </a:blip>
              <a:srcRect/>
              <a:stretch>
                <a:fillRect/>
              </a:stretch>
            </p:blipFill>
            <p:spPr bwMode="auto">
              <a:xfrm>
                <a:off x="3141" y="3200"/>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 name="Picture 1165">
                <a:extLst>
                  <a:ext uri="{FF2B5EF4-FFF2-40B4-BE49-F238E27FC236}">
                    <a16:creationId xmlns:a16="http://schemas.microsoft.com/office/drawing/2014/main" id="{F57058F6-D273-4618-B7F3-7E0406587ACC}"/>
                  </a:ext>
                </a:extLst>
              </p:cNvPr>
              <p:cNvPicPr>
                <a:picLocks noChangeAspect="1" noChangeArrowheads="1"/>
              </p:cNvPicPr>
              <p:nvPr/>
            </p:nvPicPr>
            <p:blipFill>
              <a:blip r:embed="rId298">
                <a:extLst>
                  <a:ext uri="{28A0092B-C50C-407E-A947-70E740481C1C}">
                    <a14:useLocalDpi xmlns:a14="http://schemas.microsoft.com/office/drawing/2010/main" val="0"/>
                  </a:ext>
                </a:extLst>
              </a:blip>
              <a:srcRect/>
              <a:stretch>
                <a:fillRect/>
              </a:stretch>
            </p:blipFill>
            <p:spPr bwMode="auto">
              <a:xfrm>
                <a:off x="3141" y="3201"/>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 name="Picture 1166">
                <a:extLst>
                  <a:ext uri="{FF2B5EF4-FFF2-40B4-BE49-F238E27FC236}">
                    <a16:creationId xmlns:a16="http://schemas.microsoft.com/office/drawing/2014/main" id="{E1D906E5-E890-4AEE-B8DD-5043C287D041}"/>
                  </a:ext>
                </a:extLst>
              </p:cNvPr>
              <p:cNvPicPr>
                <a:picLocks noChangeAspect="1" noChangeArrowheads="1"/>
              </p:cNvPicPr>
              <p:nvPr/>
            </p:nvPicPr>
            <p:blipFill>
              <a:blip r:embed="rId299">
                <a:extLst>
                  <a:ext uri="{28A0092B-C50C-407E-A947-70E740481C1C}">
                    <a14:useLocalDpi xmlns:a14="http://schemas.microsoft.com/office/drawing/2010/main" val="0"/>
                  </a:ext>
                </a:extLst>
              </a:blip>
              <a:srcRect/>
              <a:stretch>
                <a:fillRect/>
              </a:stretch>
            </p:blipFill>
            <p:spPr bwMode="auto">
              <a:xfrm>
                <a:off x="3141" y="3202"/>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 name="Picture 1167">
                <a:extLst>
                  <a:ext uri="{FF2B5EF4-FFF2-40B4-BE49-F238E27FC236}">
                    <a16:creationId xmlns:a16="http://schemas.microsoft.com/office/drawing/2014/main" id="{B7A43D82-54E3-4EB7-A008-DE8686F55023}"/>
                  </a:ext>
                </a:extLst>
              </p:cNvPr>
              <p:cNvPicPr>
                <a:picLocks noChangeAspect="1" noChangeArrowheads="1"/>
              </p:cNvPicPr>
              <p:nvPr/>
            </p:nvPicPr>
            <p:blipFill>
              <a:blip r:embed="rId300">
                <a:extLst>
                  <a:ext uri="{28A0092B-C50C-407E-A947-70E740481C1C}">
                    <a14:useLocalDpi xmlns:a14="http://schemas.microsoft.com/office/drawing/2010/main" val="0"/>
                  </a:ext>
                </a:extLst>
              </a:blip>
              <a:srcRect/>
              <a:stretch>
                <a:fillRect/>
              </a:stretch>
            </p:blipFill>
            <p:spPr bwMode="auto">
              <a:xfrm>
                <a:off x="3141" y="3203"/>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 name="Picture 1168">
                <a:extLst>
                  <a:ext uri="{FF2B5EF4-FFF2-40B4-BE49-F238E27FC236}">
                    <a16:creationId xmlns:a16="http://schemas.microsoft.com/office/drawing/2014/main" id="{F4894B88-FA69-4F2D-ADEC-E2B37A351C9B}"/>
                  </a:ext>
                </a:extLst>
              </p:cNvPr>
              <p:cNvPicPr>
                <a:picLocks noChangeAspect="1" noChangeArrowheads="1"/>
              </p:cNvPicPr>
              <p:nvPr/>
            </p:nvPicPr>
            <p:blipFill>
              <a:blip r:embed="rId301">
                <a:extLst>
                  <a:ext uri="{28A0092B-C50C-407E-A947-70E740481C1C}">
                    <a14:useLocalDpi xmlns:a14="http://schemas.microsoft.com/office/drawing/2010/main" val="0"/>
                  </a:ext>
                </a:extLst>
              </a:blip>
              <a:srcRect/>
              <a:stretch>
                <a:fillRect/>
              </a:stretch>
            </p:blipFill>
            <p:spPr bwMode="auto">
              <a:xfrm>
                <a:off x="3141" y="3204"/>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 name="Picture 1169">
                <a:extLst>
                  <a:ext uri="{FF2B5EF4-FFF2-40B4-BE49-F238E27FC236}">
                    <a16:creationId xmlns:a16="http://schemas.microsoft.com/office/drawing/2014/main" id="{3A5BEABA-96DA-4928-B160-08520878497D}"/>
                  </a:ext>
                </a:extLst>
              </p:cNvPr>
              <p:cNvPicPr>
                <a:picLocks noChangeAspect="1" noChangeArrowheads="1"/>
              </p:cNvPicPr>
              <p:nvPr/>
            </p:nvPicPr>
            <p:blipFill>
              <a:blip r:embed="rId302">
                <a:extLst>
                  <a:ext uri="{28A0092B-C50C-407E-A947-70E740481C1C}">
                    <a14:useLocalDpi xmlns:a14="http://schemas.microsoft.com/office/drawing/2010/main" val="0"/>
                  </a:ext>
                </a:extLst>
              </a:blip>
              <a:srcRect/>
              <a:stretch>
                <a:fillRect/>
              </a:stretch>
            </p:blipFill>
            <p:spPr bwMode="auto">
              <a:xfrm>
                <a:off x="3141" y="3205"/>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 name="Picture 1170">
                <a:extLst>
                  <a:ext uri="{FF2B5EF4-FFF2-40B4-BE49-F238E27FC236}">
                    <a16:creationId xmlns:a16="http://schemas.microsoft.com/office/drawing/2014/main" id="{AB06FA3A-39AC-42ED-A8BC-D2C2DFECFBB3}"/>
                  </a:ext>
                </a:extLst>
              </p:cNvPr>
              <p:cNvPicPr>
                <a:picLocks noChangeAspect="1" noChangeArrowheads="1"/>
              </p:cNvPicPr>
              <p:nvPr/>
            </p:nvPicPr>
            <p:blipFill>
              <a:blip r:embed="rId303">
                <a:extLst>
                  <a:ext uri="{28A0092B-C50C-407E-A947-70E740481C1C}">
                    <a14:useLocalDpi xmlns:a14="http://schemas.microsoft.com/office/drawing/2010/main" val="0"/>
                  </a:ext>
                </a:extLst>
              </a:blip>
              <a:srcRect/>
              <a:stretch>
                <a:fillRect/>
              </a:stretch>
            </p:blipFill>
            <p:spPr bwMode="auto">
              <a:xfrm>
                <a:off x="3141" y="3206"/>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 name="Picture 1171">
                <a:extLst>
                  <a:ext uri="{FF2B5EF4-FFF2-40B4-BE49-F238E27FC236}">
                    <a16:creationId xmlns:a16="http://schemas.microsoft.com/office/drawing/2014/main" id="{F86A2ED8-9429-422F-A5F5-3E941050EFC4}"/>
                  </a:ext>
                </a:extLst>
              </p:cNvPr>
              <p:cNvPicPr>
                <a:picLocks noChangeAspect="1" noChangeArrowheads="1"/>
              </p:cNvPicPr>
              <p:nvPr/>
            </p:nvPicPr>
            <p:blipFill>
              <a:blip r:embed="rId304">
                <a:extLst>
                  <a:ext uri="{28A0092B-C50C-407E-A947-70E740481C1C}">
                    <a14:useLocalDpi xmlns:a14="http://schemas.microsoft.com/office/drawing/2010/main" val="0"/>
                  </a:ext>
                </a:extLst>
              </a:blip>
              <a:srcRect/>
              <a:stretch>
                <a:fillRect/>
              </a:stretch>
            </p:blipFill>
            <p:spPr bwMode="auto">
              <a:xfrm>
                <a:off x="3141" y="3207"/>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 name="Picture 1172">
                <a:extLst>
                  <a:ext uri="{FF2B5EF4-FFF2-40B4-BE49-F238E27FC236}">
                    <a16:creationId xmlns:a16="http://schemas.microsoft.com/office/drawing/2014/main" id="{EE1C9396-2CCC-4B0B-A7A7-BC2AE5204556}"/>
                  </a:ext>
                </a:extLst>
              </p:cNvPr>
              <p:cNvPicPr>
                <a:picLocks noChangeAspect="1" noChangeArrowheads="1"/>
              </p:cNvPicPr>
              <p:nvPr/>
            </p:nvPicPr>
            <p:blipFill>
              <a:blip r:embed="rId305">
                <a:extLst>
                  <a:ext uri="{28A0092B-C50C-407E-A947-70E740481C1C}">
                    <a14:useLocalDpi xmlns:a14="http://schemas.microsoft.com/office/drawing/2010/main" val="0"/>
                  </a:ext>
                </a:extLst>
              </a:blip>
              <a:srcRect/>
              <a:stretch>
                <a:fillRect/>
              </a:stretch>
            </p:blipFill>
            <p:spPr bwMode="auto">
              <a:xfrm>
                <a:off x="3141" y="3208"/>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 name="Picture 1173">
                <a:extLst>
                  <a:ext uri="{FF2B5EF4-FFF2-40B4-BE49-F238E27FC236}">
                    <a16:creationId xmlns:a16="http://schemas.microsoft.com/office/drawing/2014/main" id="{626E00FC-37E9-4869-A635-B483934CD1A3}"/>
                  </a:ext>
                </a:extLst>
              </p:cNvPr>
              <p:cNvPicPr>
                <a:picLocks noChangeAspect="1" noChangeArrowheads="1"/>
              </p:cNvPicPr>
              <p:nvPr/>
            </p:nvPicPr>
            <p:blipFill>
              <a:blip r:embed="rId306">
                <a:extLst>
                  <a:ext uri="{28A0092B-C50C-407E-A947-70E740481C1C}">
                    <a14:useLocalDpi xmlns:a14="http://schemas.microsoft.com/office/drawing/2010/main" val="0"/>
                  </a:ext>
                </a:extLst>
              </a:blip>
              <a:srcRect/>
              <a:stretch>
                <a:fillRect/>
              </a:stretch>
            </p:blipFill>
            <p:spPr bwMode="auto">
              <a:xfrm>
                <a:off x="3140" y="3209"/>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 name="Picture 1174">
                <a:extLst>
                  <a:ext uri="{FF2B5EF4-FFF2-40B4-BE49-F238E27FC236}">
                    <a16:creationId xmlns:a16="http://schemas.microsoft.com/office/drawing/2014/main" id="{EA41EE51-DDF1-406D-96F5-80C2CDFE9F8D}"/>
                  </a:ext>
                </a:extLst>
              </p:cNvPr>
              <p:cNvPicPr>
                <a:picLocks noChangeAspect="1" noChangeArrowheads="1"/>
              </p:cNvPicPr>
              <p:nvPr/>
            </p:nvPicPr>
            <p:blipFill>
              <a:blip r:embed="rId307">
                <a:extLst>
                  <a:ext uri="{28A0092B-C50C-407E-A947-70E740481C1C}">
                    <a14:useLocalDpi xmlns:a14="http://schemas.microsoft.com/office/drawing/2010/main" val="0"/>
                  </a:ext>
                </a:extLst>
              </a:blip>
              <a:srcRect/>
              <a:stretch>
                <a:fillRect/>
              </a:stretch>
            </p:blipFill>
            <p:spPr bwMode="auto">
              <a:xfrm>
                <a:off x="3140" y="3210"/>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 name="Picture 1175">
                <a:extLst>
                  <a:ext uri="{FF2B5EF4-FFF2-40B4-BE49-F238E27FC236}">
                    <a16:creationId xmlns:a16="http://schemas.microsoft.com/office/drawing/2014/main" id="{DB29A007-6A72-4384-828E-F08CFE0F9F11}"/>
                  </a:ext>
                </a:extLst>
              </p:cNvPr>
              <p:cNvPicPr>
                <a:picLocks noChangeAspect="1" noChangeArrowheads="1"/>
              </p:cNvPicPr>
              <p:nvPr/>
            </p:nvPicPr>
            <p:blipFill>
              <a:blip r:embed="rId308">
                <a:extLst>
                  <a:ext uri="{28A0092B-C50C-407E-A947-70E740481C1C}">
                    <a14:useLocalDpi xmlns:a14="http://schemas.microsoft.com/office/drawing/2010/main" val="0"/>
                  </a:ext>
                </a:extLst>
              </a:blip>
              <a:srcRect/>
              <a:stretch>
                <a:fillRect/>
              </a:stretch>
            </p:blipFill>
            <p:spPr bwMode="auto">
              <a:xfrm>
                <a:off x="3140" y="3211"/>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 name="Picture 1176">
                <a:extLst>
                  <a:ext uri="{FF2B5EF4-FFF2-40B4-BE49-F238E27FC236}">
                    <a16:creationId xmlns:a16="http://schemas.microsoft.com/office/drawing/2014/main" id="{191D9EAC-A305-4A97-8EEA-0C7239632999}"/>
                  </a:ext>
                </a:extLst>
              </p:cNvPr>
              <p:cNvPicPr>
                <a:picLocks noChangeAspect="1" noChangeArrowheads="1"/>
              </p:cNvPicPr>
              <p:nvPr/>
            </p:nvPicPr>
            <p:blipFill>
              <a:blip r:embed="rId309">
                <a:extLst>
                  <a:ext uri="{28A0092B-C50C-407E-A947-70E740481C1C}">
                    <a14:useLocalDpi xmlns:a14="http://schemas.microsoft.com/office/drawing/2010/main" val="0"/>
                  </a:ext>
                </a:extLst>
              </a:blip>
              <a:srcRect/>
              <a:stretch>
                <a:fillRect/>
              </a:stretch>
            </p:blipFill>
            <p:spPr bwMode="auto">
              <a:xfrm>
                <a:off x="3140" y="3212"/>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 name="Picture 1177">
                <a:extLst>
                  <a:ext uri="{FF2B5EF4-FFF2-40B4-BE49-F238E27FC236}">
                    <a16:creationId xmlns:a16="http://schemas.microsoft.com/office/drawing/2014/main" id="{6F88547F-492F-45E8-B68F-E053B5F5A43C}"/>
                  </a:ext>
                </a:extLst>
              </p:cNvPr>
              <p:cNvPicPr>
                <a:picLocks noChangeAspect="1" noChangeArrowheads="1"/>
              </p:cNvPicPr>
              <p:nvPr/>
            </p:nvPicPr>
            <p:blipFill>
              <a:blip r:embed="rId310">
                <a:extLst>
                  <a:ext uri="{28A0092B-C50C-407E-A947-70E740481C1C}">
                    <a14:useLocalDpi xmlns:a14="http://schemas.microsoft.com/office/drawing/2010/main" val="0"/>
                  </a:ext>
                </a:extLst>
              </a:blip>
              <a:srcRect/>
              <a:stretch>
                <a:fillRect/>
              </a:stretch>
            </p:blipFill>
            <p:spPr bwMode="auto">
              <a:xfrm>
                <a:off x="3140" y="3213"/>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8" name="Picture 1178">
                <a:extLst>
                  <a:ext uri="{FF2B5EF4-FFF2-40B4-BE49-F238E27FC236}">
                    <a16:creationId xmlns:a16="http://schemas.microsoft.com/office/drawing/2014/main" id="{B223A4F4-189C-49A6-9897-7B16710F8B32}"/>
                  </a:ext>
                </a:extLst>
              </p:cNvPr>
              <p:cNvPicPr>
                <a:picLocks noChangeAspect="1" noChangeArrowheads="1"/>
              </p:cNvPicPr>
              <p:nvPr/>
            </p:nvPicPr>
            <p:blipFill>
              <a:blip r:embed="rId311">
                <a:extLst>
                  <a:ext uri="{28A0092B-C50C-407E-A947-70E740481C1C}">
                    <a14:useLocalDpi xmlns:a14="http://schemas.microsoft.com/office/drawing/2010/main" val="0"/>
                  </a:ext>
                </a:extLst>
              </a:blip>
              <a:srcRect/>
              <a:stretch>
                <a:fillRect/>
              </a:stretch>
            </p:blipFill>
            <p:spPr bwMode="auto">
              <a:xfrm>
                <a:off x="3140" y="3214"/>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 name="Picture 1179">
                <a:extLst>
                  <a:ext uri="{FF2B5EF4-FFF2-40B4-BE49-F238E27FC236}">
                    <a16:creationId xmlns:a16="http://schemas.microsoft.com/office/drawing/2014/main" id="{96BD56EE-5102-4A31-B5F3-80B25D39365A}"/>
                  </a:ext>
                </a:extLst>
              </p:cNvPr>
              <p:cNvPicPr>
                <a:picLocks noChangeAspect="1" noChangeArrowheads="1"/>
              </p:cNvPicPr>
              <p:nvPr/>
            </p:nvPicPr>
            <p:blipFill>
              <a:blip r:embed="rId312">
                <a:extLst>
                  <a:ext uri="{28A0092B-C50C-407E-A947-70E740481C1C}">
                    <a14:useLocalDpi xmlns:a14="http://schemas.microsoft.com/office/drawing/2010/main" val="0"/>
                  </a:ext>
                </a:extLst>
              </a:blip>
              <a:srcRect/>
              <a:stretch>
                <a:fillRect/>
              </a:stretch>
            </p:blipFill>
            <p:spPr bwMode="auto">
              <a:xfrm>
                <a:off x="3140" y="3215"/>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0" name="Picture 1180">
                <a:extLst>
                  <a:ext uri="{FF2B5EF4-FFF2-40B4-BE49-F238E27FC236}">
                    <a16:creationId xmlns:a16="http://schemas.microsoft.com/office/drawing/2014/main" id="{29A29C62-EEE6-482A-8275-43FFD54E60FA}"/>
                  </a:ext>
                </a:extLst>
              </p:cNvPr>
              <p:cNvPicPr>
                <a:picLocks noChangeAspect="1" noChangeArrowheads="1"/>
              </p:cNvPicPr>
              <p:nvPr/>
            </p:nvPicPr>
            <p:blipFill>
              <a:blip r:embed="rId313">
                <a:extLst>
                  <a:ext uri="{28A0092B-C50C-407E-A947-70E740481C1C}">
                    <a14:useLocalDpi xmlns:a14="http://schemas.microsoft.com/office/drawing/2010/main" val="0"/>
                  </a:ext>
                </a:extLst>
              </a:blip>
              <a:srcRect/>
              <a:stretch>
                <a:fillRect/>
              </a:stretch>
            </p:blipFill>
            <p:spPr bwMode="auto">
              <a:xfrm>
                <a:off x="3140" y="3216"/>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 name="Picture 1181">
                <a:extLst>
                  <a:ext uri="{FF2B5EF4-FFF2-40B4-BE49-F238E27FC236}">
                    <a16:creationId xmlns:a16="http://schemas.microsoft.com/office/drawing/2014/main" id="{968C5206-E61B-4F93-99BF-A3DA940A3D20}"/>
                  </a:ext>
                </a:extLst>
              </p:cNvPr>
              <p:cNvPicPr>
                <a:picLocks noChangeAspect="1" noChangeArrowheads="1"/>
              </p:cNvPicPr>
              <p:nvPr/>
            </p:nvPicPr>
            <p:blipFill>
              <a:blip r:embed="rId314">
                <a:extLst>
                  <a:ext uri="{28A0092B-C50C-407E-A947-70E740481C1C}">
                    <a14:useLocalDpi xmlns:a14="http://schemas.microsoft.com/office/drawing/2010/main" val="0"/>
                  </a:ext>
                </a:extLst>
              </a:blip>
              <a:srcRect/>
              <a:stretch>
                <a:fillRect/>
              </a:stretch>
            </p:blipFill>
            <p:spPr bwMode="auto">
              <a:xfrm>
                <a:off x="3140" y="3217"/>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 name="Picture 1182">
                <a:extLst>
                  <a:ext uri="{FF2B5EF4-FFF2-40B4-BE49-F238E27FC236}">
                    <a16:creationId xmlns:a16="http://schemas.microsoft.com/office/drawing/2014/main" id="{07716914-FF97-4D17-B269-7E20746264FD}"/>
                  </a:ext>
                </a:extLst>
              </p:cNvPr>
              <p:cNvPicPr>
                <a:picLocks noChangeAspect="1" noChangeArrowheads="1"/>
              </p:cNvPicPr>
              <p:nvPr/>
            </p:nvPicPr>
            <p:blipFill>
              <a:blip r:embed="rId315">
                <a:extLst>
                  <a:ext uri="{28A0092B-C50C-407E-A947-70E740481C1C}">
                    <a14:useLocalDpi xmlns:a14="http://schemas.microsoft.com/office/drawing/2010/main" val="0"/>
                  </a:ext>
                </a:extLst>
              </a:blip>
              <a:srcRect/>
              <a:stretch>
                <a:fillRect/>
              </a:stretch>
            </p:blipFill>
            <p:spPr bwMode="auto">
              <a:xfrm>
                <a:off x="3140" y="3218"/>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 name="Picture 1183">
                <a:extLst>
                  <a:ext uri="{FF2B5EF4-FFF2-40B4-BE49-F238E27FC236}">
                    <a16:creationId xmlns:a16="http://schemas.microsoft.com/office/drawing/2014/main" id="{F8D8B8B8-4237-4E98-BFF3-051368D75D2C}"/>
                  </a:ext>
                </a:extLst>
              </p:cNvPr>
              <p:cNvPicPr>
                <a:picLocks noChangeAspect="1" noChangeArrowheads="1"/>
              </p:cNvPicPr>
              <p:nvPr/>
            </p:nvPicPr>
            <p:blipFill>
              <a:blip r:embed="rId316">
                <a:extLst>
                  <a:ext uri="{28A0092B-C50C-407E-A947-70E740481C1C}">
                    <a14:useLocalDpi xmlns:a14="http://schemas.microsoft.com/office/drawing/2010/main" val="0"/>
                  </a:ext>
                </a:extLst>
              </a:blip>
              <a:srcRect/>
              <a:stretch>
                <a:fillRect/>
              </a:stretch>
            </p:blipFill>
            <p:spPr bwMode="auto">
              <a:xfrm>
                <a:off x="3140" y="3219"/>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1184">
                <a:extLst>
                  <a:ext uri="{FF2B5EF4-FFF2-40B4-BE49-F238E27FC236}">
                    <a16:creationId xmlns:a16="http://schemas.microsoft.com/office/drawing/2014/main" id="{892D81BC-2F0F-4FAD-9FE6-A8CD979460D1}"/>
                  </a:ext>
                </a:extLst>
              </p:cNvPr>
              <p:cNvPicPr>
                <a:picLocks noChangeAspect="1" noChangeArrowheads="1"/>
              </p:cNvPicPr>
              <p:nvPr/>
            </p:nvPicPr>
            <p:blipFill>
              <a:blip r:embed="rId317">
                <a:extLst>
                  <a:ext uri="{28A0092B-C50C-407E-A947-70E740481C1C}">
                    <a14:useLocalDpi xmlns:a14="http://schemas.microsoft.com/office/drawing/2010/main" val="0"/>
                  </a:ext>
                </a:extLst>
              </a:blip>
              <a:srcRect/>
              <a:stretch>
                <a:fillRect/>
              </a:stretch>
            </p:blipFill>
            <p:spPr bwMode="auto">
              <a:xfrm>
                <a:off x="3140" y="3220"/>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 name="Picture 1185">
                <a:extLst>
                  <a:ext uri="{FF2B5EF4-FFF2-40B4-BE49-F238E27FC236}">
                    <a16:creationId xmlns:a16="http://schemas.microsoft.com/office/drawing/2014/main" id="{509B624D-6586-4F5C-AC17-2717CE547D97}"/>
                  </a:ext>
                </a:extLst>
              </p:cNvPr>
              <p:cNvPicPr>
                <a:picLocks noChangeAspect="1" noChangeArrowheads="1"/>
              </p:cNvPicPr>
              <p:nvPr/>
            </p:nvPicPr>
            <p:blipFill>
              <a:blip r:embed="rId318">
                <a:extLst>
                  <a:ext uri="{28A0092B-C50C-407E-A947-70E740481C1C}">
                    <a14:useLocalDpi xmlns:a14="http://schemas.microsoft.com/office/drawing/2010/main" val="0"/>
                  </a:ext>
                </a:extLst>
              </a:blip>
              <a:srcRect/>
              <a:stretch>
                <a:fillRect/>
              </a:stretch>
            </p:blipFill>
            <p:spPr bwMode="auto">
              <a:xfrm>
                <a:off x="3140" y="3221"/>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 name="Picture 1186">
                <a:extLst>
                  <a:ext uri="{FF2B5EF4-FFF2-40B4-BE49-F238E27FC236}">
                    <a16:creationId xmlns:a16="http://schemas.microsoft.com/office/drawing/2014/main" id="{3160384A-4E12-4CBE-B44E-BF2B24F5E271}"/>
                  </a:ext>
                </a:extLst>
              </p:cNvPr>
              <p:cNvPicPr>
                <a:picLocks noChangeAspect="1" noChangeArrowheads="1"/>
              </p:cNvPicPr>
              <p:nvPr/>
            </p:nvPicPr>
            <p:blipFill>
              <a:blip r:embed="rId319">
                <a:extLst>
                  <a:ext uri="{28A0092B-C50C-407E-A947-70E740481C1C}">
                    <a14:useLocalDpi xmlns:a14="http://schemas.microsoft.com/office/drawing/2010/main" val="0"/>
                  </a:ext>
                </a:extLst>
              </a:blip>
              <a:srcRect/>
              <a:stretch>
                <a:fillRect/>
              </a:stretch>
            </p:blipFill>
            <p:spPr bwMode="auto">
              <a:xfrm>
                <a:off x="3140" y="3222"/>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 name="Picture 1187">
                <a:extLst>
                  <a:ext uri="{FF2B5EF4-FFF2-40B4-BE49-F238E27FC236}">
                    <a16:creationId xmlns:a16="http://schemas.microsoft.com/office/drawing/2014/main" id="{983FF9B4-C47D-413E-998F-855D1193F441}"/>
                  </a:ext>
                </a:extLst>
              </p:cNvPr>
              <p:cNvPicPr>
                <a:picLocks noChangeAspect="1" noChangeArrowheads="1"/>
              </p:cNvPicPr>
              <p:nvPr/>
            </p:nvPicPr>
            <p:blipFill>
              <a:blip r:embed="rId320">
                <a:extLst>
                  <a:ext uri="{28A0092B-C50C-407E-A947-70E740481C1C}">
                    <a14:useLocalDpi xmlns:a14="http://schemas.microsoft.com/office/drawing/2010/main" val="0"/>
                  </a:ext>
                </a:extLst>
              </a:blip>
              <a:srcRect/>
              <a:stretch>
                <a:fillRect/>
              </a:stretch>
            </p:blipFill>
            <p:spPr bwMode="auto">
              <a:xfrm>
                <a:off x="3141" y="3223"/>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 name="Picture 1188">
                <a:extLst>
                  <a:ext uri="{FF2B5EF4-FFF2-40B4-BE49-F238E27FC236}">
                    <a16:creationId xmlns:a16="http://schemas.microsoft.com/office/drawing/2014/main" id="{929F7249-686F-427A-97CC-4297EAA301FF}"/>
                  </a:ext>
                </a:extLst>
              </p:cNvPr>
              <p:cNvPicPr>
                <a:picLocks noChangeAspect="1" noChangeArrowheads="1"/>
              </p:cNvPicPr>
              <p:nvPr/>
            </p:nvPicPr>
            <p:blipFill>
              <a:blip r:embed="rId321">
                <a:extLst>
                  <a:ext uri="{28A0092B-C50C-407E-A947-70E740481C1C}">
                    <a14:useLocalDpi xmlns:a14="http://schemas.microsoft.com/office/drawing/2010/main" val="0"/>
                  </a:ext>
                </a:extLst>
              </a:blip>
              <a:srcRect/>
              <a:stretch>
                <a:fillRect/>
              </a:stretch>
            </p:blipFill>
            <p:spPr bwMode="auto">
              <a:xfrm>
                <a:off x="3141" y="3224"/>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9" name="Picture 1189">
                <a:extLst>
                  <a:ext uri="{FF2B5EF4-FFF2-40B4-BE49-F238E27FC236}">
                    <a16:creationId xmlns:a16="http://schemas.microsoft.com/office/drawing/2014/main" id="{B80570D8-9674-4F60-B65D-B57CA3CBDD93}"/>
                  </a:ext>
                </a:extLst>
              </p:cNvPr>
              <p:cNvPicPr>
                <a:picLocks noChangeAspect="1" noChangeArrowheads="1"/>
              </p:cNvPicPr>
              <p:nvPr/>
            </p:nvPicPr>
            <p:blipFill>
              <a:blip r:embed="rId322">
                <a:extLst>
                  <a:ext uri="{28A0092B-C50C-407E-A947-70E740481C1C}">
                    <a14:useLocalDpi xmlns:a14="http://schemas.microsoft.com/office/drawing/2010/main" val="0"/>
                  </a:ext>
                </a:extLst>
              </a:blip>
              <a:srcRect/>
              <a:stretch>
                <a:fillRect/>
              </a:stretch>
            </p:blipFill>
            <p:spPr bwMode="auto">
              <a:xfrm>
                <a:off x="3141" y="3224"/>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0" name="Picture 1190">
                <a:extLst>
                  <a:ext uri="{FF2B5EF4-FFF2-40B4-BE49-F238E27FC236}">
                    <a16:creationId xmlns:a16="http://schemas.microsoft.com/office/drawing/2014/main" id="{F36E6DD5-1005-4594-9789-D12FFF35FC26}"/>
                  </a:ext>
                </a:extLst>
              </p:cNvPr>
              <p:cNvPicPr>
                <a:picLocks noChangeAspect="1" noChangeArrowheads="1"/>
              </p:cNvPicPr>
              <p:nvPr/>
            </p:nvPicPr>
            <p:blipFill>
              <a:blip r:embed="rId323">
                <a:extLst>
                  <a:ext uri="{28A0092B-C50C-407E-A947-70E740481C1C}">
                    <a14:useLocalDpi xmlns:a14="http://schemas.microsoft.com/office/drawing/2010/main" val="0"/>
                  </a:ext>
                </a:extLst>
              </a:blip>
              <a:srcRect/>
              <a:stretch>
                <a:fillRect/>
              </a:stretch>
            </p:blipFill>
            <p:spPr bwMode="auto">
              <a:xfrm>
                <a:off x="3141" y="3225"/>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1191">
                <a:extLst>
                  <a:ext uri="{FF2B5EF4-FFF2-40B4-BE49-F238E27FC236}">
                    <a16:creationId xmlns:a16="http://schemas.microsoft.com/office/drawing/2014/main" id="{2EC1F37A-B254-48B3-88E7-1A32B35699C7}"/>
                  </a:ext>
                </a:extLst>
              </p:cNvPr>
              <p:cNvPicPr>
                <a:picLocks noChangeAspect="1" noChangeArrowheads="1"/>
              </p:cNvPicPr>
              <p:nvPr/>
            </p:nvPicPr>
            <p:blipFill>
              <a:blip r:embed="rId324">
                <a:extLst>
                  <a:ext uri="{28A0092B-C50C-407E-A947-70E740481C1C}">
                    <a14:useLocalDpi xmlns:a14="http://schemas.microsoft.com/office/drawing/2010/main" val="0"/>
                  </a:ext>
                </a:extLst>
              </a:blip>
              <a:srcRect/>
              <a:stretch>
                <a:fillRect/>
              </a:stretch>
            </p:blipFill>
            <p:spPr bwMode="auto">
              <a:xfrm>
                <a:off x="3141" y="3226"/>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 name="Picture 1192">
                <a:extLst>
                  <a:ext uri="{FF2B5EF4-FFF2-40B4-BE49-F238E27FC236}">
                    <a16:creationId xmlns:a16="http://schemas.microsoft.com/office/drawing/2014/main" id="{CD346484-E4F9-4D35-A611-0527E4364376}"/>
                  </a:ext>
                </a:extLst>
              </p:cNvPr>
              <p:cNvPicPr>
                <a:picLocks noChangeAspect="1" noChangeArrowheads="1"/>
              </p:cNvPicPr>
              <p:nvPr/>
            </p:nvPicPr>
            <p:blipFill>
              <a:blip r:embed="rId325">
                <a:extLst>
                  <a:ext uri="{28A0092B-C50C-407E-A947-70E740481C1C}">
                    <a14:useLocalDpi xmlns:a14="http://schemas.microsoft.com/office/drawing/2010/main" val="0"/>
                  </a:ext>
                </a:extLst>
              </a:blip>
              <a:srcRect/>
              <a:stretch>
                <a:fillRect/>
              </a:stretch>
            </p:blipFill>
            <p:spPr bwMode="auto">
              <a:xfrm>
                <a:off x="3141" y="3227"/>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 name="Picture 1193">
                <a:extLst>
                  <a:ext uri="{FF2B5EF4-FFF2-40B4-BE49-F238E27FC236}">
                    <a16:creationId xmlns:a16="http://schemas.microsoft.com/office/drawing/2014/main" id="{67B4A4A3-F05C-491E-928F-E89D49ECDCF3}"/>
                  </a:ext>
                </a:extLst>
              </p:cNvPr>
              <p:cNvPicPr>
                <a:picLocks noChangeAspect="1" noChangeArrowheads="1"/>
              </p:cNvPicPr>
              <p:nvPr/>
            </p:nvPicPr>
            <p:blipFill>
              <a:blip r:embed="rId326">
                <a:extLst>
                  <a:ext uri="{28A0092B-C50C-407E-A947-70E740481C1C}">
                    <a14:useLocalDpi xmlns:a14="http://schemas.microsoft.com/office/drawing/2010/main" val="0"/>
                  </a:ext>
                </a:extLst>
              </a:blip>
              <a:srcRect/>
              <a:stretch>
                <a:fillRect/>
              </a:stretch>
            </p:blipFill>
            <p:spPr bwMode="auto">
              <a:xfrm>
                <a:off x="3141" y="3228"/>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 name="Picture 1194">
                <a:extLst>
                  <a:ext uri="{FF2B5EF4-FFF2-40B4-BE49-F238E27FC236}">
                    <a16:creationId xmlns:a16="http://schemas.microsoft.com/office/drawing/2014/main" id="{FB6483B4-7CC4-4DC0-ADB7-31ECA9204077}"/>
                  </a:ext>
                </a:extLst>
              </p:cNvPr>
              <p:cNvPicPr>
                <a:picLocks noChangeAspect="1" noChangeArrowheads="1"/>
              </p:cNvPicPr>
              <p:nvPr/>
            </p:nvPicPr>
            <p:blipFill>
              <a:blip r:embed="rId327">
                <a:extLst>
                  <a:ext uri="{28A0092B-C50C-407E-A947-70E740481C1C}">
                    <a14:useLocalDpi xmlns:a14="http://schemas.microsoft.com/office/drawing/2010/main" val="0"/>
                  </a:ext>
                </a:extLst>
              </a:blip>
              <a:srcRect/>
              <a:stretch>
                <a:fillRect/>
              </a:stretch>
            </p:blipFill>
            <p:spPr bwMode="auto">
              <a:xfrm>
                <a:off x="3141" y="3229"/>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5" name="Picture 1195">
                <a:extLst>
                  <a:ext uri="{FF2B5EF4-FFF2-40B4-BE49-F238E27FC236}">
                    <a16:creationId xmlns:a16="http://schemas.microsoft.com/office/drawing/2014/main" id="{2CB954C2-A2BF-4099-8077-7E32DD6AD752}"/>
                  </a:ext>
                </a:extLst>
              </p:cNvPr>
              <p:cNvPicPr>
                <a:picLocks noChangeAspect="1" noChangeArrowheads="1"/>
              </p:cNvPicPr>
              <p:nvPr/>
            </p:nvPicPr>
            <p:blipFill>
              <a:blip r:embed="rId328">
                <a:extLst>
                  <a:ext uri="{28A0092B-C50C-407E-A947-70E740481C1C}">
                    <a14:useLocalDpi xmlns:a14="http://schemas.microsoft.com/office/drawing/2010/main" val="0"/>
                  </a:ext>
                </a:extLst>
              </a:blip>
              <a:srcRect/>
              <a:stretch>
                <a:fillRect/>
              </a:stretch>
            </p:blipFill>
            <p:spPr bwMode="auto">
              <a:xfrm>
                <a:off x="3141" y="3230"/>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 name="Picture 1196">
                <a:extLst>
                  <a:ext uri="{FF2B5EF4-FFF2-40B4-BE49-F238E27FC236}">
                    <a16:creationId xmlns:a16="http://schemas.microsoft.com/office/drawing/2014/main" id="{5BED5F9E-675C-4D26-880A-99DD088CABBC}"/>
                  </a:ext>
                </a:extLst>
              </p:cNvPr>
              <p:cNvPicPr>
                <a:picLocks noChangeAspect="1" noChangeArrowheads="1"/>
              </p:cNvPicPr>
              <p:nvPr/>
            </p:nvPicPr>
            <p:blipFill>
              <a:blip r:embed="rId329">
                <a:extLst>
                  <a:ext uri="{28A0092B-C50C-407E-A947-70E740481C1C}">
                    <a14:useLocalDpi xmlns:a14="http://schemas.microsoft.com/office/drawing/2010/main" val="0"/>
                  </a:ext>
                </a:extLst>
              </a:blip>
              <a:srcRect/>
              <a:stretch>
                <a:fillRect/>
              </a:stretch>
            </p:blipFill>
            <p:spPr bwMode="auto">
              <a:xfrm>
                <a:off x="3142" y="3231"/>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 name="Picture 1197">
                <a:extLst>
                  <a:ext uri="{FF2B5EF4-FFF2-40B4-BE49-F238E27FC236}">
                    <a16:creationId xmlns:a16="http://schemas.microsoft.com/office/drawing/2014/main" id="{A9E09135-A799-4ACE-BD0D-C19C7DD5B4DF}"/>
                  </a:ext>
                </a:extLst>
              </p:cNvPr>
              <p:cNvPicPr>
                <a:picLocks noChangeAspect="1" noChangeArrowheads="1"/>
              </p:cNvPicPr>
              <p:nvPr/>
            </p:nvPicPr>
            <p:blipFill>
              <a:blip r:embed="rId330">
                <a:extLst>
                  <a:ext uri="{28A0092B-C50C-407E-A947-70E740481C1C}">
                    <a14:useLocalDpi xmlns:a14="http://schemas.microsoft.com/office/drawing/2010/main" val="0"/>
                  </a:ext>
                </a:extLst>
              </a:blip>
              <a:srcRect/>
              <a:stretch>
                <a:fillRect/>
              </a:stretch>
            </p:blipFill>
            <p:spPr bwMode="auto">
              <a:xfrm>
                <a:off x="3142" y="3232"/>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 name="Picture 1198">
                <a:extLst>
                  <a:ext uri="{FF2B5EF4-FFF2-40B4-BE49-F238E27FC236}">
                    <a16:creationId xmlns:a16="http://schemas.microsoft.com/office/drawing/2014/main" id="{2AA47B69-5B07-4E36-989E-237EFC9A6DAA}"/>
                  </a:ext>
                </a:extLst>
              </p:cNvPr>
              <p:cNvPicPr>
                <a:picLocks noChangeAspect="1" noChangeArrowheads="1"/>
              </p:cNvPicPr>
              <p:nvPr/>
            </p:nvPicPr>
            <p:blipFill>
              <a:blip r:embed="rId331">
                <a:extLst>
                  <a:ext uri="{28A0092B-C50C-407E-A947-70E740481C1C}">
                    <a14:useLocalDpi xmlns:a14="http://schemas.microsoft.com/office/drawing/2010/main" val="0"/>
                  </a:ext>
                </a:extLst>
              </a:blip>
              <a:srcRect/>
              <a:stretch>
                <a:fillRect/>
              </a:stretch>
            </p:blipFill>
            <p:spPr bwMode="auto">
              <a:xfrm>
                <a:off x="3142" y="3233"/>
                <a:ext cx="1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9" name="Picture 1199">
                <a:extLst>
                  <a:ext uri="{FF2B5EF4-FFF2-40B4-BE49-F238E27FC236}">
                    <a16:creationId xmlns:a16="http://schemas.microsoft.com/office/drawing/2014/main" id="{1A39A9C0-4641-40DD-A54D-3284BDD675EF}"/>
                  </a:ext>
                </a:extLst>
              </p:cNvPr>
              <p:cNvPicPr>
                <a:picLocks noChangeAspect="1" noChangeArrowheads="1"/>
              </p:cNvPicPr>
              <p:nvPr/>
            </p:nvPicPr>
            <p:blipFill>
              <a:blip r:embed="rId332">
                <a:extLst>
                  <a:ext uri="{28A0092B-C50C-407E-A947-70E740481C1C}">
                    <a14:useLocalDpi xmlns:a14="http://schemas.microsoft.com/office/drawing/2010/main" val="0"/>
                  </a:ext>
                </a:extLst>
              </a:blip>
              <a:srcRect/>
              <a:stretch>
                <a:fillRect/>
              </a:stretch>
            </p:blipFill>
            <p:spPr bwMode="auto">
              <a:xfrm>
                <a:off x="3142" y="3234"/>
                <a:ext cx="1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0" name="Picture 1200">
                <a:extLst>
                  <a:ext uri="{FF2B5EF4-FFF2-40B4-BE49-F238E27FC236}">
                    <a16:creationId xmlns:a16="http://schemas.microsoft.com/office/drawing/2014/main" id="{A6B2A3E2-8ABD-4909-8DC5-2F2ABFDAC340}"/>
                  </a:ext>
                </a:extLst>
              </p:cNvPr>
              <p:cNvPicPr>
                <a:picLocks noChangeAspect="1" noChangeArrowheads="1"/>
              </p:cNvPicPr>
              <p:nvPr/>
            </p:nvPicPr>
            <p:blipFill>
              <a:blip r:embed="rId333">
                <a:extLst>
                  <a:ext uri="{28A0092B-C50C-407E-A947-70E740481C1C}">
                    <a14:useLocalDpi xmlns:a14="http://schemas.microsoft.com/office/drawing/2010/main" val="0"/>
                  </a:ext>
                </a:extLst>
              </a:blip>
              <a:srcRect/>
              <a:stretch>
                <a:fillRect/>
              </a:stretch>
            </p:blipFill>
            <p:spPr bwMode="auto">
              <a:xfrm>
                <a:off x="3142" y="3235"/>
                <a:ext cx="1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 name="Picture 1201">
                <a:extLst>
                  <a:ext uri="{FF2B5EF4-FFF2-40B4-BE49-F238E27FC236}">
                    <a16:creationId xmlns:a16="http://schemas.microsoft.com/office/drawing/2014/main" id="{4F57878D-5B82-439F-8CC7-897DE2603C1B}"/>
                  </a:ext>
                </a:extLst>
              </p:cNvPr>
              <p:cNvPicPr>
                <a:picLocks noChangeAspect="1" noChangeArrowheads="1"/>
              </p:cNvPicPr>
              <p:nvPr/>
            </p:nvPicPr>
            <p:blipFill>
              <a:blip r:embed="rId334">
                <a:extLst>
                  <a:ext uri="{28A0092B-C50C-407E-A947-70E740481C1C}">
                    <a14:useLocalDpi xmlns:a14="http://schemas.microsoft.com/office/drawing/2010/main" val="0"/>
                  </a:ext>
                </a:extLst>
              </a:blip>
              <a:srcRect/>
              <a:stretch>
                <a:fillRect/>
              </a:stretch>
            </p:blipFill>
            <p:spPr bwMode="auto">
              <a:xfrm>
                <a:off x="3143" y="3236"/>
                <a:ext cx="1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2" name="Picture 1202">
                <a:extLst>
                  <a:ext uri="{FF2B5EF4-FFF2-40B4-BE49-F238E27FC236}">
                    <a16:creationId xmlns:a16="http://schemas.microsoft.com/office/drawing/2014/main" id="{2AB62E15-8429-422A-ABFD-8B22EA2AF44E}"/>
                  </a:ext>
                </a:extLst>
              </p:cNvPr>
              <p:cNvPicPr>
                <a:picLocks noChangeAspect="1" noChangeArrowheads="1"/>
              </p:cNvPicPr>
              <p:nvPr/>
            </p:nvPicPr>
            <p:blipFill>
              <a:blip r:embed="rId335">
                <a:extLst>
                  <a:ext uri="{28A0092B-C50C-407E-A947-70E740481C1C}">
                    <a14:useLocalDpi xmlns:a14="http://schemas.microsoft.com/office/drawing/2010/main" val="0"/>
                  </a:ext>
                </a:extLst>
              </a:blip>
              <a:srcRect/>
              <a:stretch>
                <a:fillRect/>
              </a:stretch>
            </p:blipFill>
            <p:spPr bwMode="auto">
              <a:xfrm>
                <a:off x="3143" y="3237"/>
                <a:ext cx="1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 name="Picture 1203">
                <a:extLst>
                  <a:ext uri="{FF2B5EF4-FFF2-40B4-BE49-F238E27FC236}">
                    <a16:creationId xmlns:a16="http://schemas.microsoft.com/office/drawing/2014/main" id="{AE3D6E2C-83F0-4A4A-B5D8-37E1C51FC0E5}"/>
                  </a:ext>
                </a:extLst>
              </p:cNvPr>
              <p:cNvPicPr>
                <a:picLocks noChangeAspect="1" noChangeArrowheads="1"/>
              </p:cNvPicPr>
              <p:nvPr/>
            </p:nvPicPr>
            <p:blipFill>
              <a:blip r:embed="rId336">
                <a:extLst>
                  <a:ext uri="{28A0092B-C50C-407E-A947-70E740481C1C}">
                    <a14:useLocalDpi xmlns:a14="http://schemas.microsoft.com/office/drawing/2010/main" val="0"/>
                  </a:ext>
                </a:extLst>
              </a:blip>
              <a:srcRect/>
              <a:stretch>
                <a:fillRect/>
              </a:stretch>
            </p:blipFill>
            <p:spPr bwMode="auto">
              <a:xfrm>
                <a:off x="3143" y="3238"/>
                <a:ext cx="1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 name="Picture 1204">
                <a:extLst>
                  <a:ext uri="{FF2B5EF4-FFF2-40B4-BE49-F238E27FC236}">
                    <a16:creationId xmlns:a16="http://schemas.microsoft.com/office/drawing/2014/main" id="{15E1E405-704E-4ED9-B2A0-4BDABC315638}"/>
                  </a:ext>
                </a:extLst>
              </p:cNvPr>
              <p:cNvPicPr>
                <a:picLocks noChangeAspect="1" noChangeArrowheads="1"/>
              </p:cNvPicPr>
              <p:nvPr/>
            </p:nvPicPr>
            <p:blipFill>
              <a:blip r:embed="rId337">
                <a:extLst>
                  <a:ext uri="{28A0092B-C50C-407E-A947-70E740481C1C}">
                    <a14:useLocalDpi xmlns:a14="http://schemas.microsoft.com/office/drawing/2010/main" val="0"/>
                  </a:ext>
                </a:extLst>
              </a:blip>
              <a:srcRect/>
              <a:stretch>
                <a:fillRect/>
              </a:stretch>
            </p:blipFill>
            <p:spPr bwMode="auto">
              <a:xfrm>
                <a:off x="3144" y="3239"/>
                <a:ext cx="1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 name="Picture 1205">
                <a:extLst>
                  <a:ext uri="{FF2B5EF4-FFF2-40B4-BE49-F238E27FC236}">
                    <a16:creationId xmlns:a16="http://schemas.microsoft.com/office/drawing/2014/main" id="{29700EA0-BEBC-46D6-8FB2-74017E48A98D}"/>
                  </a:ext>
                </a:extLst>
              </p:cNvPr>
              <p:cNvPicPr>
                <a:picLocks noChangeAspect="1" noChangeArrowheads="1"/>
              </p:cNvPicPr>
              <p:nvPr/>
            </p:nvPicPr>
            <p:blipFill>
              <a:blip r:embed="rId338">
                <a:extLst>
                  <a:ext uri="{28A0092B-C50C-407E-A947-70E740481C1C}">
                    <a14:useLocalDpi xmlns:a14="http://schemas.microsoft.com/office/drawing/2010/main" val="0"/>
                  </a:ext>
                </a:extLst>
              </a:blip>
              <a:srcRect/>
              <a:stretch>
                <a:fillRect/>
              </a:stretch>
            </p:blipFill>
            <p:spPr bwMode="auto">
              <a:xfrm>
                <a:off x="3144" y="3240"/>
                <a:ext cx="1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6" name="Picture 1206">
                <a:extLst>
                  <a:ext uri="{FF2B5EF4-FFF2-40B4-BE49-F238E27FC236}">
                    <a16:creationId xmlns:a16="http://schemas.microsoft.com/office/drawing/2014/main" id="{4088682D-7BC5-45FB-8D11-E92A23CD2253}"/>
                  </a:ext>
                </a:extLst>
              </p:cNvPr>
              <p:cNvPicPr>
                <a:picLocks noChangeAspect="1" noChangeArrowheads="1"/>
              </p:cNvPicPr>
              <p:nvPr/>
            </p:nvPicPr>
            <p:blipFill>
              <a:blip r:embed="rId339">
                <a:extLst>
                  <a:ext uri="{28A0092B-C50C-407E-A947-70E740481C1C}">
                    <a14:useLocalDpi xmlns:a14="http://schemas.microsoft.com/office/drawing/2010/main" val="0"/>
                  </a:ext>
                </a:extLst>
              </a:blip>
              <a:srcRect/>
              <a:stretch>
                <a:fillRect/>
              </a:stretch>
            </p:blipFill>
            <p:spPr bwMode="auto">
              <a:xfrm>
                <a:off x="3144" y="3241"/>
                <a:ext cx="1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 name="Picture 1207">
                <a:extLst>
                  <a:ext uri="{FF2B5EF4-FFF2-40B4-BE49-F238E27FC236}">
                    <a16:creationId xmlns:a16="http://schemas.microsoft.com/office/drawing/2014/main" id="{1895C315-3B02-4318-8A70-827674F80A59}"/>
                  </a:ext>
                </a:extLst>
              </p:cNvPr>
              <p:cNvPicPr>
                <a:picLocks noChangeAspect="1" noChangeArrowheads="1"/>
              </p:cNvPicPr>
              <p:nvPr/>
            </p:nvPicPr>
            <p:blipFill>
              <a:blip r:embed="rId340">
                <a:extLst>
                  <a:ext uri="{28A0092B-C50C-407E-A947-70E740481C1C}">
                    <a14:useLocalDpi xmlns:a14="http://schemas.microsoft.com/office/drawing/2010/main" val="0"/>
                  </a:ext>
                </a:extLst>
              </a:blip>
              <a:srcRect/>
              <a:stretch>
                <a:fillRect/>
              </a:stretch>
            </p:blipFill>
            <p:spPr bwMode="auto">
              <a:xfrm>
                <a:off x="3145" y="3242"/>
                <a:ext cx="1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8" name="Picture 1208">
                <a:extLst>
                  <a:ext uri="{FF2B5EF4-FFF2-40B4-BE49-F238E27FC236}">
                    <a16:creationId xmlns:a16="http://schemas.microsoft.com/office/drawing/2014/main" id="{24F2D556-64D1-4E3C-878C-391375E44B25}"/>
                  </a:ext>
                </a:extLst>
              </p:cNvPr>
              <p:cNvPicPr>
                <a:picLocks noChangeAspect="1" noChangeArrowheads="1"/>
              </p:cNvPicPr>
              <p:nvPr/>
            </p:nvPicPr>
            <p:blipFill>
              <a:blip r:embed="rId341">
                <a:extLst>
                  <a:ext uri="{28A0092B-C50C-407E-A947-70E740481C1C}">
                    <a14:useLocalDpi xmlns:a14="http://schemas.microsoft.com/office/drawing/2010/main" val="0"/>
                  </a:ext>
                </a:extLst>
              </a:blip>
              <a:srcRect/>
              <a:stretch>
                <a:fillRect/>
              </a:stretch>
            </p:blipFill>
            <p:spPr bwMode="auto">
              <a:xfrm>
                <a:off x="3145" y="3243"/>
                <a:ext cx="1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 name="Picture 1209">
                <a:extLst>
                  <a:ext uri="{FF2B5EF4-FFF2-40B4-BE49-F238E27FC236}">
                    <a16:creationId xmlns:a16="http://schemas.microsoft.com/office/drawing/2014/main" id="{314FBF27-FB74-4380-9A91-483A575351E0}"/>
                  </a:ext>
                </a:extLst>
              </p:cNvPr>
              <p:cNvPicPr>
                <a:picLocks noChangeAspect="1" noChangeArrowheads="1"/>
              </p:cNvPicPr>
              <p:nvPr/>
            </p:nvPicPr>
            <p:blipFill>
              <a:blip r:embed="rId342">
                <a:extLst>
                  <a:ext uri="{28A0092B-C50C-407E-A947-70E740481C1C}">
                    <a14:useLocalDpi xmlns:a14="http://schemas.microsoft.com/office/drawing/2010/main" val="0"/>
                  </a:ext>
                </a:extLst>
              </a:blip>
              <a:srcRect/>
              <a:stretch>
                <a:fillRect/>
              </a:stretch>
            </p:blipFill>
            <p:spPr bwMode="auto">
              <a:xfrm>
                <a:off x="3145" y="3244"/>
                <a:ext cx="1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 name="Picture 1210">
                <a:extLst>
                  <a:ext uri="{FF2B5EF4-FFF2-40B4-BE49-F238E27FC236}">
                    <a16:creationId xmlns:a16="http://schemas.microsoft.com/office/drawing/2014/main" id="{D98E99DE-B65A-4B39-AA81-23A081160189}"/>
                  </a:ext>
                </a:extLst>
              </p:cNvPr>
              <p:cNvPicPr>
                <a:picLocks noChangeAspect="1" noChangeArrowheads="1"/>
              </p:cNvPicPr>
              <p:nvPr/>
            </p:nvPicPr>
            <p:blipFill>
              <a:blip r:embed="rId343">
                <a:extLst>
                  <a:ext uri="{28A0092B-C50C-407E-A947-70E740481C1C}">
                    <a14:useLocalDpi xmlns:a14="http://schemas.microsoft.com/office/drawing/2010/main" val="0"/>
                  </a:ext>
                </a:extLst>
              </a:blip>
              <a:srcRect/>
              <a:stretch>
                <a:fillRect/>
              </a:stretch>
            </p:blipFill>
            <p:spPr bwMode="auto">
              <a:xfrm>
                <a:off x="3146" y="3245"/>
                <a:ext cx="1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 name="Picture 1211">
                <a:extLst>
                  <a:ext uri="{FF2B5EF4-FFF2-40B4-BE49-F238E27FC236}">
                    <a16:creationId xmlns:a16="http://schemas.microsoft.com/office/drawing/2014/main" id="{0A631014-10A1-4238-AD32-87870FE0D4AE}"/>
                  </a:ext>
                </a:extLst>
              </p:cNvPr>
              <p:cNvPicPr>
                <a:picLocks noChangeAspect="1" noChangeArrowheads="1"/>
              </p:cNvPicPr>
              <p:nvPr/>
            </p:nvPicPr>
            <p:blipFill>
              <a:blip r:embed="rId344">
                <a:extLst>
                  <a:ext uri="{28A0092B-C50C-407E-A947-70E740481C1C}">
                    <a14:useLocalDpi xmlns:a14="http://schemas.microsoft.com/office/drawing/2010/main" val="0"/>
                  </a:ext>
                </a:extLst>
              </a:blip>
              <a:srcRect/>
              <a:stretch>
                <a:fillRect/>
              </a:stretch>
            </p:blipFill>
            <p:spPr bwMode="auto">
              <a:xfrm>
                <a:off x="3146" y="3246"/>
                <a:ext cx="11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2" name="Picture 1212">
                <a:extLst>
                  <a:ext uri="{FF2B5EF4-FFF2-40B4-BE49-F238E27FC236}">
                    <a16:creationId xmlns:a16="http://schemas.microsoft.com/office/drawing/2014/main" id="{F21FF76A-FCD1-47B5-8DCE-A0C7832D138F}"/>
                  </a:ext>
                </a:extLst>
              </p:cNvPr>
              <p:cNvPicPr>
                <a:picLocks noChangeAspect="1" noChangeArrowheads="1"/>
              </p:cNvPicPr>
              <p:nvPr/>
            </p:nvPicPr>
            <p:blipFill>
              <a:blip r:embed="rId345">
                <a:extLst>
                  <a:ext uri="{28A0092B-C50C-407E-A947-70E740481C1C}">
                    <a14:useLocalDpi xmlns:a14="http://schemas.microsoft.com/office/drawing/2010/main" val="0"/>
                  </a:ext>
                </a:extLst>
              </a:blip>
              <a:srcRect/>
              <a:stretch>
                <a:fillRect/>
              </a:stretch>
            </p:blipFill>
            <p:spPr bwMode="auto">
              <a:xfrm>
                <a:off x="3147" y="3247"/>
                <a:ext cx="1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 name="Picture 1213">
                <a:extLst>
                  <a:ext uri="{FF2B5EF4-FFF2-40B4-BE49-F238E27FC236}">
                    <a16:creationId xmlns:a16="http://schemas.microsoft.com/office/drawing/2014/main" id="{F5CB2CEB-448C-4B64-B609-4881F34CDE0B}"/>
                  </a:ext>
                </a:extLst>
              </p:cNvPr>
              <p:cNvPicPr>
                <a:picLocks noChangeAspect="1" noChangeArrowheads="1"/>
              </p:cNvPicPr>
              <p:nvPr/>
            </p:nvPicPr>
            <p:blipFill>
              <a:blip r:embed="rId346">
                <a:extLst>
                  <a:ext uri="{28A0092B-C50C-407E-A947-70E740481C1C}">
                    <a14:useLocalDpi xmlns:a14="http://schemas.microsoft.com/office/drawing/2010/main" val="0"/>
                  </a:ext>
                </a:extLst>
              </a:blip>
              <a:srcRect/>
              <a:stretch>
                <a:fillRect/>
              </a:stretch>
            </p:blipFill>
            <p:spPr bwMode="auto">
              <a:xfrm>
                <a:off x="3147" y="3248"/>
                <a:ext cx="10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 name="Picture 1214">
                <a:extLst>
                  <a:ext uri="{FF2B5EF4-FFF2-40B4-BE49-F238E27FC236}">
                    <a16:creationId xmlns:a16="http://schemas.microsoft.com/office/drawing/2014/main" id="{8F071353-73B6-4ADB-95E6-826E02647C35}"/>
                  </a:ext>
                </a:extLst>
              </p:cNvPr>
              <p:cNvPicPr>
                <a:picLocks noChangeAspect="1" noChangeArrowheads="1"/>
              </p:cNvPicPr>
              <p:nvPr/>
            </p:nvPicPr>
            <p:blipFill>
              <a:blip r:embed="rId347">
                <a:extLst>
                  <a:ext uri="{28A0092B-C50C-407E-A947-70E740481C1C}">
                    <a14:useLocalDpi xmlns:a14="http://schemas.microsoft.com/office/drawing/2010/main" val="0"/>
                  </a:ext>
                </a:extLst>
              </a:blip>
              <a:srcRect/>
              <a:stretch>
                <a:fillRect/>
              </a:stretch>
            </p:blipFill>
            <p:spPr bwMode="auto">
              <a:xfrm>
                <a:off x="3148" y="3248"/>
                <a:ext cx="1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 name="Picture 1215">
                <a:extLst>
                  <a:ext uri="{FF2B5EF4-FFF2-40B4-BE49-F238E27FC236}">
                    <a16:creationId xmlns:a16="http://schemas.microsoft.com/office/drawing/2014/main" id="{910BBBA3-3F3B-42D9-98BC-5A7F1C173908}"/>
                  </a:ext>
                </a:extLst>
              </p:cNvPr>
              <p:cNvPicPr>
                <a:picLocks noChangeAspect="1" noChangeArrowheads="1"/>
              </p:cNvPicPr>
              <p:nvPr/>
            </p:nvPicPr>
            <p:blipFill>
              <a:blip r:embed="rId348">
                <a:extLst>
                  <a:ext uri="{28A0092B-C50C-407E-A947-70E740481C1C}">
                    <a14:useLocalDpi xmlns:a14="http://schemas.microsoft.com/office/drawing/2010/main" val="0"/>
                  </a:ext>
                </a:extLst>
              </a:blip>
              <a:srcRect/>
              <a:stretch>
                <a:fillRect/>
              </a:stretch>
            </p:blipFill>
            <p:spPr bwMode="auto">
              <a:xfrm>
                <a:off x="3148" y="3249"/>
                <a:ext cx="10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6" name="Picture 1216">
                <a:extLst>
                  <a:ext uri="{FF2B5EF4-FFF2-40B4-BE49-F238E27FC236}">
                    <a16:creationId xmlns:a16="http://schemas.microsoft.com/office/drawing/2014/main" id="{519C2D4C-16D8-4095-8C70-AF20077FF0F7}"/>
                  </a:ext>
                </a:extLst>
              </p:cNvPr>
              <p:cNvPicPr>
                <a:picLocks noChangeAspect="1" noChangeArrowheads="1"/>
              </p:cNvPicPr>
              <p:nvPr/>
            </p:nvPicPr>
            <p:blipFill>
              <a:blip r:embed="rId349">
                <a:extLst>
                  <a:ext uri="{28A0092B-C50C-407E-A947-70E740481C1C}">
                    <a14:useLocalDpi xmlns:a14="http://schemas.microsoft.com/office/drawing/2010/main" val="0"/>
                  </a:ext>
                </a:extLst>
              </a:blip>
              <a:srcRect/>
              <a:stretch>
                <a:fillRect/>
              </a:stretch>
            </p:blipFill>
            <p:spPr bwMode="auto">
              <a:xfrm>
                <a:off x="3149" y="325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 name="Picture 1217">
                <a:extLst>
                  <a:ext uri="{FF2B5EF4-FFF2-40B4-BE49-F238E27FC236}">
                    <a16:creationId xmlns:a16="http://schemas.microsoft.com/office/drawing/2014/main" id="{3C66130D-99ED-4FE7-A496-F64F27E59429}"/>
                  </a:ext>
                </a:extLst>
              </p:cNvPr>
              <p:cNvPicPr>
                <a:picLocks noChangeAspect="1" noChangeArrowheads="1"/>
              </p:cNvPicPr>
              <p:nvPr/>
            </p:nvPicPr>
            <p:blipFill>
              <a:blip r:embed="rId350">
                <a:extLst>
                  <a:ext uri="{28A0092B-C50C-407E-A947-70E740481C1C}">
                    <a14:useLocalDpi xmlns:a14="http://schemas.microsoft.com/office/drawing/2010/main" val="0"/>
                  </a:ext>
                </a:extLst>
              </a:blip>
              <a:srcRect/>
              <a:stretch>
                <a:fillRect/>
              </a:stretch>
            </p:blipFill>
            <p:spPr bwMode="auto">
              <a:xfrm>
                <a:off x="3149" y="325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8" name="Picture 1218">
                <a:extLst>
                  <a:ext uri="{FF2B5EF4-FFF2-40B4-BE49-F238E27FC236}">
                    <a16:creationId xmlns:a16="http://schemas.microsoft.com/office/drawing/2014/main" id="{D554DEF0-9D88-4502-A824-0554AACBCF0F}"/>
                  </a:ext>
                </a:extLst>
              </p:cNvPr>
              <p:cNvPicPr>
                <a:picLocks noChangeAspect="1" noChangeArrowheads="1"/>
              </p:cNvPicPr>
              <p:nvPr/>
            </p:nvPicPr>
            <p:blipFill>
              <a:blip r:embed="rId351">
                <a:extLst>
                  <a:ext uri="{28A0092B-C50C-407E-A947-70E740481C1C}">
                    <a14:useLocalDpi xmlns:a14="http://schemas.microsoft.com/office/drawing/2010/main" val="0"/>
                  </a:ext>
                </a:extLst>
              </a:blip>
              <a:srcRect/>
              <a:stretch>
                <a:fillRect/>
              </a:stretch>
            </p:blipFill>
            <p:spPr bwMode="auto">
              <a:xfrm>
                <a:off x="3149" y="325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9" name="Picture 1219">
                <a:extLst>
                  <a:ext uri="{FF2B5EF4-FFF2-40B4-BE49-F238E27FC236}">
                    <a16:creationId xmlns:a16="http://schemas.microsoft.com/office/drawing/2014/main" id="{67AD8440-92DB-4FB3-9A27-46A28C39057D}"/>
                  </a:ext>
                </a:extLst>
              </p:cNvPr>
              <p:cNvPicPr>
                <a:picLocks noChangeAspect="1" noChangeArrowheads="1"/>
              </p:cNvPicPr>
              <p:nvPr/>
            </p:nvPicPr>
            <p:blipFill>
              <a:blip r:embed="rId352">
                <a:extLst>
                  <a:ext uri="{28A0092B-C50C-407E-A947-70E740481C1C}">
                    <a14:useLocalDpi xmlns:a14="http://schemas.microsoft.com/office/drawing/2010/main" val="0"/>
                  </a:ext>
                </a:extLst>
              </a:blip>
              <a:srcRect/>
              <a:stretch>
                <a:fillRect/>
              </a:stretch>
            </p:blipFill>
            <p:spPr bwMode="auto">
              <a:xfrm>
                <a:off x="3149" y="325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0" name="Picture 1220">
                <a:extLst>
                  <a:ext uri="{FF2B5EF4-FFF2-40B4-BE49-F238E27FC236}">
                    <a16:creationId xmlns:a16="http://schemas.microsoft.com/office/drawing/2014/main" id="{FB2A1C4A-5D6C-44C6-9974-2E3604420943}"/>
                  </a:ext>
                </a:extLst>
              </p:cNvPr>
              <p:cNvPicPr>
                <a:picLocks noChangeAspect="1" noChangeArrowheads="1"/>
              </p:cNvPicPr>
              <p:nvPr/>
            </p:nvPicPr>
            <p:blipFill>
              <a:blip r:embed="rId353">
                <a:extLst>
                  <a:ext uri="{28A0092B-C50C-407E-A947-70E740481C1C}">
                    <a14:useLocalDpi xmlns:a14="http://schemas.microsoft.com/office/drawing/2010/main" val="0"/>
                  </a:ext>
                </a:extLst>
              </a:blip>
              <a:srcRect/>
              <a:stretch>
                <a:fillRect/>
              </a:stretch>
            </p:blipFill>
            <p:spPr bwMode="auto">
              <a:xfrm>
                <a:off x="3149" y="325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1" name="Picture 1221">
                <a:extLst>
                  <a:ext uri="{FF2B5EF4-FFF2-40B4-BE49-F238E27FC236}">
                    <a16:creationId xmlns:a16="http://schemas.microsoft.com/office/drawing/2014/main" id="{B23CA78D-0777-4ADB-81E9-85C1AF4848AF}"/>
                  </a:ext>
                </a:extLst>
              </p:cNvPr>
              <p:cNvPicPr>
                <a:picLocks noChangeAspect="1" noChangeArrowheads="1"/>
              </p:cNvPicPr>
              <p:nvPr/>
            </p:nvPicPr>
            <p:blipFill>
              <a:blip r:embed="rId354">
                <a:extLst>
                  <a:ext uri="{28A0092B-C50C-407E-A947-70E740481C1C}">
                    <a14:useLocalDpi xmlns:a14="http://schemas.microsoft.com/office/drawing/2010/main" val="0"/>
                  </a:ext>
                </a:extLst>
              </a:blip>
              <a:srcRect/>
              <a:stretch>
                <a:fillRect/>
              </a:stretch>
            </p:blipFill>
            <p:spPr bwMode="auto">
              <a:xfrm>
                <a:off x="3149" y="325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2" name="Picture 1222">
                <a:extLst>
                  <a:ext uri="{FF2B5EF4-FFF2-40B4-BE49-F238E27FC236}">
                    <a16:creationId xmlns:a16="http://schemas.microsoft.com/office/drawing/2014/main" id="{93CBDD09-AC05-4B32-A8C1-0D89334A736C}"/>
                  </a:ext>
                </a:extLst>
              </p:cNvPr>
              <p:cNvPicPr>
                <a:picLocks noChangeAspect="1" noChangeArrowheads="1"/>
              </p:cNvPicPr>
              <p:nvPr/>
            </p:nvPicPr>
            <p:blipFill>
              <a:blip r:embed="rId355">
                <a:extLst>
                  <a:ext uri="{28A0092B-C50C-407E-A947-70E740481C1C}">
                    <a14:useLocalDpi xmlns:a14="http://schemas.microsoft.com/office/drawing/2010/main" val="0"/>
                  </a:ext>
                </a:extLst>
              </a:blip>
              <a:srcRect/>
              <a:stretch>
                <a:fillRect/>
              </a:stretch>
            </p:blipFill>
            <p:spPr bwMode="auto">
              <a:xfrm>
                <a:off x="3149" y="325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3" name="Picture 1223">
                <a:extLst>
                  <a:ext uri="{FF2B5EF4-FFF2-40B4-BE49-F238E27FC236}">
                    <a16:creationId xmlns:a16="http://schemas.microsoft.com/office/drawing/2014/main" id="{F223C5FD-DBBE-43D8-B074-3E8531F62C49}"/>
                  </a:ext>
                </a:extLst>
              </p:cNvPr>
              <p:cNvPicPr>
                <a:picLocks noChangeAspect="1" noChangeArrowheads="1"/>
              </p:cNvPicPr>
              <p:nvPr/>
            </p:nvPicPr>
            <p:blipFill>
              <a:blip r:embed="rId231">
                <a:extLst>
                  <a:ext uri="{28A0092B-C50C-407E-A947-70E740481C1C}">
                    <a14:useLocalDpi xmlns:a14="http://schemas.microsoft.com/office/drawing/2010/main" val="0"/>
                  </a:ext>
                </a:extLst>
              </a:blip>
              <a:srcRect/>
              <a:stretch>
                <a:fillRect/>
              </a:stretch>
            </p:blipFill>
            <p:spPr bwMode="auto">
              <a:xfrm>
                <a:off x="3142" y="3257"/>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 name="Picture 1224">
                <a:extLst>
                  <a:ext uri="{FF2B5EF4-FFF2-40B4-BE49-F238E27FC236}">
                    <a16:creationId xmlns:a16="http://schemas.microsoft.com/office/drawing/2014/main" id="{7768415E-CD17-4F3A-8F2C-3428A3161A38}"/>
                  </a:ext>
                </a:extLst>
              </p:cNvPr>
              <p:cNvPicPr>
                <a:picLocks noChangeAspect="1" noChangeArrowheads="1"/>
              </p:cNvPicPr>
              <p:nvPr/>
            </p:nvPicPr>
            <p:blipFill>
              <a:blip r:embed="rId356">
                <a:extLst>
                  <a:ext uri="{28A0092B-C50C-407E-A947-70E740481C1C}">
                    <a14:useLocalDpi xmlns:a14="http://schemas.microsoft.com/office/drawing/2010/main" val="0"/>
                  </a:ext>
                </a:extLst>
              </a:blip>
              <a:srcRect/>
              <a:stretch>
                <a:fillRect/>
              </a:stretch>
            </p:blipFill>
            <p:spPr bwMode="auto">
              <a:xfrm>
                <a:off x="3149" y="325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 name="Picture 1225">
                <a:extLst>
                  <a:ext uri="{FF2B5EF4-FFF2-40B4-BE49-F238E27FC236}">
                    <a16:creationId xmlns:a16="http://schemas.microsoft.com/office/drawing/2014/main" id="{5FF57593-53B9-49D2-B1C2-27257B6A2C0D}"/>
                  </a:ext>
                </a:extLst>
              </p:cNvPr>
              <p:cNvPicPr>
                <a:picLocks noChangeAspect="1" noChangeArrowheads="1"/>
              </p:cNvPicPr>
              <p:nvPr/>
            </p:nvPicPr>
            <p:blipFill>
              <a:blip r:embed="rId235">
                <a:extLst>
                  <a:ext uri="{28A0092B-C50C-407E-A947-70E740481C1C}">
                    <a14:useLocalDpi xmlns:a14="http://schemas.microsoft.com/office/drawing/2010/main" val="0"/>
                  </a:ext>
                </a:extLst>
              </a:blip>
              <a:srcRect/>
              <a:stretch>
                <a:fillRect/>
              </a:stretch>
            </p:blipFill>
            <p:spPr bwMode="auto">
              <a:xfrm>
                <a:off x="3256" y="3257"/>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 name="Picture 1226">
                <a:extLst>
                  <a:ext uri="{FF2B5EF4-FFF2-40B4-BE49-F238E27FC236}">
                    <a16:creationId xmlns:a16="http://schemas.microsoft.com/office/drawing/2014/main" id="{08F95D8F-D4DB-4E24-B8FD-585C10F7617C}"/>
                  </a:ext>
                </a:extLst>
              </p:cNvPr>
              <p:cNvPicPr>
                <a:picLocks noChangeAspect="1" noChangeArrowheads="1"/>
              </p:cNvPicPr>
              <p:nvPr/>
            </p:nvPicPr>
            <p:blipFill>
              <a:blip r:embed="rId357">
                <a:extLst>
                  <a:ext uri="{28A0092B-C50C-407E-A947-70E740481C1C}">
                    <a14:useLocalDpi xmlns:a14="http://schemas.microsoft.com/office/drawing/2010/main" val="0"/>
                  </a:ext>
                </a:extLst>
              </a:blip>
              <a:srcRect/>
              <a:stretch>
                <a:fillRect/>
              </a:stretch>
            </p:blipFill>
            <p:spPr bwMode="auto">
              <a:xfrm>
                <a:off x="3142" y="3258"/>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7" name="Picture 1227">
                <a:extLst>
                  <a:ext uri="{FF2B5EF4-FFF2-40B4-BE49-F238E27FC236}">
                    <a16:creationId xmlns:a16="http://schemas.microsoft.com/office/drawing/2014/main" id="{DE33EF55-78DE-4469-AB66-673D62141AE6}"/>
                  </a:ext>
                </a:extLst>
              </p:cNvPr>
              <p:cNvPicPr>
                <a:picLocks noChangeAspect="1" noChangeArrowheads="1"/>
              </p:cNvPicPr>
              <p:nvPr/>
            </p:nvPicPr>
            <p:blipFill>
              <a:blip r:embed="rId358">
                <a:extLst>
                  <a:ext uri="{28A0092B-C50C-407E-A947-70E740481C1C}">
                    <a14:useLocalDpi xmlns:a14="http://schemas.microsoft.com/office/drawing/2010/main" val="0"/>
                  </a:ext>
                </a:extLst>
              </a:blip>
              <a:srcRect/>
              <a:stretch>
                <a:fillRect/>
              </a:stretch>
            </p:blipFill>
            <p:spPr bwMode="auto">
              <a:xfrm>
                <a:off x="3142" y="3259"/>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 name="Picture 1228">
                <a:extLst>
                  <a:ext uri="{FF2B5EF4-FFF2-40B4-BE49-F238E27FC236}">
                    <a16:creationId xmlns:a16="http://schemas.microsoft.com/office/drawing/2014/main" id="{B37B4C7F-F005-48F0-8D26-C913B98E05AD}"/>
                  </a:ext>
                </a:extLst>
              </p:cNvPr>
              <p:cNvPicPr>
                <a:picLocks noChangeAspect="1" noChangeArrowheads="1"/>
              </p:cNvPicPr>
              <p:nvPr/>
            </p:nvPicPr>
            <p:blipFill>
              <a:blip r:embed="rId359">
                <a:extLst>
                  <a:ext uri="{28A0092B-C50C-407E-A947-70E740481C1C}">
                    <a14:useLocalDpi xmlns:a14="http://schemas.microsoft.com/office/drawing/2010/main" val="0"/>
                  </a:ext>
                </a:extLst>
              </a:blip>
              <a:srcRect/>
              <a:stretch>
                <a:fillRect/>
              </a:stretch>
            </p:blipFill>
            <p:spPr bwMode="auto">
              <a:xfrm>
                <a:off x="3142" y="3260"/>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9" name="Picture 1229">
                <a:extLst>
                  <a:ext uri="{FF2B5EF4-FFF2-40B4-BE49-F238E27FC236}">
                    <a16:creationId xmlns:a16="http://schemas.microsoft.com/office/drawing/2014/main" id="{AEF6F097-7231-4A1B-9D72-589AC341F127}"/>
                  </a:ext>
                </a:extLst>
              </p:cNvPr>
              <p:cNvPicPr>
                <a:picLocks noChangeAspect="1" noChangeArrowheads="1"/>
              </p:cNvPicPr>
              <p:nvPr/>
            </p:nvPicPr>
            <p:blipFill>
              <a:blip r:embed="rId360">
                <a:extLst>
                  <a:ext uri="{28A0092B-C50C-407E-A947-70E740481C1C}">
                    <a14:useLocalDpi xmlns:a14="http://schemas.microsoft.com/office/drawing/2010/main" val="0"/>
                  </a:ext>
                </a:extLst>
              </a:blip>
              <a:srcRect/>
              <a:stretch>
                <a:fillRect/>
              </a:stretch>
            </p:blipFill>
            <p:spPr bwMode="auto">
              <a:xfrm>
                <a:off x="3142" y="3261"/>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0" name="Picture 1230">
                <a:extLst>
                  <a:ext uri="{FF2B5EF4-FFF2-40B4-BE49-F238E27FC236}">
                    <a16:creationId xmlns:a16="http://schemas.microsoft.com/office/drawing/2014/main" id="{AA9ACF48-8D18-42BB-8D0A-19D9F6447EFD}"/>
                  </a:ext>
                </a:extLst>
              </p:cNvPr>
              <p:cNvPicPr>
                <a:picLocks noChangeAspect="1" noChangeArrowheads="1"/>
              </p:cNvPicPr>
              <p:nvPr/>
            </p:nvPicPr>
            <p:blipFill>
              <a:blip r:embed="rId361">
                <a:extLst>
                  <a:ext uri="{28A0092B-C50C-407E-A947-70E740481C1C}">
                    <a14:useLocalDpi xmlns:a14="http://schemas.microsoft.com/office/drawing/2010/main" val="0"/>
                  </a:ext>
                </a:extLst>
              </a:blip>
              <a:srcRect/>
              <a:stretch>
                <a:fillRect/>
              </a:stretch>
            </p:blipFill>
            <p:spPr bwMode="auto">
              <a:xfrm>
                <a:off x="3142" y="3262"/>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1" name="Picture 1231">
                <a:extLst>
                  <a:ext uri="{FF2B5EF4-FFF2-40B4-BE49-F238E27FC236}">
                    <a16:creationId xmlns:a16="http://schemas.microsoft.com/office/drawing/2014/main" id="{CB2B6CE3-18BC-460A-A867-3AECAA501DE1}"/>
                  </a:ext>
                </a:extLst>
              </p:cNvPr>
              <p:cNvPicPr>
                <a:picLocks noChangeAspect="1" noChangeArrowheads="1"/>
              </p:cNvPicPr>
              <p:nvPr/>
            </p:nvPicPr>
            <p:blipFill>
              <a:blip r:embed="rId362">
                <a:extLst>
                  <a:ext uri="{28A0092B-C50C-407E-A947-70E740481C1C}">
                    <a14:useLocalDpi xmlns:a14="http://schemas.microsoft.com/office/drawing/2010/main" val="0"/>
                  </a:ext>
                </a:extLst>
              </a:blip>
              <a:srcRect/>
              <a:stretch>
                <a:fillRect/>
              </a:stretch>
            </p:blipFill>
            <p:spPr bwMode="auto">
              <a:xfrm>
                <a:off x="3132" y="3263"/>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2" name="Picture 1232">
                <a:extLst>
                  <a:ext uri="{FF2B5EF4-FFF2-40B4-BE49-F238E27FC236}">
                    <a16:creationId xmlns:a16="http://schemas.microsoft.com/office/drawing/2014/main" id="{CD4AD006-125C-434E-84C8-E3C2DD689C38}"/>
                  </a:ext>
                </a:extLst>
              </p:cNvPr>
              <p:cNvPicPr>
                <a:picLocks noChangeAspect="1" noChangeArrowheads="1"/>
              </p:cNvPicPr>
              <p:nvPr/>
            </p:nvPicPr>
            <p:blipFill>
              <a:blip r:embed="rId363">
                <a:extLst>
                  <a:ext uri="{28A0092B-C50C-407E-A947-70E740481C1C}">
                    <a14:useLocalDpi xmlns:a14="http://schemas.microsoft.com/office/drawing/2010/main" val="0"/>
                  </a:ext>
                </a:extLst>
              </a:blip>
              <a:srcRect/>
              <a:stretch>
                <a:fillRect/>
              </a:stretch>
            </p:blipFill>
            <p:spPr bwMode="auto">
              <a:xfrm>
                <a:off x="3132" y="3264"/>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3" name="Picture 1233">
                <a:extLst>
                  <a:ext uri="{FF2B5EF4-FFF2-40B4-BE49-F238E27FC236}">
                    <a16:creationId xmlns:a16="http://schemas.microsoft.com/office/drawing/2014/main" id="{334A5A00-BF62-4544-85E7-4DEA8E2958D4}"/>
                  </a:ext>
                </a:extLst>
              </p:cNvPr>
              <p:cNvPicPr>
                <a:picLocks noChangeAspect="1" noChangeArrowheads="1"/>
              </p:cNvPicPr>
              <p:nvPr/>
            </p:nvPicPr>
            <p:blipFill>
              <a:blip r:embed="rId364">
                <a:extLst>
                  <a:ext uri="{28A0092B-C50C-407E-A947-70E740481C1C}">
                    <a14:useLocalDpi xmlns:a14="http://schemas.microsoft.com/office/drawing/2010/main" val="0"/>
                  </a:ext>
                </a:extLst>
              </a:blip>
              <a:srcRect/>
              <a:stretch>
                <a:fillRect/>
              </a:stretch>
            </p:blipFill>
            <p:spPr bwMode="auto">
              <a:xfrm>
                <a:off x="3132" y="3265"/>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 name="Picture 1234">
                <a:extLst>
                  <a:ext uri="{FF2B5EF4-FFF2-40B4-BE49-F238E27FC236}">
                    <a16:creationId xmlns:a16="http://schemas.microsoft.com/office/drawing/2014/main" id="{09B4E32F-4CB7-4E47-A858-46DC15320EF7}"/>
                  </a:ext>
                </a:extLst>
              </p:cNvPr>
              <p:cNvPicPr>
                <a:picLocks noChangeAspect="1" noChangeArrowheads="1"/>
              </p:cNvPicPr>
              <p:nvPr/>
            </p:nvPicPr>
            <p:blipFill>
              <a:blip r:embed="rId365">
                <a:extLst>
                  <a:ext uri="{28A0092B-C50C-407E-A947-70E740481C1C}">
                    <a14:useLocalDpi xmlns:a14="http://schemas.microsoft.com/office/drawing/2010/main" val="0"/>
                  </a:ext>
                </a:extLst>
              </a:blip>
              <a:srcRect/>
              <a:stretch>
                <a:fillRect/>
              </a:stretch>
            </p:blipFill>
            <p:spPr bwMode="auto">
              <a:xfrm>
                <a:off x="3132" y="3266"/>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 name="Picture 1235">
                <a:extLst>
                  <a:ext uri="{FF2B5EF4-FFF2-40B4-BE49-F238E27FC236}">
                    <a16:creationId xmlns:a16="http://schemas.microsoft.com/office/drawing/2014/main" id="{6A50AD73-DC3A-4373-9ABD-2F373568E214}"/>
                  </a:ext>
                </a:extLst>
              </p:cNvPr>
              <p:cNvPicPr>
                <a:picLocks noChangeAspect="1" noChangeArrowheads="1"/>
              </p:cNvPicPr>
              <p:nvPr/>
            </p:nvPicPr>
            <p:blipFill>
              <a:blip r:embed="rId366">
                <a:extLst>
                  <a:ext uri="{28A0092B-C50C-407E-A947-70E740481C1C}">
                    <a14:useLocalDpi xmlns:a14="http://schemas.microsoft.com/office/drawing/2010/main" val="0"/>
                  </a:ext>
                </a:extLst>
              </a:blip>
              <a:srcRect/>
              <a:stretch>
                <a:fillRect/>
              </a:stretch>
            </p:blipFill>
            <p:spPr bwMode="auto">
              <a:xfrm>
                <a:off x="3132" y="3267"/>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 name="Picture 1236">
                <a:extLst>
                  <a:ext uri="{FF2B5EF4-FFF2-40B4-BE49-F238E27FC236}">
                    <a16:creationId xmlns:a16="http://schemas.microsoft.com/office/drawing/2014/main" id="{0A1EC801-E149-4595-BC79-B421CE4C3EDA}"/>
                  </a:ext>
                </a:extLst>
              </p:cNvPr>
              <p:cNvPicPr>
                <a:picLocks noChangeAspect="1" noChangeArrowheads="1"/>
              </p:cNvPicPr>
              <p:nvPr/>
            </p:nvPicPr>
            <p:blipFill>
              <a:blip r:embed="rId367">
                <a:extLst>
                  <a:ext uri="{28A0092B-C50C-407E-A947-70E740481C1C}">
                    <a14:useLocalDpi xmlns:a14="http://schemas.microsoft.com/office/drawing/2010/main" val="0"/>
                  </a:ext>
                </a:extLst>
              </a:blip>
              <a:srcRect/>
              <a:stretch>
                <a:fillRect/>
              </a:stretch>
            </p:blipFill>
            <p:spPr bwMode="auto">
              <a:xfrm>
                <a:off x="3132" y="3268"/>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 name="Picture 1237">
                <a:extLst>
                  <a:ext uri="{FF2B5EF4-FFF2-40B4-BE49-F238E27FC236}">
                    <a16:creationId xmlns:a16="http://schemas.microsoft.com/office/drawing/2014/main" id="{6F887E07-7276-48EE-B97C-A9EEDBA6A5A7}"/>
                  </a:ext>
                </a:extLst>
              </p:cNvPr>
              <p:cNvPicPr>
                <a:picLocks noChangeAspect="1" noChangeArrowheads="1"/>
              </p:cNvPicPr>
              <p:nvPr/>
            </p:nvPicPr>
            <p:blipFill>
              <a:blip r:embed="rId368">
                <a:extLst>
                  <a:ext uri="{28A0092B-C50C-407E-A947-70E740481C1C}">
                    <a14:useLocalDpi xmlns:a14="http://schemas.microsoft.com/office/drawing/2010/main" val="0"/>
                  </a:ext>
                </a:extLst>
              </a:blip>
              <a:srcRect/>
              <a:stretch>
                <a:fillRect/>
              </a:stretch>
            </p:blipFill>
            <p:spPr bwMode="auto">
              <a:xfrm>
                <a:off x="3132" y="3269"/>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 name="Picture 1238">
                <a:extLst>
                  <a:ext uri="{FF2B5EF4-FFF2-40B4-BE49-F238E27FC236}">
                    <a16:creationId xmlns:a16="http://schemas.microsoft.com/office/drawing/2014/main" id="{B6443D33-C967-4282-857D-283CD91BC8BE}"/>
                  </a:ext>
                </a:extLst>
              </p:cNvPr>
              <p:cNvPicPr>
                <a:picLocks noChangeAspect="1" noChangeArrowheads="1"/>
              </p:cNvPicPr>
              <p:nvPr/>
            </p:nvPicPr>
            <p:blipFill>
              <a:blip r:embed="rId369">
                <a:extLst>
                  <a:ext uri="{28A0092B-C50C-407E-A947-70E740481C1C}">
                    <a14:useLocalDpi xmlns:a14="http://schemas.microsoft.com/office/drawing/2010/main" val="0"/>
                  </a:ext>
                </a:extLst>
              </a:blip>
              <a:srcRect/>
              <a:stretch>
                <a:fillRect/>
              </a:stretch>
            </p:blipFill>
            <p:spPr bwMode="auto">
              <a:xfrm>
                <a:off x="3132" y="3270"/>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9" name="Picture 1239">
                <a:extLst>
                  <a:ext uri="{FF2B5EF4-FFF2-40B4-BE49-F238E27FC236}">
                    <a16:creationId xmlns:a16="http://schemas.microsoft.com/office/drawing/2014/main" id="{A83F5E44-25B9-44CF-9EED-4A97AB068CA9}"/>
                  </a:ext>
                </a:extLst>
              </p:cNvPr>
              <p:cNvPicPr>
                <a:picLocks noChangeAspect="1" noChangeArrowheads="1"/>
              </p:cNvPicPr>
              <p:nvPr/>
            </p:nvPicPr>
            <p:blipFill>
              <a:blip r:embed="rId370">
                <a:extLst>
                  <a:ext uri="{28A0092B-C50C-407E-A947-70E740481C1C}">
                    <a14:useLocalDpi xmlns:a14="http://schemas.microsoft.com/office/drawing/2010/main" val="0"/>
                  </a:ext>
                </a:extLst>
              </a:blip>
              <a:srcRect/>
              <a:stretch>
                <a:fillRect/>
              </a:stretch>
            </p:blipFill>
            <p:spPr bwMode="auto">
              <a:xfrm>
                <a:off x="3132" y="3271"/>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0" name="Picture 1240">
                <a:extLst>
                  <a:ext uri="{FF2B5EF4-FFF2-40B4-BE49-F238E27FC236}">
                    <a16:creationId xmlns:a16="http://schemas.microsoft.com/office/drawing/2014/main" id="{C4AF331D-E649-4E7C-893E-3EC4105DE77D}"/>
                  </a:ext>
                </a:extLst>
              </p:cNvPr>
              <p:cNvPicPr>
                <a:picLocks noChangeAspect="1" noChangeArrowheads="1"/>
              </p:cNvPicPr>
              <p:nvPr/>
            </p:nvPicPr>
            <p:blipFill>
              <a:blip r:embed="rId371">
                <a:extLst>
                  <a:ext uri="{28A0092B-C50C-407E-A947-70E740481C1C}">
                    <a14:useLocalDpi xmlns:a14="http://schemas.microsoft.com/office/drawing/2010/main" val="0"/>
                  </a:ext>
                </a:extLst>
              </a:blip>
              <a:srcRect/>
              <a:stretch>
                <a:fillRect/>
              </a:stretch>
            </p:blipFill>
            <p:spPr bwMode="auto">
              <a:xfrm>
                <a:off x="3133" y="3272"/>
                <a:ext cx="1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1" name="Picture 1241">
                <a:extLst>
                  <a:ext uri="{FF2B5EF4-FFF2-40B4-BE49-F238E27FC236}">
                    <a16:creationId xmlns:a16="http://schemas.microsoft.com/office/drawing/2014/main" id="{98B55570-0D75-4300-BC97-D1774084B271}"/>
                  </a:ext>
                </a:extLst>
              </p:cNvPr>
              <p:cNvPicPr>
                <a:picLocks noChangeAspect="1" noChangeArrowheads="1"/>
              </p:cNvPicPr>
              <p:nvPr/>
            </p:nvPicPr>
            <p:blipFill>
              <a:blip r:embed="rId372">
                <a:extLst>
                  <a:ext uri="{28A0092B-C50C-407E-A947-70E740481C1C}">
                    <a14:useLocalDpi xmlns:a14="http://schemas.microsoft.com/office/drawing/2010/main" val="0"/>
                  </a:ext>
                </a:extLst>
              </a:blip>
              <a:srcRect/>
              <a:stretch>
                <a:fillRect/>
              </a:stretch>
            </p:blipFill>
            <p:spPr bwMode="auto">
              <a:xfrm>
                <a:off x="3142" y="3272"/>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2" name="Picture 1242">
                <a:extLst>
                  <a:ext uri="{FF2B5EF4-FFF2-40B4-BE49-F238E27FC236}">
                    <a16:creationId xmlns:a16="http://schemas.microsoft.com/office/drawing/2014/main" id="{DCF1DDEC-B6CE-4A77-9E35-1FF6886E75E4}"/>
                  </a:ext>
                </a:extLst>
              </p:cNvPr>
              <p:cNvPicPr>
                <a:picLocks noChangeAspect="1" noChangeArrowheads="1"/>
              </p:cNvPicPr>
              <p:nvPr/>
            </p:nvPicPr>
            <p:blipFill>
              <a:blip r:embed="rId373">
                <a:extLst>
                  <a:ext uri="{28A0092B-C50C-407E-A947-70E740481C1C}">
                    <a14:useLocalDpi xmlns:a14="http://schemas.microsoft.com/office/drawing/2010/main" val="0"/>
                  </a:ext>
                </a:extLst>
              </a:blip>
              <a:srcRect/>
              <a:stretch>
                <a:fillRect/>
              </a:stretch>
            </p:blipFill>
            <p:spPr bwMode="auto">
              <a:xfrm>
                <a:off x="3142" y="3273"/>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 name="Picture 1243">
                <a:extLst>
                  <a:ext uri="{FF2B5EF4-FFF2-40B4-BE49-F238E27FC236}">
                    <a16:creationId xmlns:a16="http://schemas.microsoft.com/office/drawing/2014/main" id="{E57DDD88-CBD7-43B5-B0E5-DA31323E6B3E}"/>
                  </a:ext>
                </a:extLst>
              </p:cNvPr>
              <p:cNvPicPr>
                <a:picLocks noChangeAspect="1" noChangeArrowheads="1"/>
              </p:cNvPicPr>
              <p:nvPr/>
            </p:nvPicPr>
            <p:blipFill>
              <a:blip r:embed="rId374">
                <a:extLst>
                  <a:ext uri="{28A0092B-C50C-407E-A947-70E740481C1C}">
                    <a14:useLocalDpi xmlns:a14="http://schemas.microsoft.com/office/drawing/2010/main" val="0"/>
                  </a:ext>
                </a:extLst>
              </a:blip>
              <a:srcRect/>
              <a:stretch>
                <a:fillRect/>
              </a:stretch>
            </p:blipFill>
            <p:spPr bwMode="auto">
              <a:xfrm>
                <a:off x="3227" y="3273"/>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4" name="Picture 1244">
                <a:extLst>
                  <a:ext uri="{FF2B5EF4-FFF2-40B4-BE49-F238E27FC236}">
                    <a16:creationId xmlns:a16="http://schemas.microsoft.com/office/drawing/2014/main" id="{791B7045-1B55-4784-9645-56A9F34EF7E9}"/>
                  </a:ext>
                </a:extLst>
              </p:cNvPr>
              <p:cNvPicPr>
                <a:picLocks noChangeAspect="1" noChangeArrowheads="1"/>
              </p:cNvPicPr>
              <p:nvPr/>
            </p:nvPicPr>
            <p:blipFill>
              <a:blip r:embed="rId375">
                <a:extLst>
                  <a:ext uri="{28A0092B-C50C-407E-A947-70E740481C1C}">
                    <a14:useLocalDpi xmlns:a14="http://schemas.microsoft.com/office/drawing/2010/main" val="0"/>
                  </a:ext>
                </a:extLst>
              </a:blip>
              <a:srcRect/>
              <a:stretch>
                <a:fillRect/>
              </a:stretch>
            </p:blipFill>
            <p:spPr bwMode="auto">
              <a:xfrm>
                <a:off x="3142" y="3274"/>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 name="Picture 1245">
                <a:extLst>
                  <a:ext uri="{FF2B5EF4-FFF2-40B4-BE49-F238E27FC236}">
                    <a16:creationId xmlns:a16="http://schemas.microsoft.com/office/drawing/2014/main" id="{1E86DE62-9380-4746-8C46-C2768915877F}"/>
                  </a:ext>
                </a:extLst>
              </p:cNvPr>
              <p:cNvPicPr>
                <a:picLocks noChangeAspect="1" noChangeArrowheads="1"/>
              </p:cNvPicPr>
              <p:nvPr/>
            </p:nvPicPr>
            <p:blipFill>
              <a:blip r:embed="rId376">
                <a:extLst>
                  <a:ext uri="{28A0092B-C50C-407E-A947-70E740481C1C}">
                    <a14:useLocalDpi xmlns:a14="http://schemas.microsoft.com/office/drawing/2010/main" val="0"/>
                  </a:ext>
                </a:extLst>
              </a:blip>
              <a:srcRect/>
              <a:stretch>
                <a:fillRect/>
              </a:stretch>
            </p:blipFill>
            <p:spPr bwMode="auto">
              <a:xfrm>
                <a:off x="3227" y="3274"/>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 name="Picture 1246">
                <a:extLst>
                  <a:ext uri="{FF2B5EF4-FFF2-40B4-BE49-F238E27FC236}">
                    <a16:creationId xmlns:a16="http://schemas.microsoft.com/office/drawing/2014/main" id="{D481AD0C-D141-4FD8-9061-4258EA852FC0}"/>
                  </a:ext>
                </a:extLst>
              </p:cNvPr>
              <p:cNvPicPr>
                <a:picLocks noChangeAspect="1" noChangeArrowheads="1"/>
              </p:cNvPicPr>
              <p:nvPr/>
            </p:nvPicPr>
            <p:blipFill>
              <a:blip r:embed="rId377">
                <a:extLst>
                  <a:ext uri="{28A0092B-C50C-407E-A947-70E740481C1C}">
                    <a14:useLocalDpi xmlns:a14="http://schemas.microsoft.com/office/drawing/2010/main" val="0"/>
                  </a:ext>
                </a:extLst>
              </a:blip>
              <a:srcRect/>
              <a:stretch>
                <a:fillRect/>
              </a:stretch>
            </p:blipFill>
            <p:spPr bwMode="auto">
              <a:xfrm>
                <a:off x="3255" y="3274"/>
                <a:ext cx="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7" name="Picture 1247">
                <a:extLst>
                  <a:ext uri="{FF2B5EF4-FFF2-40B4-BE49-F238E27FC236}">
                    <a16:creationId xmlns:a16="http://schemas.microsoft.com/office/drawing/2014/main" id="{6D7F38A7-F3D3-43BA-8800-8C7B5CF89DAD}"/>
                  </a:ext>
                </a:extLst>
              </p:cNvPr>
              <p:cNvPicPr>
                <a:picLocks noChangeAspect="1" noChangeArrowheads="1"/>
              </p:cNvPicPr>
              <p:nvPr/>
            </p:nvPicPr>
            <p:blipFill>
              <a:blip r:embed="rId378">
                <a:extLst>
                  <a:ext uri="{28A0092B-C50C-407E-A947-70E740481C1C}">
                    <a14:useLocalDpi xmlns:a14="http://schemas.microsoft.com/office/drawing/2010/main" val="0"/>
                  </a:ext>
                </a:extLst>
              </a:blip>
              <a:srcRect/>
              <a:stretch>
                <a:fillRect/>
              </a:stretch>
            </p:blipFill>
            <p:spPr bwMode="auto">
              <a:xfrm>
                <a:off x="3142" y="3275"/>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 name="Picture 1248">
                <a:extLst>
                  <a:ext uri="{FF2B5EF4-FFF2-40B4-BE49-F238E27FC236}">
                    <a16:creationId xmlns:a16="http://schemas.microsoft.com/office/drawing/2014/main" id="{74D05ABC-A93D-4BEF-B2A5-5AB13DB7B72C}"/>
                  </a:ext>
                </a:extLst>
              </p:cNvPr>
              <p:cNvPicPr>
                <a:picLocks noChangeAspect="1" noChangeArrowheads="1"/>
              </p:cNvPicPr>
              <p:nvPr/>
            </p:nvPicPr>
            <p:blipFill>
              <a:blip r:embed="rId228">
                <a:extLst>
                  <a:ext uri="{28A0092B-C50C-407E-A947-70E740481C1C}">
                    <a14:useLocalDpi xmlns:a14="http://schemas.microsoft.com/office/drawing/2010/main" val="0"/>
                  </a:ext>
                </a:extLst>
              </a:blip>
              <a:srcRect/>
              <a:stretch>
                <a:fillRect/>
              </a:stretch>
            </p:blipFill>
            <p:spPr bwMode="auto">
              <a:xfrm>
                <a:off x="3149" y="3275"/>
                <a:ext cx="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9" name="Picture 1249">
                <a:extLst>
                  <a:ext uri="{FF2B5EF4-FFF2-40B4-BE49-F238E27FC236}">
                    <a16:creationId xmlns:a16="http://schemas.microsoft.com/office/drawing/2014/main" id="{70F4413F-D87F-4734-A284-4836A8B08DDA}"/>
                  </a:ext>
                </a:extLst>
              </p:cNvPr>
              <p:cNvPicPr>
                <a:picLocks noChangeAspect="1" noChangeArrowheads="1"/>
              </p:cNvPicPr>
              <p:nvPr/>
            </p:nvPicPr>
            <p:blipFill>
              <a:blip r:embed="rId230">
                <a:extLst>
                  <a:ext uri="{28A0092B-C50C-407E-A947-70E740481C1C}">
                    <a14:useLocalDpi xmlns:a14="http://schemas.microsoft.com/office/drawing/2010/main" val="0"/>
                  </a:ext>
                </a:extLst>
              </a:blip>
              <a:srcRect/>
              <a:stretch>
                <a:fillRect/>
              </a:stretch>
            </p:blipFill>
            <p:spPr bwMode="auto">
              <a:xfrm>
                <a:off x="3227" y="3275"/>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0" name="Picture 1250">
                <a:extLst>
                  <a:ext uri="{FF2B5EF4-FFF2-40B4-BE49-F238E27FC236}">
                    <a16:creationId xmlns:a16="http://schemas.microsoft.com/office/drawing/2014/main" id="{109975B3-CD36-4114-9B12-06DCBBF791CC}"/>
                  </a:ext>
                </a:extLst>
              </p:cNvPr>
              <p:cNvPicPr>
                <a:picLocks noChangeAspect="1" noChangeArrowheads="1"/>
              </p:cNvPicPr>
              <p:nvPr/>
            </p:nvPicPr>
            <p:blipFill>
              <a:blip r:embed="rId379">
                <a:extLst>
                  <a:ext uri="{28A0092B-C50C-407E-A947-70E740481C1C}">
                    <a14:useLocalDpi xmlns:a14="http://schemas.microsoft.com/office/drawing/2010/main" val="0"/>
                  </a:ext>
                </a:extLst>
              </a:blip>
              <a:srcRect/>
              <a:stretch>
                <a:fillRect/>
              </a:stretch>
            </p:blipFill>
            <p:spPr bwMode="auto">
              <a:xfrm>
                <a:off x="3256" y="3275"/>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1" name="Picture 1251">
                <a:extLst>
                  <a:ext uri="{FF2B5EF4-FFF2-40B4-BE49-F238E27FC236}">
                    <a16:creationId xmlns:a16="http://schemas.microsoft.com/office/drawing/2014/main" id="{FFFADF56-9B11-4248-A54F-6A3B19A7A6BC}"/>
                  </a:ext>
                </a:extLst>
              </p:cNvPr>
              <p:cNvPicPr>
                <a:picLocks noChangeAspect="1" noChangeArrowheads="1"/>
              </p:cNvPicPr>
              <p:nvPr/>
            </p:nvPicPr>
            <p:blipFill>
              <a:blip r:embed="rId380">
                <a:extLst>
                  <a:ext uri="{28A0092B-C50C-407E-A947-70E740481C1C}">
                    <a14:useLocalDpi xmlns:a14="http://schemas.microsoft.com/office/drawing/2010/main" val="0"/>
                  </a:ext>
                </a:extLst>
              </a:blip>
              <a:srcRect/>
              <a:stretch>
                <a:fillRect/>
              </a:stretch>
            </p:blipFill>
            <p:spPr bwMode="auto">
              <a:xfrm>
                <a:off x="3143" y="3276"/>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 name="Picture 1252">
                <a:extLst>
                  <a:ext uri="{FF2B5EF4-FFF2-40B4-BE49-F238E27FC236}">
                    <a16:creationId xmlns:a16="http://schemas.microsoft.com/office/drawing/2014/main" id="{87894581-2A10-447E-B064-D9EC41206841}"/>
                  </a:ext>
                </a:extLst>
              </p:cNvPr>
              <p:cNvPicPr>
                <a:picLocks noChangeAspect="1" noChangeArrowheads="1"/>
              </p:cNvPicPr>
              <p:nvPr/>
            </p:nvPicPr>
            <p:blipFill>
              <a:blip r:embed="rId381">
                <a:extLst>
                  <a:ext uri="{28A0092B-C50C-407E-A947-70E740481C1C}">
                    <a14:useLocalDpi xmlns:a14="http://schemas.microsoft.com/office/drawing/2010/main" val="0"/>
                  </a:ext>
                </a:extLst>
              </a:blip>
              <a:srcRect/>
              <a:stretch>
                <a:fillRect/>
              </a:stretch>
            </p:blipFill>
            <p:spPr bwMode="auto">
              <a:xfrm>
                <a:off x="3149" y="3276"/>
                <a:ext cx="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3" name="Picture 1253">
                <a:extLst>
                  <a:ext uri="{FF2B5EF4-FFF2-40B4-BE49-F238E27FC236}">
                    <a16:creationId xmlns:a16="http://schemas.microsoft.com/office/drawing/2014/main" id="{717D5E9E-5D4C-44C1-B75C-4BA567D82736}"/>
                  </a:ext>
                </a:extLst>
              </p:cNvPr>
              <p:cNvPicPr>
                <a:picLocks noChangeAspect="1" noChangeArrowheads="1"/>
              </p:cNvPicPr>
              <p:nvPr/>
            </p:nvPicPr>
            <p:blipFill>
              <a:blip r:embed="rId382">
                <a:extLst>
                  <a:ext uri="{28A0092B-C50C-407E-A947-70E740481C1C}">
                    <a14:useLocalDpi xmlns:a14="http://schemas.microsoft.com/office/drawing/2010/main" val="0"/>
                  </a:ext>
                </a:extLst>
              </a:blip>
              <a:srcRect/>
              <a:stretch>
                <a:fillRect/>
              </a:stretch>
            </p:blipFill>
            <p:spPr bwMode="auto">
              <a:xfrm>
                <a:off x="3227" y="3276"/>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4" name="Picture 1254">
                <a:extLst>
                  <a:ext uri="{FF2B5EF4-FFF2-40B4-BE49-F238E27FC236}">
                    <a16:creationId xmlns:a16="http://schemas.microsoft.com/office/drawing/2014/main" id="{0AE67EAC-2152-45C0-8350-C5898802DA26}"/>
                  </a:ext>
                </a:extLst>
              </p:cNvPr>
              <p:cNvPicPr>
                <a:picLocks noChangeAspect="1" noChangeArrowheads="1"/>
              </p:cNvPicPr>
              <p:nvPr/>
            </p:nvPicPr>
            <p:blipFill>
              <a:blip r:embed="rId380">
                <a:extLst>
                  <a:ext uri="{28A0092B-C50C-407E-A947-70E740481C1C}">
                    <a14:useLocalDpi xmlns:a14="http://schemas.microsoft.com/office/drawing/2010/main" val="0"/>
                  </a:ext>
                </a:extLst>
              </a:blip>
              <a:srcRect/>
              <a:stretch>
                <a:fillRect/>
              </a:stretch>
            </p:blipFill>
            <p:spPr bwMode="auto">
              <a:xfrm>
                <a:off x="3257" y="3276"/>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 name="Picture 1255">
                <a:extLst>
                  <a:ext uri="{FF2B5EF4-FFF2-40B4-BE49-F238E27FC236}">
                    <a16:creationId xmlns:a16="http://schemas.microsoft.com/office/drawing/2014/main" id="{27624817-5734-41B6-B50E-9743B193FF40}"/>
                  </a:ext>
                </a:extLst>
              </p:cNvPr>
              <p:cNvPicPr>
                <a:picLocks noChangeAspect="1" noChangeArrowheads="1"/>
              </p:cNvPicPr>
              <p:nvPr/>
            </p:nvPicPr>
            <p:blipFill>
              <a:blip r:embed="rId383">
                <a:extLst>
                  <a:ext uri="{28A0092B-C50C-407E-A947-70E740481C1C}">
                    <a14:useLocalDpi xmlns:a14="http://schemas.microsoft.com/office/drawing/2010/main" val="0"/>
                  </a:ext>
                </a:extLst>
              </a:blip>
              <a:srcRect/>
              <a:stretch>
                <a:fillRect/>
              </a:stretch>
            </p:blipFill>
            <p:spPr bwMode="auto">
              <a:xfrm>
                <a:off x="3149" y="3277"/>
                <a:ext cx="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 name="Picture 1256">
                <a:extLst>
                  <a:ext uri="{FF2B5EF4-FFF2-40B4-BE49-F238E27FC236}">
                    <a16:creationId xmlns:a16="http://schemas.microsoft.com/office/drawing/2014/main" id="{82188E3C-69B9-4B61-9FCB-8A58D63AE3A2}"/>
                  </a:ext>
                </a:extLst>
              </p:cNvPr>
              <p:cNvPicPr>
                <a:picLocks noChangeAspect="1" noChangeArrowheads="1"/>
              </p:cNvPicPr>
              <p:nvPr/>
            </p:nvPicPr>
            <p:blipFill>
              <a:blip r:embed="rId384">
                <a:extLst>
                  <a:ext uri="{28A0092B-C50C-407E-A947-70E740481C1C}">
                    <a14:useLocalDpi xmlns:a14="http://schemas.microsoft.com/office/drawing/2010/main" val="0"/>
                  </a:ext>
                </a:extLst>
              </a:blip>
              <a:srcRect/>
              <a:stretch>
                <a:fillRect/>
              </a:stretch>
            </p:blipFill>
            <p:spPr bwMode="auto">
              <a:xfrm>
                <a:off x="3227" y="3277"/>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 name="Picture 1257">
                <a:extLst>
                  <a:ext uri="{FF2B5EF4-FFF2-40B4-BE49-F238E27FC236}">
                    <a16:creationId xmlns:a16="http://schemas.microsoft.com/office/drawing/2014/main" id="{F7132D08-90F0-4818-B431-3F0591BFCA48}"/>
                  </a:ext>
                </a:extLst>
              </p:cNvPr>
              <p:cNvPicPr>
                <a:picLocks noChangeAspect="1" noChangeArrowheads="1"/>
              </p:cNvPicPr>
              <p:nvPr/>
            </p:nvPicPr>
            <p:blipFill>
              <a:blip r:embed="rId385">
                <a:extLst>
                  <a:ext uri="{28A0092B-C50C-407E-A947-70E740481C1C}">
                    <a14:useLocalDpi xmlns:a14="http://schemas.microsoft.com/office/drawing/2010/main" val="0"/>
                  </a:ext>
                </a:extLst>
              </a:blip>
              <a:srcRect/>
              <a:stretch>
                <a:fillRect/>
              </a:stretch>
            </p:blipFill>
            <p:spPr bwMode="auto">
              <a:xfrm>
                <a:off x="3149" y="3278"/>
                <a:ext cx="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8" name="Picture 1258">
                <a:extLst>
                  <a:ext uri="{FF2B5EF4-FFF2-40B4-BE49-F238E27FC236}">
                    <a16:creationId xmlns:a16="http://schemas.microsoft.com/office/drawing/2014/main" id="{318BB660-CCFA-4309-95AB-70DBDC3691E0}"/>
                  </a:ext>
                </a:extLst>
              </p:cNvPr>
              <p:cNvPicPr>
                <a:picLocks noChangeAspect="1" noChangeArrowheads="1"/>
              </p:cNvPicPr>
              <p:nvPr/>
            </p:nvPicPr>
            <p:blipFill>
              <a:blip r:embed="rId386">
                <a:extLst>
                  <a:ext uri="{28A0092B-C50C-407E-A947-70E740481C1C}">
                    <a14:useLocalDpi xmlns:a14="http://schemas.microsoft.com/office/drawing/2010/main" val="0"/>
                  </a:ext>
                </a:extLst>
              </a:blip>
              <a:srcRect/>
              <a:stretch>
                <a:fillRect/>
              </a:stretch>
            </p:blipFill>
            <p:spPr bwMode="auto">
              <a:xfrm>
                <a:off x="3227" y="3278"/>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 name="Picture 1259">
                <a:extLst>
                  <a:ext uri="{FF2B5EF4-FFF2-40B4-BE49-F238E27FC236}">
                    <a16:creationId xmlns:a16="http://schemas.microsoft.com/office/drawing/2014/main" id="{555D63FD-C0CB-489E-970A-EEF6A1793532}"/>
                  </a:ext>
                </a:extLst>
              </p:cNvPr>
              <p:cNvPicPr>
                <a:picLocks noChangeAspect="1" noChangeArrowheads="1"/>
              </p:cNvPicPr>
              <p:nvPr/>
            </p:nvPicPr>
            <p:blipFill>
              <a:blip r:embed="rId387">
                <a:extLst>
                  <a:ext uri="{28A0092B-C50C-407E-A947-70E740481C1C}">
                    <a14:useLocalDpi xmlns:a14="http://schemas.microsoft.com/office/drawing/2010/main" val="0"/>
                  </a:ext>
                </a:extLst>
              </a:blip>
              <a:srcRect/>
              <a:stretch>
                <a:fillRect/>
              </a:stretch>
            </p:blipFill>
            <p:spPr bwMode="auto">
              <a:xfrm>
                <a:off x="3149" y="3279"/>
                <a:ext cx="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 name="Picture 1260">
                <a:extLst>
                  <a:ext uri="{FF2B5EF4-FFF2-40B4-BE49-F238E27FC236}">
                    <a16:creationId xmlns:a16="http://schemas.microsoft.com/office/drawing/2014/main" id="{EAD4D564-DFF7-464C-A7F7-242D41C08731}"/>
                  </a:ext>
                </a:extLst>
              </p:cNvPr>
              <p:cNvPicPr>
                <a:picLocks noChangeAspect="1" noChangeArrowheads="1"/>
              </p:cNvPicPr>
              <p:nvPr/>
            </p:nvPicPr>
            <p:blipFill>
              <a:blip r:embed="rId388">
                <a:extLst>
                  <a:ext uri="{28A0092B-C50C-407E-A947-70E740481C1C}">
                    <a14:useLocalDpi xmlns:a14="http://schemas.microsoft.com/office/drawing/2010/main" val="0"/>
                  </a:ext>
                </a:extLst>
              </a:blip>
              <a:srcRect/>
              <a:stretch>
                <a:fillRect/>
              </a:stretch>
            </p:blipFill>
            <p:spPr bwMode="auto">
              <a:xfrm>
                <a:off x="3227" y="3279"/>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1" name="Picture 1261">
                <a:extLst>
                  <a:ext uri="{FF2B5EF4-FFF2-40B4-BE49-F238E27FC236}">
                    <a16:creationId xmlns:a16="http://schemas.microsoft.com/office/drawing/2014/main" id="{E36B39C0-7CF1-46F9-8467-9BA311996963}"/>
                  </a:ext>
                </a:extLst>
              </p:cNvPr>
              <p:cNvPicPr>
                <a:picLocks noChangeAspect="1" noChangeArrowheads="1"/>
              </p:cNvPicPr>
              <p:nvPr/>
            </p:nvPicPr>
            <p:blipFill>
              <a:blip r:embed="rId389">
                <a:extLst>
                  <a:ext uri="{28A0092B-C50C-407E-A947-70E740481C1C}">
                    <a14:useLocalDpi xmlns:a14="http://schemas.microsoft.com/office/drawing/2010/main" val="0"/>
                  </a:ext>
                </a:extLst>
              </a:blip>
              <a:srcRect/>
              <a:stretch>
                <a:fillRect/>
              </a:stretch>
            </p:blipFill>
            <p:spPr bwMode="auto">
              <a:xfrm>
                <a:off x="3149" y="3280"/>
                <a:ext cx="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2" name="Picture 1262">
                <a:extLst>
                  <a:ext uri="{FF2B5EF4-FFF2-40B4-BE49-F238E27FC236}">
                    <a16:creationId xmlns:a16="http://schemas.microsoft.com/office/drawing/2014/main" id="{619B18BA-DCEE-4730-9065-5B3437558EF7}"/>
                  </a:ext>
                </a:extLst>
              </p:cNvPr>
              <p:cNvPicPr>
                <a:picLocks noChangeAspect="1" noChangeArrowheads="1"/>
              </p:cNvPicPr>
              <p:nvPr/>
            </p:nvPicPr>
            <p:blipFill>
              <a:blip r:embed="rId390">
                <a:extLst>
                  <a:ext uri="{28A0092B-C50C-407E-A947-70E740481C1C}">
                    <a14:useLocalDpi xmlns:a14="http://schemas.microsoft.com/office/drawing/2010/main" val="0"/>
                  </a:ext>
                </a:extLst>
              </a:blip>
              <a:srcRect/>
              <a:stretch>
                <a:fillRect/>
              </a:stretch>
            </p:blipFill>
            <p:spPr bwMode="auto">
              <a:xfrm>
                <a:off x="3227" y="3280"/>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33" name="Picture 1263">
              <a:extLst>
                <a:ext uri="{FF2B5EF4-FFF2-40B4-BE49-F238E27FC236}">
                  <a16:creationId xmlns:a16="http://schemas.microsoft.com/office/drawing/2014/main" id="{A95177D7-2B61-45FE-B216-029C2DF65BE7}"/>
                </a:ext>
              </a:extLst>
            </p:cNvPr>
            <p:cNvPicPr>
              <a:picLocks noChangeAspect="1" noChangeArrowheads="1"/>
            </p:cNvPicPr>
            <p:nvPr/>
          </p:nvPicPr>
          <p:blipFill>
            <a:blip r:embed="rId391">
              <a:extLst>
                <a:ext uri="{28A0092B-C50C-407E-A947-70E740481C1C}">
                  <a14:useLocalDpi xmlns:a14="http://schemas.microsoft.com/office/drawing/2010/main" val="0"/>
                </a:ext>
              </a:extLst>
            </a:blip>
            <a:srcRect/>
            <a:stretch>
              <a:fillRect/>
            </a:stretch>
          </p:blipFill>
          <p:spPr bwMode="auto">
            <a:xfrm>
              <a:off x="4119563" y="5661025"/>
              <a:ext cx="4857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4" name="Group 1264">
              <a:extLst>
                <a:ext uri="{FF2B5EF4-FFF2-40B4-BE49-F238E27FC236}">
                  <a16:creationId xmlns:a16="http://schemas.microsoft.com/office/drawing/2014/main" id="{FB6719B9-1D3E-47C1-B2F0-EB9D4BE70DE6}"/>
                </a:ext>
              </a:extLst>
            </p:cNvPr>
            <p:cNvGrpSpPr>
              <a:grpSpLocks/>
            </p:cNvGrpSpPr>
            <p:nvPr/>
          </p:nvGrpSpPr>
          <p:grpSpPr bwMode="auto">
            <a:xfrm>
              <a:off x="4757738" y="5727700"/>
              <a:ext cx="373062" cy="320675"/>
              <a:chOff x="3782" y="2922"/>
              <a:chExt cx="235" cy="202"/>
            </a:xfrm>
          </p:grpSpPr>
          <p:grpSp>
            <p:nvGrpSpPr>
              <p:cNvPr id="435" name="Group 1265">
                <a:extLst>
                  <a:ext uri="{FF2B5EF4-FFF2-40B4-BE49-F238E27FC236}">
                    <a16:creationId xmlns:a16="http://schemas.microsoft.com/office/drawing/2014/main" id="{6EB4CFAA-3EA8-40E2-8D35-A85137A0DF9C}"/>
                  </a:ext>
                </a:extLst>
              </p:cNvPr>
              <p:cNvGrpSpPr>
                <a:grpSpLocks/>
              </p:cNvGrpSpPr>
              <p:nvPr/>
            </p:nvGrpSpPr>
            <p:grpSpPr bwMode="auto">
              <a:xfrm>
                <a:off x="3782" y="2922"/>
                <a:ext cx="235" cy="192"/>
                <a:chOff x="3782" y="2922"/>
                <a:chExt cx="235" cy="192"/>
              </a:xfrm>
            </p:grpSpPr>
            <p:pic>
              <p:nvPicPr>
                <p:cNvPr id="446" name="Picture 1266">
                  <a:extLst>
                    <a:ext uri="{FF2B5EF4-FFF2-40B4-BE49-F238E27FC236}">
                      <a16:creationId xmlns:a16="http://schemas.microsoft.com/office/drawing/2014/main" id="{714640BD-9F97-47CB-B1C7-A232F1AD940B}"/>
                    </a:ext>
                  </a:extLst>
                </p:cNvPr>
                <p:cNvPicPr>
                  <a:picLocks noChangeAspect="1" noChangeArrowheads="1"/>
                </p:cNvPicPr>
                <p:nvPr/>
              </p:nvPicPr>
              <p:blipFill>
                <a:blip r:embed="rId392">
                  <a:extLst>
                    <a:ext uri="{28A0092B-C50C-407E-A947-70E740481C1C}">
                      <a14:useLocalDpi xmlns:a14="http://schemas.microsoft.com/office/drawing/2010/main" val="0"/>
                    </a:ext>
                  </a:extLst>
                </a:blip>
                <a:srcRect/>
                <a:stretch>
                  <a:fillRect/>
                </a:stretch>
              </p:blipFill>
              <p:spPr bwMode="auto">
                <a:xfrm>
                  <a:off x="3802" y="2922"/>
                  <a:ext cx="21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7" name="Picture 1267">
                  <a:extLst>
                    <a:ext uri="{FF2B5EF4-FFF2-40B4-BE49-F238E27FC236}">
                      <a16:creationId xmlns:a16="http://schemas.microsoft.com/office/drawing/2014/main" id="{DC928A5E-A640-4ABD-8820-ADA577CF6E3F}"/>
                    </a:ext>
                  </a:extLst>
                </p:cNvPr>
                <p:cNvPicPr>
                  <a:picLocks noChangeAspect="1" noChangeArrowheads="1"/>
                </p:cNvPicPr>
                <p:nvPr/>
              </p:nvPicPr>
              <p:blipFill>
                <a:blip r:embed="rId393">
                  <a:extLst>
                    <a:ext uri="{28A0092B-C50C-407E-A947-70E740481C1C}">
                      <a14:useLocalDpi xmlns:a14="http://schemas.microsoft.com/office/drawing/2010/main" val="0"/>
                    </a:ext>
                  </a:extLst>
                </a:blip>
                <a:srcRect/>
                <a:stretch>
                  <a:fillRect/>
                </a:stretch>
              </p:blipFill>
              <p:spPr bwMode="auto">
                <a:xfrm>
                  <a:off x="3800" y="2923"/>
                  <a:ext cx="2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8" name="Picture 1268">
                  <a:extLst>
                    <a:ext uri="{FF2B5EF4-FFF2-40B4-BE49-F238E27FC236}">
                      <a16:creationId xmlns:a16="http://schemas.microsoft.com/office/drawing/2014/main" id="{42980CC5-C9C0-4000-9CB1-397E71543B76}"/>
                    </a:ext>
                  </a:extLst>
                </p:cNvPr>
                <p:cNvPicPr>
                  <a:picLocks noChangeAspect="1" noChangeArrowheads="1"/>
                </p:cNvPicPr>
                <p:nvPr/>
              </p:nvPicPr>
              <p:blipFill>
                <a:blip r:embed="rId394">
                  <a:extLst>
                    <a:ext uri="{28A0092B-C50C-407E-A947-70E740481C1C}">
                      <a14:useLocalDpi xmlns:a14="http://schemas.microsoft.com/office/drawing/2010/main" val="0"/>
                    </a:ext>
                  </a:extLst>
                </a:blip>
                <a:srcRect/>
                <a:stretch>
                  <a:fillRect/>
                </a:stretch>
              </p:blipFill>
              <p:spPr bwMode="auto">
                <a:xfrm>
                  <a:off x="3799" y="2924"/>
                  <a:ext cx="2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9" name="Picture 1269">
                  <a:extLst>
                    <a:ext uri="{FF2B5EF4-FFF2-40B4-BE49-F238E27FC236}">
                      <a16:creationId xmlns:a16="http://schemas.microsoft.com/office/drawing/2014/main" id="{88D4BD76-3A37-4A2C-BCB9-DF2C47E4575B}"/>
                    </a:ext>
                  </a:extLst>
                </p:cNvPr>
                <p:cNvPicPr>
                  <a:picLocks noChangeAspect="1" noChangeArrowheads="1"/>
                </p:cNvPicPr>
                <p:nvPr/>
              </p:nvPicPr>
              <p:blipFill>
                <a:blip r:embed="rId395">
                  <a:extLst>
                    <a:ext uri="{28A0092B-C50C-407E-A947-70E740481C1C}">
                      <a14:useLocalDpi xmlns:a14="http://schemas.microsoft.com/office/drawing/2010/main" val="0"/>
                    </a:ext>
                  </a:extLst>
                </a:blip>
                <a:srcRect/>
                <a:stretch>
                  <a:fillRect/>
                </a:stretch>
              </p:blipFill>
              <p:spPr bwMode="auto">
                <a:xfrm>
                  <a:off x="3798" y="2925"/>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 name="Picture 1270">
                  <a:extLst>
                    <a:ext uri="{FF2B5EF4-FFF2-40B4-BE49-F238E27FC236}">
                      <a16:creationId xmlns:a16="http://schemas.microsoft.com/office/drawing/2014/main" id="{2BC28CD8-C81A-4797-91E5-1DE00379B300}"/>
                    </a:ext>
                  </a:extLst>
                </p:cNvPr>
                <p:cNvPicPr>
                  <a:picLocks noChangeAspect="1" noChangeArrowheads="1"/>
                </p:cNvPicPr>
                <p:nvPr/>
              </p:nvPicPr>
              <p:blipFill>
                <a:blip r:embed="rId396">
                  <a:extLst>
                    <a:ext uri="{28A0092B-C50C-407E-A947-70E740481C1C}">
                      <a14:useLocalDpi xmlns:a14="http://schemas.microsoft.com/office/drawing/2010/main" val="0"/>
                    </a:ext>
                  </a:extLst>
                </a:blip>
                <a:srcRect/>
                <a:stretch>
                  <a:fillRect/>
                </a:stretch>
              </p:blipFill>
              <p:spPr bwMode="auto">
                <a:xfrm>
                  <a:off x="3798" y="2926"/>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1" name="Picture 1271">
                  <a:extLst>
                    <a:ext uri="{FF2B5EF4-FFF2-40B4-BE49-F238E27FC236}">
                      <a16:creationId xmlns:a16="http://schemas.microsoft.com/office/drawing/2014/main" id="{69FC832D-557E-41F2-A99A-F6D50355BA77}"/>
                    </a:ext>
                  </a:extLst>
                </p:cNvPr>
                <p:cNvPicPr>
                  <a:picLocks noChangeAspect="1" noChangeArrowheads="1"/>
                </p:cNvPicPr>
                <p:nvPr/>
              </p:nvPicPr>
              <p:blipFill>
                <a:blip r:embed="rId397">
                  <a:extLst>
                    <a:ext uri="{28A0092B-C50C-407E-A947-70E740481C1C}">
                      <a14:useLocalDpi xmlns:a14="http://schemas.microsoft.com/office/drawing/2010/main" val="0"/>
                    </a:ext>
                  </a:extLst>
                </a:blip>
                <a:srcRect/>
                <a:stretch>
                  <a:fillRect/>
                </a:stretch>
              </p:blipFill>
              <p:spPr bwMode="auto">
                <a:xfrm>
                  <a:off x="3797" y="2927"/>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2" name="Picture 1272">
                  <a:extLst>
                    <a:ext uri="{FF2B5EF4-FFF2-40B4-BE49-F238E27FC236}">
                      <a16:creationId xmlns:a16="http://schemas.microsoft.com/office/drawing/2014/main" id="{A549B7FA-9086-481D-8A05-E8AD3FD662C0}"/>
                    </a:ext>
                  </a:extLst>
                </p:cNvPr>
                <p:cNvPicPr>
                  <a:picLocks noChangeAspect="1" noChangeArrowheads="1"/>
                </p:cNvPicPr>
                <p:nvPr/>
              </p:nvPicPr>
              <p:blipFill>
                <a:blip r:embed="rId398">
                  <a:extLst>
                    <a:ext uri="{28A0092B-C50C-407E-A947-70E740481C1C}">
                      <a14:useLocalDpi xmlns:a14="http://schemas.microsoft.com/office/drawing/2010/main" val="0"/>
                    </a:ext>
                  </a:extLst>
                </a:blip>
                <a:srcRect/>
                <a:stretch>
                  <a:fillRect/>
                </a:stretch>
              </p:blipFill>
              <p:spPr bwMode="auto">
                <a:xfrm>
                  <a:off x="3797" y="2928"/>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3" name="Picture 1273">
                  <a:extLst>
                    <a:ext uri="{FF2B5EF4-FFF2-40B4-BE49-F238E27FC236}">
                      <a16:creationId xmlns:a16="http://schemas.microsoft.com/office/drawing/2014/main" id="{EBD613D1-8A7C-45D0-BAE9-AB2AEB2B2EE1}"/>
                    </a:ext>
                  </a:extLst>
                </p:cNvPr>
                <p:cNvPicPr>
                  <a:picLocks noChangeAspect="1" noChangeArrowheads="1"/>
                </p:cNvPicPr>
                <p:nvPr/>
              </p:nvPicPr>
              <p:blipFill>
                <a:blip r:embed="rId399">
                  <a:extLst>
                    <a:ext uri="{28A0092B-C50C-407E-A947-70E740481C1C}">
                      <a14:useLocalDpi xmlns:a14="http://schemas.microsoft.com/office/drawing/2010/main" val="0"/>
                    </a:ext>
                  </a:extLst>
                </a:blip>
                <a:srcRect/>
                <a:stretch>
                  <a:fillRect/>
                </a:stretch>
              </p:blipFill>
              <p:spPr bwMode="auto">
                <a:xfrm>
                  <a:off x="3797" y="2929"/>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1274">
                  <a:extLst>
                    <a:ext uri="{FF2B5EF4-FFF2-40B4-BE49-F238E27FC236}">
                      <a16:creationId xmlns:a16="http://schemas.microsoft.com/office/drawing/2014/main" id="{2EFBFCD0-6050-47AA-924C-0313684F1095}"/>
                    </a:ext>
                  </a:extLst>
                </p:cNvPr>
                <p:cNvPicPr>
                  <a:picLocks noChangeAspect="1" noChangeArrowheads="1"/>
                </p:cNvPicPr>
                <p:nvPr/>
              </p:nvPicPr>
              <p:blipFill>
                <a:blip r:embed="rId400">
                  <a:extLst>
                    <a:ext uri="{28A0092B-C50C-407E-A947-70E740481C1C}">
                      <a14:useLocalDpi xmlns:a14="http://schemas.microsoft.com/office/drawing/2010/main" val="0"/>
                    </a:ext>
                  </a:extLst>
                </a:blip>
                <a:srcRect/>
                <a:stretch>
                  <a:fillRect/>
                </a:stretch>
              </p:blipFill>
              <p:spPr bwMode="auto">
                <a:xfrm>
                  <a:off x="3797" y="2930"/>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5" name="Picture 1275">
                  <a:extLst>
                    <a:ext uri="{FF2B5EF4-FFF2-40B4-BE49-F238E27FC236}">
                      <a16:creationId xmlns:a16="http://schemas.microsoft.com/office/drawing/2014/main" id="{CA295469-B061-46D8-A336-F43E5D901D68}"/>
                    </a:ext>
                  </a:extLst>
                </p:cNvPr>
                <p:cNvPicPr>
                  <a:picLocks noChangeAspect="1" noChangeArrowheads="1"/>
                </p:cNvPicPr>
                <p:nvPr/>
              </p:nvPicPr>
              <p:blipFill>
                <a:blip r:embed="rId401">
                  <a:extLst>
                    <a:ext uri="{28A0092B-C50C-407E-A947-70E740481C1C}">
                      <a14:useLocalDpi xmlns:a14="http://schemas.microsoft.com/office/drawing/2010/main" val="0"/>
                    </a:ext>
                  </a:extLst>
                </a:blip>
                <a:srcRect/>
                <a:stretch>
                  <a:fillRect/>
                </a:stretch>
              </p:blipFill>
              <p:spPr bwMode="auto">
                <a:xfrm>
                  <a:off x="3797" y="2931"/>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6" name="Picture 1276">
                  <a:extLst>
                    <a:ext uri="{FF2B5EF4-FFF2-40B4-BE49-F238E27FC236}">
                      <a16:creationId xmlns:a16="http://schemas.microsoft.com/office/drawing/2014/main" id="{923112A8-2C3C-48A3-A146-31A02FA4C25F}"/>
                    </a:ext>
                  </a:extLst>
                </p:cNvPr>
                <p:cNvPicPr>
                  <a:picLocks noChangeAspect="1" noChangeArrowheads="1"/>
                </p:cNvPicPr>
                <p:nvPr/>
              </p:nvPicPr>
              <p:blipFill>
                <a:blip r:embed="rId402">
                  <a:extLst>
                    <a:ext uri="{28A0092B-C50C-407E-A947-70E740481C1C}">
                      <a14:useLocalDpi xmlns:a14="http://schemas.microsoft.com/office/drawing/2010/main" val="0"/>
                    </a:ext>
                  </a:extLst>
                </a:blip>
                <a:srcRect/>
                <a:stretch>
                  <a:fillRect/>
                </a:stretch>
              </p:blipFill>
              <p:spPr bwMode="auto">
                <a:xfrm>
                  <a:off x="3797" y="2932"/>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7" name="Picture 1277">
                  <a:extLst>
                    <a:ext uri="{FF2B5EF4-FFF2-40B4-BE49-F238E27FC236}">
                      <a16:creationId xmlns:a16="http://schemas.microsoft.com/office/drawing/2014/main" id="{DE35F8AD-84CE-4472-AE1E-9E65DA4F41EA}"/>
                    </a:ext>
                  </a:extLst>
                </p:cNvPr>
                <p:cNvPicPr>
                  <a:picLocks noChangeAspect="1" noChangeArrowheads="1"/>
                </p:cNvPicPr>
                <p:nvPr/>
              </p:nvPicPr>
              <p:blipFill>
                <a:blip r:embed="rId403">
                  <a:extLst>
                    <a:ext uri="{28A0092B-C50C-407E-A947-70E740481C1C}">
                      <a14:useLocalDpi xmlns:a14="http://schemas.microsoft.com/office/drawing/2010/main" val="0"/>
                    </a:ext>
                  </a:extLst>
                </a:blip>
                <a:srcRect/>
                <a:stretch>
                  <a:fillRect/>
                </a:stretch>
              </p:blipFill>
              <p:spPr bwMode="auto">
                <a:xfrm>
                  <a:off x="3797" y="2933"/>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8" name="Picture 1278">
                  <a:extLst>
                    <a:ext uri="{FF2B5EF4-FFF2-40B4-BE49-F238E27FC236}">
                      <a16:creationId xmlns:a16="http://schemas.microsoft.com/office/drawing/2014/main" id="{9A6EAB3F-3CDB-4A7B-87C2-E2E9CD99897E}"/>
                    </a:ext>
                  </a:extLst>
                </p:cNvPr>
                <p:cNvPicPr>
                  <a:picLocks noChangeAspect="1" noChangeArrowheads="1"/>
                </p:cNvPicPr>
                <p:nvPr/>
              </p:nvPicPr>
              <p:blipFill>
                <a:blip r:embed="rId404">
                  <a:extLst>
                    <a:ext uri="{28A0092B-C50C-407E-A947-70E740481C1C}">
                      <a14:useLocalDpi xmlns:a14="http://schemas.microsoft.com/office/drawing/2010/main" val="0"/>
                    </a:ext>
                  </a:extLst>
                </a:blip>
                <a:srcRect/>
                <a:stretch>
                  <a:fillRect/>
                </a:stretch>
              </p:blipFill>
              <p:spPr bwMode="auto">
                <a:xfrm>
                  <a:off x="3797" y="2934"/>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9" name="Picture 1279">
                  <a:extLst>
                    <a:ext uri="{FF2B5EF4-FFF2-40B4-BE49-F238E27FC236}">
                      <a16:creationId xmlns:a16="http://schemas.microsoft.com/office/drawing/2014/main" id="{242A5018-AA18-47A6-9A61-3C5C1BFCB760}"/>
                    </a:ext>
                  </a:extLst>
                </p:cNvPr>
                <p:cNvPicPr>
                  <a:picLocks noChangeAspect="1" noChangeArrowheads="1"/>
                </p:cNvPicPr>
                <p:nvPr/>
              </p:nvPicPr>
              <p:blipFill>
                <a:blip r:embed="rId405">
                  <a:extLst>
                    <a:ext uri="{28A0092B-C50C-407E-A947-70E740481C1C}">
                      <a14:useLocalDpi xmlns:a14="http://schemas.microsoft.com/office/drawing/2010/main" val="0"/>
                    </a:ext>
                  </a:extLst>
                </a:blip>
                <a:srcRect/>
                <a:stretch>
                  <a:fillRect/>
                </a:stretch>
              </p:blipFill>
              <p:spPr bwMode="auto">
                <a:xfrm>
                  <a:off x="3786" y="2935"/>
                  <a:ext cx="23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 name="Picture 1280">
                  <a:extLst>
                    <a:ext uri="{FF2B5EF4-FFF2-40B4-BE49-F238E27FC236}">
                      <a16:creationId xmlns:a16="http://schemas.microsoft.com/office/drawing/2014/main" id="{412C31FF-378C-415D-ACEF-5652B1C0B953}"/>
                    </a:ext>
                  </a:extLst>
                </p:cNvPr>
                <p:cNvPicPr>
                  <a:picLocks noChangeAspect="1" noChangeArrowheads="1"/>
                </p:cNvPicPr>
                <p:nvPr/>
              </p:nvPicPr>
              <p:blipFill>
                <a:blip r:embed="rId406">
                  <a:extLst>
                    <a:ext uri="{28A0092B-C50C-407E-A947-70E740481C1C}">
                      <a14:useLocalDpi xmlns:a14="http://schemas.microsoft.com/office/drawing/2010/main" val="0"/>
                    </a:ext>
                  </a:extLst>
                </a:blip>
                <a:srcRect/>
                <a:stretch>
                  <a:fillRect/>
                </a:stretch>
              </p:blipFill>
              <p:spPr bwMode="auto">
                <a:xfrm>
                  <a:off x="3785" y="2936"/>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1" name="Picture 1281">
                  <a:extLst>
                    <a:ext uri="{FF2B5EF4-FFF2-40B4-BE49-F238E27FC236}">
                      <a16:creationId xmlns:a16="http://schemas.microsoft.com/office/drawing/2014/main" id="{4FA1E36A-014F-4246-A7FB-6DD210B41791}"/>
                    </a:ext>
                  </a:extLst>
                </p:cNvPr>
                <p:cNvPicPr>
                  <a:picLocks noChangeAspect="1" noChangeArrowheads="1"/>
                </p:cNvPicPr>
                <p:nvPr/>
              </p:nvPicPr>
              <p:blipFill>
                <a:blip r:embed="rId407">
                  <a:extLst>
                    <a:ext uri="{28A0092B-C50C-407E-A947-70E740481C1C}">
                      <a14:useLocalDpi xmlns:a14="http://schemas.microsoft.com/office/drawing/2010/main" val="0"/>
                    </a:ext>
                  </a:extLst>
                </a:blip>
                <a:srcRect/>
                <a:stretch>
                  <a:fillRect/>
                </a:stretch>
              </p:blipFill>
              <p:spPr bwMode="auto">
                <a:xfrm>
                  <a:off x="3783" y="2937"/>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2" name="Picture 1282">
                  <a:extLst>
                    <a:ext uri="{FF2B5EF4-FFF2-40B4-BE49-F238E27FC236}">
                      <a16:creationId xmlns:a16="http://schemas.microsoft.com/office/drawing/2014/main" id="{D4CEF3E2-BC2D-4CA3-8410-031A69DE2F61}"/>
                    </a:ext>
                  </a:extLst>
                </p:cNvPr>
                <p:cNvPicPr>
                  <a:picLocks noChangeAspect="1" noChangeArrowheads="1"/>
                </p:cNvPicPr>
                <p:nvPr/>
              </p:nvPicPr>
              <p:blipFill>
                <a:blip r:embed="rId408">
                  <a:extLst>
                    <a:ext uri="{28A0092B-C50C-407E-A947-70E740481C1C}">
                      <a14:useLocalDpi xmlns:a14="http://schemas.microsoft.com/office/drawing/2010/main" val="0"/>
                    </a:ext>
                  </a:extLst>
                </a:blip>
                <a:srcRect/>
                <a:stretch>
                  <a:fillRect/>
                </a:stretch>
              </p:blipFill>
              <p:spPr bwMode="auto">
                <a:xfrm>
                  <a:off x="3782" y="2937"/>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3" name="Picture 1283">
                  <a:extLst>
                    <a:ext uri="{FF2B5EF4-FFF2-40B4-BE49-F238E27FC236}">
                      <a16:creationId xmlns:a16="http://schemas.microsoft.com/office/drawing/2014/main" id="{B4246218-A312-41CB-BBB1-82F81B7396E7}"/>
                    </a:ext>
                  </a:extLst>
                </p:cNvPr>
                <p:cNvPicPr>
                  <a:picLocks noChangeAspect="1" noChangeArrowheads="1"/>
                </p:cNvPicPr>
                <p:nvPr/>
              </p:nvPicPr>
              <p:blipFill>
                <a:blip r:embed="rId409">
                  <a:extLst>
                    <a:ext uri="{28A0092B-C50C-407E-A947-70E740481C1C}">
                      <a14:useLocalDpi xmlns:a14="http://schemas.microsoft.com/office/drawing/2010/main" val="0"/>
                    </a:ext>
                  </a:extLst>
                </a:blip>
                <a:srcRect/>
                <a:stretch>
                  <a:fillRect/>
                </a:stretch>
              </p:blipFill>
              <p:spPr bwMode="auto">
                <a:xfrm>
                  <a:off x="3782" y="2938"/>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4" name="Picture 1284">
                  <a:extLst>
                    <a:ext uri="{FF2B5EF4-FFF2-40B4-BE49-F238E27FC236}">
                      <a16:creationId xmlns:a16="http://schemas.microsoft.com/office/drawing/2014/main" id="{E96EDB65-6CDF-41D2-BC18-021F1E20D7C3}"/>
                    </a:ext>
                  </a:extLst>
                </p:cNvPr>
                <p:cNvPicPr>
                  <a:picLocks noChangeAspect="1" noChangeArrowheads="1"/>
                </p:cNvPicPr>
                <p:nvPr/>
              </p:nvPicPr>
              <p:blipFill>
                <a:blip r:embed="rId410">
                  <a:extLst>
                    <a:ext uri="{28A0092B-C50C-407E-A947-70E740481C1C}">
                      <a14:useLocalDpi xmlns:a14="http://schemas.microsoft.com/office/drawing/2010/main" val="0"/>
                    </a:ext>
                  </a:extLst>
                </a:blip>
                <a:srcRect/>
                <a:stretch>
                  <a:fillRect/>
                </a:stretch>
              </p:blipFill>
              <p:spPr bwMode="auto">
                <a:xfrm>
                  <a:off x="3782" y="293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5" name="Picture 1285">
                  <a:extLst>
                    <a:ext uri="{FF2B5EF4-FFF2-40B4-BE49-F238E27FC236}">
                      <a16:creationId xmlns:a16="http://schemas.microsoft.com/office/drawing/2014/main" id="{7CFFEA78-9817-4440-90CB-5F046757AC8F}"/>
                    </a:ext>
                  </a:extLst>
                </p:cNvPr>
                <p:cNvPicPr>
                  <a:picLocks noChangeAspect="1" noChangeArrowheads="1"/>
                </p:cNvPicPr>
                <p:nvPr/>
              </p:nvPicPr>
              <p:blipFill>
                <a:blip r:embed="rId411">
                  <a:extLst>
                    <a:ext uri="{28A0092B-C50C-407E-A947-70E740481C1C}">
                      <a14:useLocalDpi xmlns:a14="http://schemas.microsoft.com/office/drawing/2010/main" val="0"/>
                    </a:ext>
                  </a:extLst>
                </a:blip>
                <a:srcRect/>
                <a:stretch>
                  <a:fillRect/>
                </a:stretch>
              </p:blipFill>
              <p:spPr bwMode="auto">
                <a:xfrm>
                  <a:off x="3782" y="2940"/>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6" name="Picture 1286">
                  <a:extLst>
                    <a:ext uri="{FF2B5EF4-FFF2-40B4-BE49-F238E27FC236}">
                      <a16:creationId xmlns:a16="http://schemas.microsoft.com/office/drawing/2014/main" id="{5AB70D42-DE85-48D0-A2E9-686CC1253487}"/>
                    </a:ext>
                  </a:extLst>
                </p:cNvPr>
                <p:cNvPicPr>
                  <a:picLocks noChangeAspect="1" noChangeArrowheads="1"/>
                </p:cNvPicPr>
                <p:nvPr/>
              </p:nvPicPr>
              <p:blipFill>
                <a:blip r:embed="rId412">
                  <a:extLst>
                    <a:ext uri="{28A0092B-C50C-407E-A947-70E740481C1C}">
                      <a14:useLocalDpi xmlns:a14="http://schemas.microsoft.com/office/drawing/2010/main" val="0"/>
                    </a:ext>
                  </a:extLst>
                </a:blip>
                <a:srcRect/>
                <a:stretch>
                  <a:fillRect/>
                </a:stretch>
              </p:blipFill>
              <p:spPr bwMode="auto">
                <a:xfrm>
                  <a:off x="3782" y="294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7" name="Picture 1287">
                  <a:extLst>
                    <a:ext uri="{FF2B5EF4-FFF2-40B4-BE49-F238E27FC236}">
                      <a16:creationId xmlns:a16="http://schemas.microsoft.com/office/drawing/2014/main" id="{732A60EF-B7F3-421E-B720-758CFB7AB16B}"/>
                    </a:ext>
                  </a:extLst>
                </p:cNvPr>
                <p:cNvPicPr>
                  <a:picLocks noChangeAspect="1" noChangeArrowheads="1"/>
                </p:cNvPicPr>
                <p:nvPr/>
              </p:nvPicPr>
              <p:blipFill>
                <a:blip r:embed="rId413">
                  <a:extLst>
                    <a:ext uri="{28A0092B-C50C-407E-A947-70E740481C1C}">
                      <a14:useLocalDpi xmlns:a14="http://schemas.microsoft.com/office/drawing/2010/main" val="0"/>
                    </a:ext>
                  </a:extLst>
                </a:blip>
                <a:srcRect/>
                <a:stretch>
                  <a:fillRect/>
                </a:stretch>
              </p:blipFill>
              <p:spPr bwMode="auto">
                <a:xfrm>
                  <a:off x="3782" y="2942"/>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8" name="Picture 1288">
                  <a:extLst>
                    <a:ext uri="{FF2B5EF4-FFF2-40B4-BE49-F238E27FC236}">
                      <a16:creationId xmlns:a16="http://schemas.microsoft.com/office/drawing/2014/main" id="{A6C76CB7-91BF-43B1-8196-4F73FF058F1D}"/>
                    </a:ext>
                  </a:extLst>
                </p:cNvPr>
                <p:cNvPicPr>
                  <a:picLocks noChangeAspect="1" noChangeArrowheads="1"/>
                </p:cNvPicPr>
                <p:nvPr/>
              </p:nvPicPr>
              <p:blipFill>
                <a:blip r:embed="rId414">
                  <a:extLst>
                    <a:ext uri="{28A0092B-C50C-407E-A947-70E740481C1C}">
                      <a14:useLocalDpi xmlns:a14="http://schemas.microsoft.com/office/drawing/2010/main" val="0"/>
                    </a:ext>
                  </a:extLst>
                </a:blip>
                <a:srcRect/>
                <a:stretch>
                  <a:fillRect/>
                </a:stretch>
              </p:blipFill>
              <p:spPr bwMode="auto">
                <a:xfrm>
                  <a:off x="3782" y="2943"/>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9" name="Picture 1289">
                  <a:extLst>
                    <a:ext uri="{FF2B5EF4-FFF2-40B4-BE49-F238E27FC236}">
                      <a16:creationId xmlns:a16="http://schemas.microsoft.com/office/drawing/2014/main" id="{3AD3C27C-F57C-46F5-9411-30DF11B08FD8}"/>
                    </a:ext>
                  </a:extLst>
                </p:cNvPr>
                <p:cNvPicPr>
                  <a:picLocks noChangeAspect="1" noChangeArrowheads="1"/>
                </p:cNvPicPr>
                <p:nvPr/>
              </p:nvPicPr>
              <p:blipFill>
                <a:blip r:embed="rId415">
                  <a:extLst>
                    <a:ext uri="{28A0092B-C50C-407E-A947-70E740481C1C}">
                      <a14:useLocalDpi xmlns:a14="http://schemas.microsoft.com/office/drawing/2010/main" val="0"/>
                    </a:ext>
                  </a:extLst>
                </a:blip>
                <a:srcRect/>
                <a:stretch>
                  <a:fillRect/>
                </a:stretch>
              </p:blipFill>
              <p:spPr bwMode="auto">
                <a:xfrm>
                  <a:off x="3782" y="2944"/>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0" name="Picture 1290">
                  <a:extLst>
                    <a:ext uri="{FF2B5EF4-FFF2-40B4-BE49-F238E27FC236}">
                      <a16:creationId xmlns:a16="http://schemas.microsoft.com/office/drawing/2014/main" id="{40254A2B-9576-4888-BE7F-2D6B03F28BE8}"/>
                    </a:ext>
                  </a:extLst>
                </p:cNvPr>
                <p:cNvPicPr>
                  <a:picLocks noChangeAspect="1" noChangeArrowheads="1"/>
                </p:cNvPicPr>
                <p:nvPr/>
              </p:nvPicPr>
              <p:blipFill>
                <a:blip r:embed="rId416">
                  <a:extLst>
                    <a:ext uri="{28A0092B-C50C-407E-A947-70E740481C1C}">
                      <a14:useLocalDpi xmlns:a14="http://schemas.microsoft.com/office/drawing/2010/main" val="0"/>
                    </a:ext>
                  </a:extLst>
                </a:blip>
                <a:srcRect/>
                <a:stretch>
                  <a:fillRect/>
                </a:stretch>
              </p:blipFill>
              <p:spPr bwMode="auto">
                <a:xfrm>
                  <a:off x="3782" y="294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 name="Picture 1291">
                  <a:extLst>
                    <a:ext uri="{FF2B5EF4-FFF2-40B4-BE49-F238E27FC236}">
                      <a16:creationId xmlns:a16="http://schemas.microsoft.com/office/drawing/2014/main" id="{33048B7A-0243-4482-B585-1D2316E25A51}"/>
                    </a:ext>
                  </a:extLst>
                </p:cNvPr>
                <p:cNvPicPr>
                  <a:picLocks noChangeAspect="1" noChangeArrowheads="1"/>
                </p:cNvPicPr>
                <p:nvPr/>
              </p:nvPicPr>
              <p:blipFill>
                <a:blip r:embed="rId417">
                  <a:extLst>
                    <a:ext uri="{28A0092B-C50C-407E-A947-70E740481C1C}">
                      <a14:useLocalDpi xmlns:a14="http://schemas.microsoft.com/office/drawing/2010/main" val="0"/>
                    </a:ext>
                  </a:extLst>
                </a:blip>
                <a:srcRect/>
                <a:stretch>
                  <a:fillRect/>
                </a:stretch>
              </p:blipFill>
              <p:spPr bwMode="auto">
                <a:xfrm>
                  <a:off x="3782" y="2946"/>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2" name="Picture 1292">
                  <a:extLst>
                    <a:ext uri="{FF2B5EF4-FFF2-40B4-BE49-F238E27FC236}">
                      <a16:creationId xmlns:a16="http://schemas.microsoft.com/office/drawing/2014/main" id="{6A5815CD-87D1-4AB1-ABAB-616FFB4712AC}"/>
                    </a:ext>
                  </a:extLst>
                </p:cNvPr>
                <p:cNvPicPr>
                  <a:picLocks noChangeAspect="1" noChangeArrowheads="1"/>
                </p:cNvPicPr>
                <p:nvPr/>
              </p:nvPicPr>
              <p:blipFill>
                <a:blip r:embed="rId418">
                  <a:extLst>
                    <a:ext uri="{28A0092B-C50C-407E-A947-70E740481C1C}">
                      <a14:useLocalDpi xmlns:a14="http://schemas.microsoft.com/office/drawing/2010/main" val="0"/>
                    </a:ext>
                  </a:extLst>
                </a:blip>
                <a:srcRect/>
                <a:stretch>
                  <a:fillRect/>
                </a:stretch>
              </p:blipFill>
              <p:spPr bwMode="auto">
                <a:xfrm>
                  <a:off x="3783" y="2947"/>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3" name="Picture 1293">
                  <a:extLst>
                    <a:ext uri="{FF2B5EF4-FFF2-40B4-BE49-F238E27FC236}">
                      <a16:creationId xmlns:a16="http://schemas.microsoft.com/office/drawing/2014/main" id="{56FD7E58-6F51-454E-ABDD-4CA34D812888}"/>
                    </a:ext>
                  </a:extLst>
                </p:cNvPr>
                <p:cNvPicPr>
                  <a:picLocks noChangeAspect="1" noChangeArrowheads="1"/>
                </p:cNvPicPr>
                <p:nvPr/>
              </p:nvPicPr>
              <p:blipFill>
                <a:blip r:embed="rId419">
                  <a:extLst>
                    <a:ext uri="{28A0092B-C50C-407E-A947-70E740481C1C}">
                      <a14:useLocalDpi xmlns:a14="http://schemas.microsoft.com/office/drawing/2010/main" val="0"/>
                    </a:ext>
                  </a:extLst>
                </a:blip>
                <a:srcRect/>
                <a:stretch>
                  <a:fillRect/>
                </a:stretch>
              </p:blipFill>
              <p:spPr bwMode="auto">
                <a:xfrm>
                  <a:off x="3784" y="2948"/>
                  <a:ext cx="23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4" name="Picture 1294">
                  <a:extLst>
                    <a:ext uri="{FF2B5EF4-FFF2-40B4-BE49-F238E27FC236}">
                      <a16:creationId xmlns:a16="http://schemas.microsoft.com/office/drawing/2014/main" id="{75C9AE98-5D77-476C-A240-E601AD073707}"/>
                    </a:ext>
                  </a:extLst>
                </p:cNvPr>
                <p:cNvPicPr>
                  <a:picLocks noChangeAspect="1" noChangeArrowheads="1"/>
                </p:cNvPicPr>
                <p:nvPr/>
              </p:nvPicPr>
              <p:blipFill>
                <a:blip r:embed="rId420">
                  <a:extLst>
                    <a:ext uri="{28A0092B-C50C-407E-A947-70E740481C1C}">
                      <a14:useLocalDpi xmlns:a14="http://schemas.microsoft.com/office/drawing/2010/main" val="0"/>
                    </a:ext>
                  </a:extLst>
                </a:blip>
                <a:srcRect/>
                <a:stretch>
                  <a:fillRect/>
                </a:stretch>
              </p:blipFill>
              <p:spPr bwMode="auto">
                <a:xfrm>
                  <a:off x="3786" y="2949"/>
                  <a:ext cx="23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5" name="Picture 1295">
                  <a:extLst>
                    <a:ext uri="{FF2B5EF4-FFF2-40B4-BE49-F238E27FC236}">
                      <a16:creationId xmlns:a16="http://schemas.microsoft.com/office/drawing/2014/main" id="{8D86C036-7309-496A-995A-341C9F50B65D}"/>
                    </a:ext>
                  </a:extLst>
                </p:cNvPr>
                <p:cNvPicPr>
                  <a:picLocks noChangeAspect="1" noChangeArrowheads="1"/>
                </p:cNvPicPr>
                <p:nvPr/>
              </p:nvPicPr>
              <p:blipFill>
                <a:blip r:embed="rId421">
                  <a:extLst>
                    <a:ext uri="{28A0092B-C50C-407E-A947-70E740481C1C}">
                      <a14:useLocalDpi xmlns:a14="http://schemas.microsoft.com/office/drawing/2010/main" val="0"/>
                    </a:ext>
                  </a:extLst>
                </a:blip>
                <a:srcRect/>
                <a:stretch>
                  <a:fillRect/>
                </a:stretch>
              </p:blipFill>
              <p:spPr bwMode="auto">
                <a:xfrm>
                  <a:off x="3797" y="2950"/>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6" name="Picture 1296">
                  <a:extLst>
                    <a:ext uri="{FF2B5EF4-FFF2-40B4-BE49-F238E27FC236}">
                      <a16:creationId xmlns:a16="http://schemas.microsoft.com/office/drawing/2014/main" id="{FD43685F-3D3E-4688-AAF0-354D9B80B43B}"/>
                    </a:ext>
                  </a:extLst>
                </p:cNvPr>
                <p:cNvPicPr>
                  <a:picLocks noChangeAspect="1" noChangeArrowheads="1"/>
                </p:cNvPicPr>
                <p:nvPr/>
              </p:nvPicPr>
              <p:blipFill>
                <a:blip r:embed="rId422">
                  <a:extLst>
                    <a:ext uri="{28A0092B-C50C-407E-A947-70E740481C1C}">
                      <a14:useLocalDpi xmlns:a14="http://schemas.microsoft.com/office/drawing/2010/main" val="0"/>
                    </a:ext>
                  </a:extLst>
                </a:blip>
                <a:srcRect/>
                <a:stretch>
                  <a:fillRect/>
                </a:stretch>
              </p:blipFill>
              <p:spPr bwMode="auto">
                <a:xfrm>
                  <a:off x="3797" y="2951"/>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7" name="Picture 1297">
                  <a:extLst>
                    <a:ext uri="{FF2B5EF4-FFF2-40B4-BE49-F238E27FC236}">
                      <a16:creationId xmlns:a16="http://schemas.microsoft.com/office/drawing/2014/main" id="{9437E503-2EBB-43C3-9BF5-A3ABE147AA2C}"/>
                    </a:ext>
                  </a:extLst>
                </p:cNvPr>
                <p:cNvPicPr>
                  <a:picLocks noChangeAspect="1" noChangeArrowheads="1"/>
                </p:cNvPicPr>
                <p:nvPr/>
              </p:nvPicPr>
              <p:blipFill>
                <a:blip r:embed="rId423">
                  <a:extLst>
                    <a:ext uri="{28A0092B-C50C-407E-A947-70E740481C1C}">
                      <a14:useLocalDpi xmlns:a14="http://schemas.microsoft.com/office/drawing/2010/main" val="0"/>
                    </a:ext>
                  </a:extLst>
                </a:blip>
                <a:srcRect/>
                <a:stretch>
                  <a:fillRect/>
                </a:stretch>
              </p:blipFill>
              <p:spPr bwMode="auto">
                <a:xfrm>
                  <a:off x="3797" y="2952"/>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8" name="Picture 1298">
                  <a:extLst>
                    <a:ext uri="{FF2B5EF4-FFF2-40B4-BE49-F238E27FC236}">
                      <a16:creationId xmlns:a16="http://schemas.microsoft.com/office/drawing/2014/main" id="{7C7114D6-1D0F-4E65-96A3-587F409B9170}"/>
                    </a:ext>
                  </a:extLst>
                </p:cNvPr>
                <p:cNvPicPr>
                  <a:picLocks noChangeAspect="1" noChangeArrowheads="1"/>
                </p:cNvPicPr>
                <p:nvPr/>
              </p:nvPicPr>
              <p:blipFill>
                <a:blip r:embed="rId424">
                  <a:extLst>
                    <a:ext uri="{28A0092B-C50C-407E-A947-70E740481C1C}">
                      <a14:useLocalDpi xmlns:a14="http://schemas.microsoft.com/office/drawing/2010/main" val="0"/>
                    </a:ext>
                  </a:extLst>
                </a:blip>
                <a:srcRect/>
                <a:stretch>
                  <a:fillRect/>
                </a:stretch>
              </p:blipFill>
              <p:spPr bwMode="auto">
                <a:xfrm>
                  <a:off x="3797" y="2953"/>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9" name="Picture 1299">
                  <a:extLst>
                    <a:ext uri="{FF2B5EF4-FFF2-40B4-BE49-F238E27FC236}">
                      <a16:creationId xmlns:a16="http://schemas.microsoft.com/office/drawing/2014/main" id="{E10DEB94-BCA8-4598-944D-89B9364AB0C7}"/>
                    </a:ext>
                  </a:extLst>
                </p:cNvPr>
                <p:cNvPicPr>
                  <a:picLocks noChangeAspect="1" noChangeArrowheads="1"/>
                </p:cNvPicPr>
                <p:nvPr/>
              </p:nvPicPr>
              <p:blipFill>
                <a:blip r:embed="rId425">
                  <a:extLst>
                    <a:ext uri="{28A0092B-C50C-407E-A947-70E740481C1C}">
                      <a14:useLocalDpi xmlns:a14="http://schemas.microsoft.com/office/drawing/2010/main" val="0"/>
                    </a:ext>
                  </a:extLst>
                </a:blip>
                <a:srcRect/>
                <a:stretch>
                  <a:fillRect/>
                </a:stretch>
              </p:blipFill>
              <p:spPr bwMode="auto">
                <a:xfrm>
                  <a:off x="3797" y="2954"/>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0" name="Picture 1300">
                  <a:extLst>
                    <a:ext uri="{FF2B5EF4-FFF2-40B4-BE49-F238E27FC236}">
                      <a16:creationId xmlns:a16="http://schemas.microsoft.com/office/drawing/2014/main" id="{0A622DE8-3490-4FE3-9018-DD2DE0F94B56}"/>
                    </a:ext>
                  </a:extLst>
                </p:cNvPr>
                <p:cNvPicPr>
                  <a:picLocks noChangeAspect="1" noChangeArrowheads="1"/>
                </p:cNvPicPr>
                <p:nvPr/>
              </p:nvPicPr>
              <p:blipFill>
                <a:blip r:embed="rId426">
                  <a:extLst>
                    <a:ext uri="{28A0092B-C50C-407E-A947-70E740481C1C}">
                      <a14:useLocalDpi xmlns:a14="http://schemas.microsoft.com/office/drawing/2010/main" val="0"/>
                    </a:ext>
                  </a:extLst>
                </a:blip>
                <a:srcRect/>
                <a:stretch>
                  <a:fillRect/>
                </a:stretch>
              </p:blipFill>
              <p:spPr bwMode="auto">
                <a:xfrm>
                  <a:off x="3793" y="2955"/>
                  <a:ext cx="2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 name="Picture 1301">
                  <a:extLst>
                    <a:ext uri="{FF2B5EF4-FFF2-40B4-BE49-F238E27FC236}">
                      <a16:creationId xmlns:a16="http://schemas.microsoft.com/office/drawing/2014/main" id="{14CD5991-5F27-4930-A99A-E4A0D31BB502}"/>
                    </a:ext>
                  </a:extLst>
                </p:cNvPr>
                <p:cNvPicPr>
                  <a:picLocks noChangeAspect="1" noChangeArrowheads="1"/>
                </p:cNvPicPr>
                <p:nvPr/>
              </p:nvPicPr>
              <p:blipFill>
                <a:blip r:embed="rId427">
                  <a:extLst>
                    <a:ext uri="{28A0092B-C50C-407E-A947-70E740481C1C}">
                      <a14:useLocalDpi xmlns:a14="http://schemas.microsoft.com/office/drawing/2010/main" val="0"/>
                    </a:ext>
                  </a:extLst>
                </a:blip>
                <a:srcRect/>
                <a:stretch>
                  <a:fillRect/>
                </a:stretch>
              </p:blipFill>
              <p:spPr bwMode="auto">
                <a:xfrm>
                  <a:off x="3785" y="2956"/>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2" name="Picture 1302">
                  <a:extLst>
                    <a:ext uri="{FF2B5EF4-FFF2-40B4-BE49-F238E27FC236}">
                      <a16:creationId xmlns:a16="http://schemas.microsoft.com/office/drawing/2014/main" id="{635FFDAB-F7C5-496C-98E4-273257EEFE5B}"/>
                    </a:ext>
                  </a:extLst>
                </p:cNvPr>
                <p:cNvPicPr>
                  <a:picLocks noChangeAspect="1" noChangeArrowheads="1"/>
                </p:cNvPicPr>
                <p:nvPr/>
              </p:nvPicPr>
              <p:blipFill>
                <a:blip r:embed="rId428">
                  <a:extLst>
                    <a:ext uri="{28A0092B-C50C-407E-A947-70E740481C1C}">
                      <a14:useLocalDpi xmlns:a14="http://schemas.microsoft.com/office/drawing/2010/main" val="0"/>
                    </a:ext>
                  </a:extLst>
                </a:blip>
                <a:srcRect/>
                <a:stretch>
                  <a:fillRect/>
                </a:stretch>
              </p:blipFill>
              <p:spPr bwMode="auto">
                <a:xfrm>
                  <a:off x="3783" y="2957"/>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3" name="Picture 1303">
                  <a:extLst>
                    <a:ext uri="{FF2B5EF4-FFF2-40B4-BE49-F238E27FC236}">
                      <a16:creationId xmlns:a16="http://schemas.microsoft.com/office/drawing/2014/main" id="{467600DB-ABA2-48F8-A165-D57DA1FEB321}"/>
                    </a:ext>
                  </a:extLst>
                </p:cNvPr>
                <p:cNvPicPr>
                  <a:picLocks noChangeAspect="1" noChangeArrowheads="1"/>
                </p:cNvPicPr>
                <p:nvPr/>
              </p:nvPicPr>
              <p:blipFill>
                <a:blip r:embed="rId429">
                  <a:extLst>
                    <a:ext uri="{28A0092B-C50C-407E-A947-70E740481C1C}">
                      <a14:useLocalDpi xmlns:a14="http://schemas.microsoft.com/office/drawing/2010/main" val="0"/>
                    </a:ext>
                  </a:extLst>
                </a:blip>
                <a:srcRect/>
                <a:stretch>
                  <a:fillRect/>
                </a:stretch>
              </p:blipFill>
              <p:spPr bwMode="auto">
                <a:xfrm>
                  <a:off x="3782" y="2958"/>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4" name="Picture 1304">
                  <a:extLst>
                    <a:ext uri="{FF2B5EF4-FFF2-40B4-BE49-F238E27FC236}">
                      <a16:creationId xmlns:a16="http://schemas.microsoft.com/office/drawing/2014/main" id="{AF6F1DFC-B1F9-4269-B005-B8B0EA888168}"/>
                    </a:ext>
                  </a:extLst>
                </p:cNvPr>
                <p:cNvPicPr>
                  <a:picLocks noChangeAspect="1" noChangeArrowheads="1"/>
                </p:cNvPicPr>
                <p:nvPr/>
              </p:nvPicPr>
              <p:blipFill>
                <a:blip r:embed="rId430">
                  <a:extLst>
                    <a:ext uri="{28A0092B-C50C-407E-A947-70E740481C1C}">
                      <a14:useLocalDpi xmlns:a14="http://schemas.microsoft.com/office/drawing/2010/main" val="0"/>
                    </a:ext>
                  </a:extLst>
                </a:blip>
                <a:srcRect/>
                <a:stretch>
                  <a:fillRect/>
                </a:stretch>
              </p:blipFill>
              <p:spPr bwMode="auto">
                <a:xfrm>
                  <a:off x="3782" y="295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5" name="Picture 1305">
                  <a:extLst>
                    <a:ext uri="{FF2B5EF4-FFF2-40B4-BE49-F238E27FC236}">
                      <a16:creationId xmlns:a16="http://schemas.microsoft.com/office/drawing/2014/main" id="{2C3E3557-7E41-420A-8831-36A2B484B7A8}"/>
                    </a:ext>
                  </a:extLst>
                </p:cNvPr>
                <p:cNvPicPr>
                  <a:picLocks noChangeAspect="1" noChangeArrowheads="1"/>
                </p:cNvPicPr>
                <p:nvPr/>
              </p:nvPicPr>
              <p:blipFill>
                <a:blip r:embed="rId431">
                  <a:extLst>
                    <a:ext uri="{28A0092B-C50C-407E-A947-70E740481C1C}">
                      <a14:useLocalDpi xmlns:a14="http://schemas.microsoft.com/office/drawing/2010/main" val="0"/>
                    </a:ext>
                  </a:extLst>
                </a:blip>
                <a:srcRect/>
                <a:stretch>
                  <a:fillRect/>
                </a:stretch>
              </p:blipFill>
              <p:spPr bwMode="auto">
                <a:xfrm>
                  <a:off x="3782" y="2960"/>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6" name="Picture 1306">
                  <a:extLst>
                    <a:ext uri="{FF2B5EF4-FFF2-40B4-BE49-F238E27FC236}">
                      <a16:creationId xmlns:a16="http://schemas.microsoft.com/office/drawing/2014/main" id="{B49259F4-2C73-433C-BE96-6DE436FDB4E1}"/>
                    </a:ext>
                  </a:extLst>
                </p:cNvPr>
                <p:cNvPicPr>
                  <a:picLocks noChangeAspect="1" noChangeArrowheads="1"/>
                </p:cNvPicPr>
                <p:nvPr/>
              </p:nvPicPr>
              <p:blipFill>
                <a:blip r:embed="rId432">
                  <a:extLst>
                    <a:ext uri="{28A0092B-C50C-407E-A947-70E740481C1C}">
                      <a14:useLocalDpi xmlns:a14="http://schemas.microsoft.com/office/drawing/2010/main" val="0"/>
                    </a:ext>
                  </a:extLst>
                </a:blip>
                <a:srcRect/>
                <a:stretch>
                  <a:fillRect/>
                </a:stretch>
              </p:blipFill>
              <p:spPr bwMode="auto">
                <a:xfrm>
                  <a:off x="3782" y="296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7" name="Picture 1307">
                  <a:extLst>
                    <a:ext uri="{FF2B5EF4-FFF2-40B4-BE49-F238E27FC236}">
                      <a16:creationId xmlns:a16="http://schemas.microsoft.com/office/drawing/2014/main" id="{72432127-B22E-42DB-9058-603607C9CEB0}"/>
                    </a:ext>
                  </a:extLst>
                </p:cNvPr>
                <p:cNvPicPr>
                  <a:picLocks noChangeAspect="1" noChangeArrowheads="1"/>
                </p:cNvPicPr>
                <p:nvPr/>
              </p:nvPicPr>
              <p:blipFill>
                <a:blip r:embed="rId433">
                  <a:extLst>
                    <a:ext uri="{28A0092B-C50C-407E-A947-70E740481C1C}">
                      <a14:useLocalDpi xmlns:a14="http://schemas.microsoft.com/office/drawing/2010/main" val="0"/>
                    </a:ext>
                  </a:extLst>
                </a:blip>
                <a:srcRect/>
                <a:stretch>
                  <a:fillRect/>
                </a:stretch>
              </p:blipFill>
              <p:spPr bwMode="auto">
                <a:xfrm>
                  <a:off x="3782" y="296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8" name="Picture 1308">
                  <a:extLst>
                    <a:ext uri="{FF2B5EF4-FFF2-40B4-BE49-F238E27FC236}">
                      <a16:creationId xmlns:a16="http://schemas.microsoft.com/office/drawing/2014/main" id="{D21D8B46-8B2F-426B-93E5-C6757F663C6C}"/>
                    </a:ext>
                  </a:extLst>
                </p:cNvPr>
                <p:cNvPicPr>
                  <a:picLocks noChangeAspect="1" noChangeArrowheads="1"/>
                </p:cNvPicPr>
                <p:nvPr/>
              </p:nvPicPr>
              <p:blipFill>
                <a:blip r:embed="rId434">
                  <a:extLst>
                    <a:ext uri="{28A0092B-C50C-407E-A947-70E740481C1C}">
                      <a14:useLocalDpi xmlns:a14="http://schemas.microsoft.com/office/drawing/2010/main" val="0"/>
                    </a:ext>
                  </a:extLst>
                </a:blip>
                <a:srcRect/>
                <a:stretch>
                  <a:fillRect/>
                </a:stretch>
              </p:blipFill>
              <p:spPr bwMode="auto">
                <a:xfrm>
                  <a:off x="3782" y="2962"/>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9" name="Picture 1309">
                  <a:extLst>
                    <a:ext uri="{FF2B5EF4-FFF2-40B4-BE49-F238E27FC236}">
                      <a16:creationId xmlns:a16="http://schemas.microsoft.com/office/drawing/2014/main" id="{558DBDB0-0AF1-4902-82C7-B9B118ADDB73}"/>
                    </a:ext>
                  </a:extLst>
                </p:cNvPr>
                <p:cNvPicPr>
                  <a:picLocks noChangeAspect="1" noChangeArrowheads="1"/>
                </p:cNvPicPr>
                <p:nvPr/>
              </p:nvPicPr>
              <p:blipFill>
                <a:blip r:embed="rId435">
                  <a:extLst>
                    <a:ext uri="{28A0092B-C50C-407E-A947-70E740481C1C}">
                      <a14:useLocalDpi xmlns:a14="http://schemas.microsoft.com/office/drawing/2010/main" val="0"/>
                    </a:ext>
                  </a:extLst>
                </a:blip>
                <a:srcRect/>
                <a:stretch>
                  <a:fillRect/>
                </a:stretch>
              </p:blipFill>
              <p:spPr bwMode="auto">
                <a:xfrm>
                  <a:off x="3782" y="2963"/>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0" name="Picture 1310">
                  <a:extLst>
                    <a:ext uri="{FF2B5EF4-FFF2-40B4-BE49-F238E27FC236}">
                      <a16:creationId xmlns:a16="http://schemas.microsoft.com/office/drawing/2014/main" id="{D0208F8D-3785-4347-8BE7-6346DF54E22A}"/>
                    </a:ext>
                  </a:extLst>
                </p:cNvPr>
                <p:cNvPicPr>
                  <a:picLocks noChangeAspect="1" noChangeArrowheads="1"/>
                </p:cNvPicPr>
                <p:nvPr/>
              </p:nvPicPr>
              <p:blipFill>
                <a:blip r:embed="rId436">
                  <a:extLst>
                    <a:ext uri="{28A0092B-C50C-407E-A947-70E740481C1C}">
                      <a14:useLocalDpi xmlns:a14="http://schemas.microsoft.com/office/drawing/2010/main" val="0"/>
                    </a:ext>
                  </a:extLst>
                </a:blip>
                <a:srcRect/>
                <a:stretch>
                  <a:fillRect/>
                </a:stretch>
              </p:blipFill>
              <p:spPr bwMode="auto">
                <a:xfrm>
                  <a:off x="3782" y="2964"/>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 name="Picture 1311">
                  <a:extLst>
                    <a:ext uri="{FF2B5EF4-FFF2-40B4-BE49-F238E27FC236}">
                      <a16:creationId xmlns:a16="http://schemas.microsoft.com/office/drawing/2014/main" id="{8184909C-FA88-4D68-BFA9-BF4AF0EA3986}"/>
                    </a:ext>
                  </a:extLst>
                </p:cNvPr>
                <p:cNvPicPr>
                  <a:picLocks noChangeAspect="1" noChangeArrowheads="1"/>
                </p:cNvPicPr>
                <p:nvPr/>
              </p:nvPicPr>
              <p:blipFill>
                <a:blip r:embed="rId437">
                  <a:extLst>
                    <a:ext uri="{28A0092B-C50C-407E-A947-70E740481C1C}">
                      <a14:useLocalDpi xmlns:a14="http://schemas.microsoft.com/office/drawing/2010/main" val="0"/>
                    </a:ext>
                  </a:extLst>
                </a:blip>
                <a:srcRect/>
                <a:stretch>
                  <a:fillRect/>
                </a:stretch>
              </p:blipFill>
              <p:spPr bwMode="auto">
                <a:xfrm>
                  <a:off x="3782" y="296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2" name="Picture 1312">
                  <a:extLst>
                    <a:ext uri="{FF2B5EF4-FFF2-40B4-BE49-F238E27FC236}">
                      <a16:creationId xmlns:a16="http://schemas.microsoft.com/office/drawing/2014/main" id="{411BACB3-7087-4E8F-BBA4-F792F59FC0D9}"/>
                    </a:ext>
                  </a:extLst>
                </p:cNvPr>
                <p:cNvPicPr>
                  <a:picLocks noChangeAspect="1" noChangeArrowheads="1"/>
                </p:cNvPicPr>
                <p:nvPr/>
              </p:nvPicPr>
              <p:blipFill>
                <a:blip r:embed="rId438">
                  <a:extLst>
                    <a:ext uri="{28A0092B-C50C-407E-A947-70E740481C1C}">
                      <a14:useLocalDpi xmlns:a14="http://schemas.microsoft.com/office/drawing/2010/main" val="0"/>
                    </a:ext>
                  </a:extLst>
                </a:blip>
                <a:srcRect/>
                <a:stretch>
                  <a:fillRect/>
                </a:stretch>
              </p:blipFill>
              <p:spPr bwMode="auto">
                <a:xfrm>
                  <a:off x="3782" y="2966"/>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3" name="Picture 1313">
                  <a:extLst>
                    <a:ext uri="{FF2B5EF4-FFF2-40B4-BE49-F238E27FC236}">
                      <a16:creationId xmlns:a16="http://schemas.microsoft.com/office/drawing/2014/main" id="{30F632A6-69BE-4114-A609-383995E6CD98}"/>
                    </a:ext>
                  </a:extLst>
                </p:cNvPr>
                <p:cNvPicPr>
                  <a:picLocks noChangeAspect="1" noChangeArrowheads="1"/>
                </p:cNvPicPr>
                <p:nvPr/>
              </p:nvPicPr>
              <p:blipFill>
                <a:blip r:embed="rId439">
                  <a:extLst>
                    <a:ext uri="{28A0092B-C50C-407E-A947-70E740481C1C}">
                      <a14:useLocalDpi xmlns:a14="http://schemas.microsoft.com/office/drawing/2010/main" val="0"/>
                    </a:ext>
                  </a:extLst>
                </a:blip>
                <a:srcRect/>
                <a:stretch>
                  <a:fillRect/>
                </a:stretch>
              </p:blipFill>
              <p:spPr bwMode="auto">
                <a:xfrm>
                  <a:off x="3782" y="2967"/>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4" name="Picture 1314">
                  <a:extLst>
                    <a:ext uri="{FF2B5EF4-FFF2-40B4-BE49-F238E27FC236}">
                      <a16:creationId xmlns:a16="http://schemas.microsoft.com/office/drawing/2014/main" id="{4CA11937-6B6B-4050-B3CA-CA2CD9047242}"/>
                    </a:ext>
                  </a:extLst>
                </p:cNvPr>
                <p:cNvPicPr>
                  <a:picLocks noChangeAspect="1" noChangeArrowheads="1"/>
                </p:cNvPicPr>
                <p:nvPr/>
              </p:nvPicPr>
              <p:blipFill>
                <a:blip r:embed="rId440">
                  <a:extLst>
                    <a:ext uri="{28A0092B-C50C-407E-A947-70E740481C1C}">
                      <a14:useLocalDpi xmlns:a14="http://schemas.microsoft.com/office/drawing/2010/main" val="0"/>
                    </a:ext>
                  </a:extLst>
                </a:blip>
                <a:srcRect/>
                <a:stretch>
                  <a:fillRect/>
                </a:stretch>
              </p:blipFill>
              <p:spPr bwMode="auto">
                <a:xfrm>
                  <a:off x="3783" y="2968"/>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5" name="Picture 1315">
                  <a:extLst>
                    <a:ext uri="{FF2B5EF4-FFF2-40B4-BE49-F238E27FC236}">
                      <a16:creationId xmlns:a16="http://schemas.microsoft.com/office/drawing/2014/main" id="{A09E7644-0EC5-4068-9D05-85C239D9EDFE}"/>
                    </a:ext>
                  </a:extLst>
                </p:cNvPr>
                <p:cNvPicPr>
                  <a:picLocks noChangeAspect="1" noChangeArrowheads="1"/>
                </p:cNvPicPr>
                <p:nvPr/>
              </p:nvPicPr>
              <p:blipFill>
                <a:blip r:embed="rId441">
                  <a:extLst>
                    <a:ext uri="{28A0092B-C50C-407E-A947-70E740481C1C}">
                      <a14:useLocalDpi xmlns:a14="http://schemas.microsoft.com/office/drawing/2010/main" val="0"/>
                    </a:ext>
                  </a:extLst>
                </a:blip>
                <a:srcRect/>
                <a:stretch>
                  <a:fillRect/>
                </a:stretch>
              </p:blipFill>
              <p:spPr bwMode="auto">
                <a:xfrm>
                  <a:off x="3785" y="2969"/>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6" name="Picture 1316">
                  <a:extLst>
                    <a:ext uri="{FF2B5EF4-FFF2-40B4-BE49-F238E27FC236}">
                      <a16:creationId xmlns:a16="http://schemas.microsoft.com/office/drawing/2014/main" id="{D34B9F69-E707-457F-AEA8-60604066E1E1}"/>
                    </a:ext>
                  </a:extLst>
                </p:cNvPr>
                <p:cNvPicPr>
                  <a:picLocks noChangeAspect="1" noChangeArrowheads="1"/>
                </p:cNvPicPr>
                <p:nvPr/>
              </p:nvPicPr>
              <p:blipFill>
                <a:blip r:embed="rId442">
                  <a:extLst>
                    <a:ext uri="{28A0092B-C50C-407E-A947-70E740481C1C}">
                      <a14:useLocalDpi xmlns:a14="http://schemas.microsoft.com/office/drawing/2010/main" val="0"/>
                    </a:ext>
                  </a:extLst>
                </a:blip>
                <a:srcRect/>
                <a:stretch>
                  <a:fillRect/>
                </a:stretch>
              </p:blipFill>
              <p:spPr bwMode="auto">
                <a:xfrm>
                  <a:off x="3793" y="2970"/>
                  <a:ext cx="2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7" name="Picture 1317">
                  <a:extLst>
                    <a:ext uri="{FF2B5EF4-FFF2-40B4-BE49-F238E27FC236}">
                      <a16:creationId xmlns:a16="http://schemas.microsoft.com/office/drawing/2014/main" id="{5191386A-9253-4598-9C60-C4F3FED243D2}"/>
                    </a:ext>
                  </a:extLst>
                </p:cNvPr>
                <p:cNvPicPr>
                  <a:picLocks noChangeAspect="1" noChangeArrowheads="1"/>
                </p:cNvPicPr>
                <p:nvPr/>
              </p:nvPicPr>
              <p:blipFill>
                <a:blip r:embed="rId443">
                  <a:extLst>
                    <a:ext uri="{28A0092B-C50C-407E-A947-70E740481C1C}">
                      <a14:useLocalDpi xmlns:a14="http://schemas.microsoft.com/office/drawing/2010/main" val="0"/>
                    </a:ext>
                  </a:extLst>
                </a:blip>
                <a:srcRect/>
                <a:stretch>
                  <a:fillRect/>
                </a:stretch>
              </p:blipFill>
              <p:spPr bwMode="auto">
                <a:xfrm>
                  <a:off x="3797" y="2971"/>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8" name="Picture 1318">
                  <a:extLst>
                    <a:ext uri="{FF2B5EF4-FFF2-40B4-BE49-F238E27FC236}">
                      <a16:creationId xmlns:a16="http://schemas.microsoft.com/office/drawing/2014/main" id="{2BF5FE97-EA88-4433-B51E-D27388228A92}"/>
                    </a:ext>
                  </a:extLst>
                </p:cNvPr>
                <p:cNvPicPr>
                  <a:picLocks noChangeAspect="1" noChangeArrowheads="1"/>
                </p:cNvPicPr>
                <p:nvPr/>
              </p:nvPicPr>
              <p:blipFill>
                <a:blip r:embed="rId444">
                  <a:extLst>
                    <a:ext uri="{28A0092B-C50C-407E-A947-70E740481C1C}">
                      <a14:useLocalDpi xmlns:a14="http://schemas.microsoft.com/office/drawing/2010/main" val="0"/>
                    </a:ext>
                  </a:extLst>
                </a:blip>
                <a:srcRect/>
                <a:stretch>
                  <a:fillRect/>
                </a:stretch>
              </p:blipFill>
              <p:spPr bwMode="auto">
                <a:xfrm>
                  <a:off x="3797" y="2972"/>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9" name="Picture 1319">
                  <a:extLst>
                    <a:ext uri="{FF2B5EF4-FFF2-40B4-BE49-F238E27FC236}">
                      <a16:creationId xmlns:a16="http://schemas.microsoft.com/office/drawing/2014/main" id="{9D8D55A0-3180-45C2-A1D3-24A287379BCE}"/>
                    </a:ext>
                  </a:extLst>
                </p:cNvPr>
                <p:cNvPicPr>
                  <a:picLocks noChangeAspect="1" noChangeArrowheads="1"/>
                </p:cNvPicPr>
                <p:nvPr/>
              </p:nvPicPr>
              <p:blipFill>
                <a:blip r:embed="rId445">
                  <a:extLst>
                    <a:ext uri="{28A0092B-C50C-407E-A947-70E740481C1C}">
                      <a14:useLocalDpi xmlns:a14="http://schemas.microsoft.com/office/drawing/2010/main" val="0"/>
                    </a:ext>
                  </a:extLst>
                </a:blip>
                <a:srcRect/>
                <a:stretch>
                  <a:fillRect/>
                </a:stretch>
              </p:blipFill>
              <p:spPr bwMode="auto">
                <a:xfrm>
                  <a:off x="3797" y="2973"/>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 name="Picture 1320">
                  <a:extLst>
                    <a:ext uri="{FF2B5EF4-FFF2-40B4-BE49-F238E27FC236}">
                      <a16:creationId xmlns:a16="http://schemas.microsoft.com/office/drawing/2014/main" id="{AEC5008C-42B5-4D25-A55B-19F6527A8826}"/>
                    </a:ext>
                  </a:extLst>
                </p:cNvPr>
                <p:cNvPicPr>
                  <a:picLocks noChangeAspect="1" noChangeArrowheads="1"/>
                </p:cNvPicPr>
                <p:nvPr/>
              </p:nvPicPr>
              <p:blipFill>
                <a:blip r:embed="rId446">
                  <a:extLst>
                    <a:ext uri="{28A0092B-C50C-407E-A947-70E740481C1C}">
                      <a14:useLocalDpi xmlns:a14="http://schemas.microsoft.com/office/drawing/2010/main" val="0"/>
                    </a:ext>
                  </a:extLst>
                </a:blip>
                <a:srcRect/>
                <a:stretch>
                  <a:fillRect/>
                </a:stretch>
              </p:blipFill>
              <p:spPr bwMode="auto">
                <a:xfrm>
                  <a:off x="3797" y="2974"/>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 name="Picture 1321">
                  <a:extLst>
                    <a:ext uri="{FF2B5EF4-FFF2-40B4-BE49-F238E27FC236}">
                      <a16:creationId xmlns:a16="http://schemas.microsoft.com/office/drawing/2014/main" id="{3C52FF20-7A4A-4CB9-A555-6C3A06F8921E}"/>
                    </a:ext>
                  </a:extLst>
                </p:cNvPr>
                <p:cNvPicPr>
                  <a:picLocks noChangeAspect="1" noChangeArrowheads="1"/>
                </p:cNvPicPr>
                <p:nvPr/>
              </p:nvPicPr>
              <p:blipFill>
                <a:blip r:embed="rId447">
                  <a:extLst>
                    <a:ext uri="{28A0092B-C50C-407E-A947-70E740481C1C}">
                      <a14:useLocalDpi xmlns:a14="http://schemas.microsoft.com/office/drawing/2010/main" val="0"/>
                    </a:ext>
                  </a:extLst>
                </a:blip>
                <a:srcRect/>
                <a:stretch>
                  <a:fillRect/>
                </a:stretch>
              </p:blipFill>
              <p:spPr bwMode="auto">
                <a:xfrm>
                  <a:off x="3797" y="2975"/>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 name="Picture 1322">
                  <a:extLst>
                    <a:ext uri="{FF2B5EF4-FFF2-40B4-BE49-F238E27FC236}">
                      <a16:creationId xmlns:a16="http://schemas.microsoft.com/office/drawing/2014/main" id="{001B55F7-46C4-43ED-BCC0-37CFAEC02FD3}"/>
                    </a:ext>
                  </a:extLst>
                </p:cNvPr>
                <p:cNvPicPr>
                  <a:picLocks noChangeAspect="1" noChangeArrowheads="1"/>
                </p:cNvPicPr>
                <p:nvPr/>
              </p:nvPicPr>
              <p:blipFill>
                <a:blip r:embed="rId448">
                  <a:extLst>
                    <a:ext uri="{28A0092B-C50C-407E-A947-70E740481C1C}">
                      <a14:useLocalDpi xmlns:a14="http://schemas.microsoft.com/office/drawing/2010/main" val="0"/>
                    </a:ext>
                  </a:extLst>
                </a:blip>
                <a:srcRect/>
                <a:stretch>
                  <a:fillRect/>
                </a:stretch>
              </p:blipFill>
              <p:spPr bwMode="auto">
                <a:xfrm>
                  <a:off x="3793" y="2976"/>
                  <a:ext cx="2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3" name="Picture 1323">
                  <a:extLst>
                    <a:ext uri="{FF2B5EF4-FFF2-40B4-BE49-F238E27FC236}">
                      <a16:creationId xmlns:a16="http://schemas.microsoft.com/office/drawing/2014/main" id="{B0D5A273-8D12-473D-B6C8-4A618CD6EA82}"/>
                    </a:ext>
                  </a:extLst>
                </p:cNvPr>
                <p:cNvPicPr>
                  <a:picLocks noChangeAspect="1" noChangeArrowheads="1"/>
                </p:cNvPicPr>
                <p:nvPr/>
              </p:nvPicPr>
              <p:blipFill>
                <a:blip r:embed="rId449">
                  <a:extLst>
                    <a:ext uri="{28A0092B-C50C-407E-A947-70E740481C1C}">
                      <a14:useLocalDpi xmlns:a14="http://schemas.microsoft.com/office/drawing/2010/main" val="0"/>
                    </a:ext>
                  </a:extLst>
                </a:blip>
                <a:srcRect/>
                <a:stretch>
                  <a:fillRect/>
                </a:stretch>
              </p:blipFill>
              <p:spPr bwMode="auto">
                <a:xfrm>
                  <a:off x="3785" y="2977"/>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4" name="Picture 1324">
                  <a:extLst>
                    <a:ext uri="{FF2B5EF4-FFF2-40B4-BE49-F238E27FC236}">
                      <a16:creationId xmlns:a16="http://schemas.microsoft.com/office/drawing/2014/main" id="{41A2EA6A-0C2A-47BB-BFA7-3A9D2E2A4363}"/>
                    </a:ext>
                  </a:extLst>
                </p:cNvPr>
                <p:cNvPicPr>
                  <a:picLocks noChangeAspect="1" noChangeArrowheads="1"/>
                </p:cNvPicPr>
                <p:nvPr/>
              </p:nvPicPr>
              <p:blipFill>
                <a:blip r:embed="rId450">
                  <a:extLst>
                    <a:ext uri="{28A0092B-C50C-407E-A947-70E740481C1C}">
                      <a14:useLocalDpi xmlns:a14="http://schemas.microsoft.com/office/drawing/2010/main" val="0"/>
                    </a:ext>
                  </a:extLst>
                </a:blip>
                <a:srcRect/>
                <a:stretch>
                  <a:fillRect/>
                </a:stretch>
              </p:blipFill>
              <p:spPr bwMode="auto">
                <a:xfrm>
                  <a:off x="3783" y="2978"/>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5" name="Picture 1325">
                  <a:extLst>
                    <a:ext uri="{FF2B5EF4-FFF2-40B4-BE49-F238E27FC236}">
                      <a16:creationId xmlns:a16="http://schemas.microsoft.com/office/drawing/2014/main" id="{9E109E01-F3FC-4BB4-9F5E-E7CCA4CEB3DE}"/>
                    </a:ext>
                  </a:extLst>
                </p:cNvPr>
                <p:cNvPicPr>
                  <a:picLocks noChangeAspect="1" noChangeArrowheads="1"/>
                </p:cNvPicPr>
                <p:nvPr/>
              </p:nvPicPr>
              <p:blipFill>
                <a:blip r:embed="rId451">
                  <a:extLst>
                    <a:ext uri="{28A0092B-C50C-407E-A947-70E740481C1C}">
                      <a14:useLocalDpi xmlns:a14="http://schemas.microsoft.com/office/drawing/2010/main" val="0"/>
                    </a:ext>
                  </a:extLst>
                </a:blip>
                <a:srcRect/>
                <a:stretch>
                  <a:fillRect/>
                </a:stretch>
              </p:blipFill>
              <p:spPr bwMode="auto">
                <a:xfrm>
                  <a:off x="3782" y="297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6" name="Picture 1326">
                  <a:extLst>
                    <a:ext uri="{FF2B5EF4-FFF2-40B4-BE49-F238E27FC236}">
                      <a16:creationId xmlns:a16="http://schemas.microsoft.com/office/drawing/2014/main" id="{81FC25D2-5988-4631-B245-D9A1EFE224C6}"/>
                    </a:ext>
                  </a:extLst>
                </p:cNvPr>
                <p:cNvPicPr>
                  <a:picLocks noChangeAspect="1" noChangeArrowheads="1"/>
                </p:cNvPicPr>
                <p:nvPr/>
              </p:nvPicPr>
              <p:blipFill>
                <a:blip r:embed="rId452">
                  <a:extLst>
                    <a:ext uri="{28A0092B-C50C-407E-A947-70E740481C1C}">
                      <a14:useLocalDpi xmlns:a14="http://schemas.microsoft.com/office/drawing/2010/main" val="0"/>
                    </a:ext>
                  </a:extLst>
                </a:blip>
                <a:srcRect/>
                <a:stretch>
                  <a:fillRect/>
                </a:stretch>
              </p:blipFill>
              <p:spPr bwMode="auto">
                <a:xfrm>
                  <a:off x="3782" y="2980"/>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7" name="Picture 1327">
                  <a:extLst>
                    <a:ext uri="{FF2B5EF4-FFF2-40B4-BE49-F238E27FC236}">
                      <a16:creationId xmlns:a16="http://schemas.microsoft.com/office/drawing/2014/main" id="{3E103129-9778-4FBE-832E-0FBB65E2BBCD}"/>
                    </a:ext>
                  </a:extLst>
                </p:cNvPr>
                <p:cNvPicPr>
                  <a:picLocks noChangeAspect="1" noChangeArrowheads="1"/>
                </p:cNvPicPr>
                <p:nvPr/>
              </p:nvPicPr>
              <p:blipFill>
                <a:blip r:embed="rId453">
                  <a:extLst>
                    <a:ext uri="{28A0092B-C50C-407E-A947-70E740481C1C}">
                      <a14:useLocalDpi xmlns:a14="http://schemas.microsoft.com/office/drawing/2010/main" val="0"/>
                    </a:ext>
                  </a:extLst>
                </a:blip>
                <a:srcRect/>
                <a:stretch>
                  <a:fillRect/>
                </a:stretch>
              </p:blipFill>
              <p:spPr bwMode="auto">
                <a:xfrm>
                  <a:off x="3782" y="298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8" name="Picture 1328">
                  <a:extLst>
                    <a:ext uri="{FF2B5EF4-FFF2-40B4-BE49-F238E27FC236}">
                      <a16:creationId xmlns:a16="http://schemas.microsoft.com/office/drawing/2014/main" id="{191DA88F-242C-42BE-BDA2-8CA8BB8D38EE}"/>
                    </a:ext>
                  </a:extLst>
                </p:cNvPr>
                <p:cNvPicPr>
                  <a:picLocks noChangeAspect="1" noChangeArrowheads="1"/>
                </p:cNvPicPr>
                <p:nvPr/>
              </p:nvPicPr>
              <p:blipFill>
                <a:blip r:embed="rId454">
                  <a:extLst>
                    <a:ext uri="{28A0092B-C50C-407E-A947-70E740481C1C}">
                      <a14:useLocalDpi xmlns:a14="http://schemas.microsoft.com/office/drawing/2010/main" val="0"/>
                    </a:ext>
                  </a:extLst>
                </a:blip>
                <a:srcRect/>
                <a:stretch>
                  <a:fillRect/>
                </a:stretch>
              </p:blipFill>
              <p:spPr bwMode="auto">
                <a:xfrm>
                  <a:off x="3782" y="2982"/>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9" name="Picture 1329">
                  <a:extLst>
                    <a:ext uri="{FF2B5EF4-FFF2-40B4-BE49-F238E27FC236}">
                      <a16:creationId xmlns:a16="http://schemas.microsoft.com/office/drawing/2014/main" id="{B2FBD3BA-8C8E-4962-AE19-1964192A46E2}"/>
                    </a:ext>
                  </a:extLst>
                </p:cNvPr>
                <p:cNvPicPr>
                  <a:picLocks noChangeAspect="1" noChangeArrowheads="1"/>
                </p:cNvPicPr>
                <p:nvPr/>
              </p:nvPicPr>
              <p:blipFill>
                <a:blip r:embed="rId455">
                  <a:extLst>
                    <a:ext uri="{28A0092B-C50C-407E-A947-70E740481C1C}">
                      <a14:useLocalDpi xmlns:a14="http://schemas.microsoft.com/office/drawing/2010/main" val="0"/>
                    </a:ext>
                  </a:extLst>
                </a:blip>
                <a:srcRect/>
                <a:stretch>
                  <a:fillRect/>
                </a:stretch>
              </p:blipFill>
              <p:spPr bwMode="auto">
                <a:xfrm>
                  <a:off x="3782" y="2983"/>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0" name="Picture 1330">
                  <a:extLst>
                    <a:ext uri="{FF2B5EF4-FFF2-40B4-BE49-F238E27FC236}">
                      <a16:creationId xmlns:a16="http://schemas.microsoft.com/office/drawing/2014/main" id="{8B592775-484E-47DD-AB18-9CAED596CDAB}"/>
                    </a:ext>
                  </a:extLst>
                </p:cNvPr>
                <p:cNvPicPr>
                  <a:picLocks noChangeAspect="1" noChangeArrowheads="1"/>
                </p:cNvPicPr>
                <p:nvPr/>
              </p:nvPicPr>
              <p:blipFill>
                <a:blip r:embed="rId456">
                  <a:extLst>
                    <a:ext uri="{28A0092B-C50C-407E-A947-70E740481C1C}">
                      <a14:useLocalDpi xmlns:a14="http://schemas.microsoft.com/office/drawing/2010/main" val="0"/>
                    </a:ext>
                  </a:extLst>
                </a:blip>
                <a:srcRect/>
                <a:stretch>
                  <a:fillRect/>
                </a:stretch>
              </p:blipFill>
              <p:spPr bwMode="auto">
                <a:xfrm>
                  <a:off x="3782" y="2984"/>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1" name="Picture 1331">
                  <a:extLst>
                    <a:ext uri="{FF2B5EF4-FFF2-40B4-BE49-F238E27FC236}">
                      <a16:creationId xmlns:a16="http://schemas.microsoft.com/office/drawing/2014/main" id="{23400239-A910-4007-B48C-7E00E2D39FE6}"/>
                    </a:ext>
                  </a:extLst>
                </p:cNvPr>
                <p:cNvPicPr>
                  <a:picLocks noChangeAspect="1" noChangeArrowheads="1"/>
                </p:cNvPicPr>
                <p:nvPr/>
              </p:nvPicPr>
              <p:blipFill>
                <a:blip r:embed="rId457">
                  <a:extLst>
                    <a:ext uri="{28A0092B-C50C-407E-A947-70E740481C1C}">
                      <a14:useLocalDpi xmlns:a14="http://schemas.microsoft.com/office/drawing/2010/main" val="0"/>
                    </a:ext>
                  </a:extLst>
                </a:blip>
                <a:srcRect/>
                <a:stretch>
                  <a:fillRect/>
                </a:stretch>
              </p:blipFill>
              <p:spPr bwMode="auto">
                <a:xfrm>
                  <a:off x="3782" y="298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 name="Picture 1332">
                  <a:extLst>
                    <a:ext uri="{FF2B5EF4-FFF2-40B4-BE49-F238E27FC236}">
                      <a16:creationId xmlns:a16="http://schemas.microsoft.com/office/drawing/2014/main" id="{F4E95A2F-30D4-44B5-8079-78A4BBC2964C}"/>
                    </a:ext>
                  </a:extLst>
                </p:cNvPr>
                <p:cNvPicPr>
                  <a:picLocks noChangeAspect="1" noChangeArrowheads="1"/>
                </p:cNvPicPr>
                <p:nvPr/>
              </p:nvPicPr>
              <p:blipFill>
                <a:blip r:embed="rId458">
                  <a:extLst>
                    <a:ext uri="{28A0092B-C50C-407E-A947-70E740481C1C}">
                      <a14:useLocalDpi xmlns:a14="http://schemas.microsoft.com/office/drawing/2010/main" val="0"/>
                    </a:ext>
                  </a:extLst>
                </a:blip>
                <a:srcRect/>
                <a:stretch>
                  <a:fillRect/>
                </a:stretch>
              </p:blipFill>
              <p:spPr bwMode="auto">
                <a:xfrm>
                  <a:off x="3782" y="298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 name="Picture 1333">
                  <a:extLst>
                    <a:ext uri="{FF2B5EF4-FFF2-40B4-BE49-F238E27FC236}">
                      <a16:creationId xmlns:a16="http://schemas.microsoft.com/office/drawing/2014/main" id="{08D9EED4-D83F-4E96-84AC-84F13C43F7B0}"/>
                    </a:ext>
                  </a:extLst>
                </p:cNvPr>
                <p:cNvPicPr>
                  <a:picLocks noChangeAspect="1" noChangeArrowheads="1"/>
                </p:cNvPicPr>
                <p:nvPr/>
              </p:nvPicPr>
              <p:blipFill>
                <a:blip r:embed="rId459">
                  <a:extLst>
                    <a:ext uri="{28A0092B-C50C-407E-A947-70E740481C1C}">
                      <a14:useLocalDpi xmlns:a14="http://schemas.microsoft.com/office/drawing/2010/main" val="0"/>
                    </a:ext>
                  </a:extLst>
                </a:blip>
                <a:srcRect/>
                <a:stretch>
                  <a:fillRect/>
                </a:stretch>
              </p:blipFill>
              <p:spPr bwMode="auto">
                <a:xfrm>
                  <a:off x="3782" y="2986"/>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4" name="Picture 1334">
                  <a:extLst>
                    <a:ext uri="{FF2B5EF4-FFF2-40B4-BE49-F238E27FC236}">
                      <a16:creationId xmlns:a16="http://schemas.microsoft.com/office/drawing/2014/main" id="{2B10E1A8-F9C6-4E1F-9BD1-35F3539DD8C4}"/>
                    </a:ext>
                  </a:extLst>
                </p:cNvPr>
                <p:cNvPicPr>
                  <a:picLocks noChangeAspect="1" noChangeArrowheads="1"/>
                </p:cNvPicPr>
                <p:nvPr/>
              </p:nvPicPr>
              <p:blipFill>
                <a:blip r:embed="rId460">
                  <a:extLst>
                    <a:ext uri="{28A0092B-C50C-407E-A947-70E740481C1C}">
                      <a14:useLocalDpi xmlns:a14="http://schemas.microsoft.com/office/drawing/2010/main" val="0"/>
                    </a:ext>
                  </a:extLst>
                </a:blip>
                <a:srcRect/>
                <a:stretch>
                  <a:fillRect/>
                </a:stretch>
              </p:blipFill>
              <p:spPr bwMode="auto">
                <a:xfrm>
                  <a:off x="3782" y="2987"/>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5" name="Picture 1335">
                  <a:extLst>
                    <a:ext uri="{FF2B5EF4-FFF2-40B4-BE49-F238E27FC236}">
                      <a16:creationId xmlns:a16="http://schemas.microsoft.com/office/drawing/2014/main" id="{7387BE4A-95C3-4AD6-9516-BE1A85AEEF6D}"/>
                    </a:ext>
                  </a:extLst>
                </p:cNvPr>
                <p:cNvPicPr>
                  <a:picLocks noChangeAspect="1" noChangeArrowheads="1"/>
                </p:cNvPicPr>
                <p:nvPr/>
              </p:nvPicPr>
              <p:blipFill>
                <a:blip r:embed="rId461">
                  <a:extLst>
                    <a:ext uri="{28A0092B-C50C-407E-A947-70E740481C1C}">
                      <a14:useLocalDpi xmlns:a14="http://schemas.microsoft.com/office/drawing/2010/main" val="0"/>
                    </a:ext>
                  </a:extLst>
                </a:blip>
                <a:srcRect/>
                <a:stretch>
                  <a:fillRect/>
                </a:stretch>
              </p:blipFill>
              <p:spPr bwMode="auto">
                <a:xfrm>
                  <a:off x="3782" y="2988"/>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6" name="Picture 1336">
                  <a:extLst>
                    <a:ext uri="{FF2B5EF4-FFF2-40B4-BE49-F238E27FC236}">
                      <a16:creationId xmlns:a16="http://schemas.microsoft.com/office/drawing/2014/main" id="{C88A662D-FED7-4C3C-8E86-997D33E832A3}"/>
                    </a:ext>
                  </a:extLst>
                </p:cNvPr>
                <p:cNvPicPr>
                  <a:picLocks noChangeAspect="1" noChangeArrowheads="1"/>
                </p:cNvPicPr>
                <p:nvPr/>
              </p:nvPicPr>
              <p:blipFill>
                <a:blip r:embed="rId462">
                  <a:extLst>
                    <a:ext uri="{28A0092B-C50C-407E-A947-70E740481C1C}">
                      <a14:useLocalDpi xmlns:a14="http://schemas.microsoft.com/office/drawing/2010/main" val="0"/>
                    </a:ext>
                  </a:extLst>
                </a:blip>
                <a:srcRect/>
                <a:stretch>
                  <a:fillRect/>
                </a:stretch>
              </p:blipFill>
              <p:spPr bwMode="auto">
                <a:xfrm>
                  <a:off x="3783" y="2989"/>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7" name="Picture 1337">
                  <a:extLst>
                    <a:ext uri="{FF2B5EF4-FFF2-40B4-BE49-F238E27FC236}">
                      <a16:creationId xmlns:a16="http://schemas.microsoft.com/office/drawing/2014/main" id="{17E2B9CD-1EC3-4401-BFDC-359D1027D31E}"/>
                    </a:ext>
                  </a:extLst>
                </p:cNvPr>
                <p:cNvPicPr>
                  <a:picLocks noChangeAspect="1" noChangeArrowheads="1"/>
                </p:cNvPicPr>
                <p:nvPr/>
              </p:nvPicPr>
              <p:blipFill>
                <a:blip r:embed="rId463">
                  <a:extLst>
                    <a:ext uri="{28A0092B-C50C-407E-A947-70E740481C1C}">
                      <a14:useLocalDpi xmlns:a14="http://schemas.microsoft.com/office/drawing/2010/main" val="0"/>
                    </a:ext>
                  </a:extLst>
                </a:blip>
                <a:srcRect/>
                <a:stretch>
                  <a:fillRect/>
                </a:stretch>
              </p:blipFill>
              <p:spPr bwMode="auto">
                <a:xfrm>
                  <a:off x="3786" y="2990"/>
                  <a:ext cx="23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8" name="Picture 1338">
                  <a:extLst>
                    <a:ext uri="{FF2B5EF4-FFF2-40B4-BE49-F238E27FC236}">
                      <a16:creationId xmlns:a16="http://schemas.microsoft.com/office/drawing/2014/main" id="{3EF92E74-38E1-4A3F-ACC3-8391C88C19E3}"/>
                    </a:ext>
                  </a:extLst>
                </p:cNvPr>
                <p:cNvPicPr>
                  <a:picLocks noChangeAspect="1" noChangeArrowheads="1"/>
                </p:cNvPicPr>
                <p:nvPr/>
              </p:nvPicPr>
              <p:blipFill>
                <a:blip r:embed="rId464">
                  <a:extLst>
                    <a:ext uri="{28A0092B-C50C-407E-A947-70E740481C1C}">
                      <a14:useLocalDpi xmlns:a14="http://schemas.microsoft.com/office/drawing/2010/main" val="0"/>
                    </a:ext>
                  </a:extLst>
                </a:blip>
                <a:srcRect/>
                <a:stretch>
                  <a:fillRect/>
                </a:stretch>
              </p:blipFill>
              <p:spPr bwMode="auto">
                <a:xfrm>
                  <a:off x="3797" y="2991"/>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9" name="Picture 1339">
                  <a:extLst>
                    <a:ext uri="{FF2B5EF4-FFF2-40B4-BE49-F238E27FC236}">
                      <a16:creationId xmlns:a16="http://schemas.microsoft.com/office/drawing/2014/main" id="{CA127193-B267-4C37-833A-0918EC5A7939}"/>
                    </a:ext>
                  </a:extLst>
                </p:cNvPr>
                <p:cNvPicPr>
                  <a:picLocks noChangeAspect="1" noChangeArrowheads="1"/>
                </p:cNvPicPr>
                <p:nvPr/>
              </p:nvPicPr>
              <p:blipFill>
                <a:blip r:embed="rId465">
                  <a:extLst>
                    <a:ext uri="{28A0092B-C50C-407E-A947-70E740481C1C}">
                      <a14:useLocalDpi xmlns:a14="http://schemas.microsoft.com/office/drawing/2010/main" val="0"/>
                    </a:ext>
                  </a:extLst>
                </a:blip>
                <a:srcRect/>
                <a:stretch>
                  <a:fillRect/>
                </a:stretch>
              </p:blipFill>
              <p:spPr bwMode="auto">
                <a:xfrm>
                  <a:off x="3797" y="2992"/>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0" name="Picture 1340">
                  <a:extLst>
                    <a:ext uri="{FF2B5EF4-FFF2-40B4-BE49-F238E27FC236}">
                      <a16:creationId xmlns:a16="http://schemas.microsoft.com/office/drawing/2014/main" id="{9DBEAA31-00B9-427E-A474-801DC742E2F5}"/>
                    </a:ext>
                  </a:extLst>
                </p:cNvPr>
                <p:cNvPicPr>
                  <a:picLocks noChangeAspect="1" noChangeArrowheads="1"/>
                </p:cNvPicPr>
                <p:nvPr/>
              </p:nvPicPr>
              <p:blipFill>
                <a:blip r:embed="rId466">
                  <a:extLst>
                    <a:ext uri="{28A0092B-C50C-407E-A947-70E740481C1C}">
                      <a14:useLocalDpi xmlns:a14="http://schemas.microsoft.com/office/drawing/2010/main" val="0"/>
                    </a:ext>
                  </a:extLst>
                </a:blip>
                <a:srcRect/>
                <a:stretch>
                  <a:fillRect/>
                </a:stretch>
              </p:blipFill>
              <p:spPr bwMode="auto">
                <a:xfrm>
                  <a:off x="3797" y="2993"/>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1" name="Picture 1341">
                  <a:extLst>
                    <a:ext uri="{FF2B5EF4-FFF2-40B4-BE49-F238E27FC236}">
                      <a16:creationId xmlns:a16="http://schemas.microsoft.com/office/drawing/2014/main" id="{D345F42E-6BCB-409B-9069-6729EBF77ABA}"/>
                    </a:ext>
                  </a:extLst>
                </p:cNvPr>
                <p:cNvPicPr>
                  <a:picLocks noChangeAspect="1" noChangeArrowheads="1"/>
                </p:cNvPicPr>
                <p:nvPr/>
              </p:nvPicPr>
              <p:blipFill>
                <a:blip r:embed="rId467">
                  <a:extLst>
                    <a:ext uri="{28A0092B-C50C-407E-A947-70E740481C1C}">
                      <a14:useLocalDpi xmlns:a14="http://schemas.microsoft.com/office/drawing/2010/main" val="0"/>
                    </a:ext>
                  </a:extLst>
                </a:blip>
                <a:srcRect/>
                <a:stretch>
                  <a:fillRect/>
                </a:stretch>
              </p:blipFill>
              <p:spPr bwMode="auto">
                <a:xfrm>
                  <a:off x="3797" y="2994"/>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 name="Picture 1342">
                  <a:extLst>
                    <a:ext uri="{FF2B5EF4-FFF2-40B4-BE49-F238E27FC236}">
                      <a16:creationId xmlns:a16="http://schemas.microsoft.com/office/drawing/2014/main" id="{6ABF3F19-A16F-4D68-8FA2-85EB044F5265}"/>
                    </a:ext>
                  </a:extLst>
                </p:cNvPr>
                <p:cNvPicPr>
                  <a:picLocks noChangeAspect="1" noChangeArrowheads="1"/>
                </p:cNvPicPr>
                <p:nvPr/>
              </p:nvPicPr>
              <p:blipFill>
                <a:blip r:embed="rId468">
                  <a:extLst>
                    <a:ext uri="{28A0092B-C50C-407E-A947-70E740481C1C}">
                      <a14:useLocalDpi xmlns:a14="http://schemas.microsoft.com/office/drawing/2010/main" val="0"/>
                    </a:ext>
                  </a:extLst>
                </a:blip>
                <a:srcRect/>
                <a:stretch>
                  <a:fillRect/>
                </a:stretch>
              </p:blipFill>
              <p:spPr bwMode="auto">
                <a:xfrm>
                  <a:off x="3797" y="2995"/>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3" name="Picture 1343">
                  <a:extLst>
                    <a:ext uri="{FF2B5EF4-FFF2-40B4-BE49-F238E27FC236}">
                      <a16:creationId xmlns:a16="http://schemas.microsoft.com/office/drawing/2014/main" id="{E5AC59DA-46B4-4F7F-9F40-65A920456242}"/>
                    </a:ext>
                  </a:extLst>
                </p:cNvPr>
                <p:cNvPicPr>
                  <a:picLocks noChangeAspect="1" noChangeArrowheads="1"/>
                </p:cNvPicPr>
                <p:nvPr/>
              </p:nvPicPr>
              <p:blipFill>
                <a:blip r:embed="rId469">
                  <a:extLst>
                    <a:ext uri="{28A0092B-C50C-407E-A947-70E740481C1C}">
                      <a14:useLocalDpi xmlns:a14="http://schemas.microsoft.com/office/drawing/2010/main" val="0"/>
                    </a:ext>
                  </a:extLst>
                </a:blip>
                <a:srcRect/>
                <a:stretch>
                  <a:fillRect/>
                </a:stretch>
              </p:blipFill>
              <p:spPr bwMode="auto">
                <a:xfrm>
                  <a:off x="3797" y="2996"/>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4" name="Picture 1344">
                  <a:extLst>
                    <a:ext uri="{FF2B5EF4-FFF2-40B4-BE49-F238E27FC236}">
                      <a16:creationId xmlns:a16="http://schemas.microsoft.com/office/drawing/2014/main" id="{8E9A64D9-05EB-462C-BF7D-FC79AF01D9BE}"/>
                    </a:ext>
                  </a:extLst>
                </p:cNvPr>
                <p:cNvPicPr>
                  <a:picLocks noChangeAspect="1" noChangeArrowheads="1"/>
                </p:cNvPicPr>
                <p:nvPr/>
              </p:nvPicPr>
              <p:blipFill>
                <a:blip r:embed="rId470">
                  <a:extLst>
                    <a:ext uri="{28A0092B-C50C-407E-A947-70E740481C1C}">
                      <a14:useLocalDpi xmlns:a14="http://schemas.microsoft.com/office/drawing/2010/main" val="0"/>
                    </a:ext>
                  </a:extLst>
                </a:blip>
                <a:srcRect/>
                <a:stretch>
                  <a:fillRect/>
                </a:stretch>
              </p:blipFill>
              <p:spPr bwMode="auto">
                <a:xfrm>
                  <a:off x="3786" y="2997"/>
                  <a:ext cx="23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5" name="Picture 1345">
                  <a:extLst>
                    <a:ext uri="{FF2B5EF4-FFF2-40B4-BE49-F238E27FC236}">
                      <a16:creationId xmlns:a16="http://schemas.microsoft.com/office/drawing/2014/main" id="{936974E2-6C6E-48B3-A348-83F3A298095E}"/>
                    </a:ext>
                  </a:extLst>
                </p:cNvPr>
                <p:cNvPicPr>
                  <a:picLocks noChangeAspect="1" noChangeArrowheads="1"/>
                </p:cNvPicPr>
                <p:nvPr/>
              </p:nvPicPr>
              <p:blipFill>
                <a:blip r:embed="rId471">
                  <a:extLst>
                    <a:ext uri="{28A0092B-C50C-407E-A947-70E740481C1C}">
                      <a14:useLocalDpi xmlns:a14="http://schemas.microsoft.com/office/drawing/2010/main" val="0"/>
                    </a:ext>
                  </a:extLst>
                </a:blip>
                <a:srcRect/>
                <a:stretch>
                  <a:fillRect/>
                </a:stretch>
              </p:blipFill>
              <p:spPr bwMode="auto">
                <a:xfrm>
                  <a:off x="3785" y="2998"/>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6" name="Picture 1346">
                  <a:extLst>
                    <a:ext uri="{FF2B5EF4-FFF2-40B4-BE49-F238E27FC236}">
                      <a16:creationId xmlns:a16="http://schemas.microsoft.com/office/drawing/2014/main" id="{6ECB3C9B-52B9-46BC-89F4-7C9E3A2627C3}"/>
                    </a:ext>
                  </a:extLst>
                </p:cNvPr>
                <p:cNvPicPr>
                  <a:picLocks noChangeAspect="1" noChangeArrowheads="1"/>
                </p:cNvPicPr>
                <p:nvPr/>
              </p:nvPicPr>
              <p:blipFill>
                <a:blip r:embed="rId472">
                  <a:extLst>
                    <a:ext uri="{28A0092B-C50C-407E-A947-70E740481C1C}">
                      <a14:useLocalDpi xmlns:a14="http://schemas.microsoft.com/office/drawing/2010/main" val="0"/>
                    </a:ext>
                  </a:extLst>
                </a:blip>
                <a:srcRect/>
                <a:stretch>
                  <a:fillRect/>
                </a:stretch>
              </p:blipFill>
              <p:spPr bwMode="auto">
                <a:xfrm>
                  <a:off x="3782" y="299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7" name="Picture 1347">
                  <a:extLst>
                    <a:ext uri="{FF2B5EF4-FFF2-40B4-BE49-F238E27FC236}">
                      <a16:creationId xmlns:a16="http://schemas.microsoft.com/office/drawing/2014/main" id="{C4CED9A8-F06D-4A3B-ADD6-1383BD9B6FDF}"/>
                    </a:ext>
                  </a:extLst>
                </p:cNvPr>
                <p:cNvPicPr>
                  <a:picLocks noChangeAspect="1" noChangeArrowheads="1"/>
                </p:cNvPicPr>
                <p:nvPr/>
              </p:nvPicPr>
              <p:blipFill>
                <a:blip r:embed="rId473">
                  <a:extLst>
                    <a:ext uri="{28A0092B-C50C-407E-A947-70E740481C1C}">
                      <a14:useLocalDpi xmlns:a14="http://schemas.microsoft.com/office/drawing/2010/main" val="0"/>
                    </a:ext>
                  </a:extLst>
                </a:blip>
                <a:srcRect/>
                <a:stretch>
                  <a:fillRect/>
                </a:stretch>
              </p:blipFill>
              <p:spPr bwMode="auto">
                <a:xfrm>
                  <a:off x="3782" y="3000"/>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8" name="Picture 1348">
                  <a:extLst>
                    <a:ext uri="{FF2B5EF4-FFF2-40B4-BE49-F238E27FC236}">
                      <a16:creationId xmlns:a16="http://schemas.microsoft.com/office/drawing/2014/main" id="{7BFFF25D-B551-47F5-B2E8-FD3C42438D99}"/>
                    </a:ext>
                  </a:extLst>
                </p:cNvPr>
                <p:cNvPicPr>
                  <a:picLocks noChangeAspect="1" noChangeArrowheads="1"/>
                </p:cNvPicPr>
                <p:nvPr/>
              </p:nvPicPr>
              <p:blipFill>
                <a:blip r:embed="rId474">
                  <a:extLst>
                    <a:ext uri="{28A0092B-C50C-407E-A947-70E740481C1C}">
                      <a14:useLocalDpi xmlns:a14="http://schemas.microsoft.com/office/drawing/2010/main" val="0"/>
                    </a:ext>
                  </a:extLst>
                </a:blip>
                <a:srcRect/>
                <a:stretch>
                  <a:fillRect/>
                </a:stretch>
              </p:blipFill>
              <p:spPr bwMode="auto">
                <a:xfrm>
                  <a:off x="3782" y="300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9" name="Picture 1349">
                  <a:extLst>
                    <a:ext uri="{FF2B5EF4-FFF2-40B4-BE49-F238E27FC236}">
                      <a16:creationId xmlns:a16="http://schemas.microsoft.com/office/drawing/2014/main" id="{96D9C43C-1D06-4746-B18B-F7689A22A8D2}"/>
                    </a:ext>
                  </a:extLst>
                </p:cNvPr>
                <p:cNvPicPr>
                  <a:picLocks noChangeAspect="1" noChangeArrowheads="1"/>
                </p:cNvPicPr>
                <p:nvPr/>
              </p:nvPicPr>
              <p:blipFill>
                <a:blip r:embed="rId475">
                  <a:extLst>
                    <a:ext uri="{28A0092B-C50C-407E-A947-70E740481C1C}">
                      <a14:useLocalDpi xmlns:a14="http://schemas.microsoft.com/office/drawing/2010/main" val="0"/>
                    </a:ext>
                  </a:extLst>
                </a:blip>
                <a:srcRect/>
                <a:stretch>
                  <a:fillRect/>
                </a:stretch>
              </p:blipFill>
              <p:spPr bwMode="auto">
                <a:xfrm>
                  <a:off x="3782" y="3002"/>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0" name="Picture 1350">
                  <a:extLst>
                    <a:ext uri="{FF2B5EF4-FFF2-40B4-BE49-F238E27FC236}">
                      <a16:creationId xmlns:a16="http://schemas.microsoft.com/office/drawing/2014/main" id="{3AA489BF-EBF6-4A6C-96B1-92965762317F}"/>
                    </a:ext>
                  </a:extLst>
                </p:cNvPr>
                <p:cNvPicPr>
                  <a:picLocks noChangeAspect="1" noChangeArrowheads="1"/>
                </p:cNvPicPr>
                <p:nvPr/>
              </p:nvPicPr>
              <p:blipFill>
                <a:blip r:embed="rId476">
                  <a:extLst>
                    <a:ext uri="{28A0092B-C50C-407E-A947-70E740481C1C}">
                      <a14:useLocalDpi xmlns:a14="http://schemas.microsoft.com/office/drawing/2010/main" val="0"/>
                    </a:ext>
                  </a:extLst>
                </a:blip>
                <a:srcRect/>
                <a:stretch>
                  <a:fillRect/>
                </a:stretch>
              </p:blipFill>
              <p:spPr bwMode="auto">
                <a:xfrm>
                  <a:off x="3782" y="3003"/>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1" name="Picture 1351">
                  <a:extLst>
                    <a:ext uri="{FF2B5EF4-FFF2-40B4-BE49-F238E27FC236}">
                      <a16:creationId xmlns:a16="http://schemas.microsoft.com/office/drawing/2014/main" id="{BFCA37F4-044F-4FCD-8AF8-2AAFB39EB43C}"/>
                    </a:ext>
                  </a:extLst>
                </p:cNvPr>
                <p:cNvPicPr>
                  <a:picLocks noChangeAspect="1" noChangeArrowheads="1"/>
                </p:cNvPicPr>
                <p:nvPr/>
              </p:nvPicPr>
              <p:blipFill>
                <a:blip r:embed="rId477">
                  <a:extLst>
                    <a:ext uri="{28A0092B-C50C-407E-A947-70E740481C1C}">
                      <a14:useLocalDpi xmlns:a14="http://schemas.microsoft.com/office/drawing/2010/main" val="0"/>
                    </a:ext>
                  </a:extLst>
                </a:blip>
                <a:srcRect/>
                <a:stretch>
                  <a:fillRect/>
                </a:stretch>
              </p:blipFill>
              <p:spPr bwMode="auto">
                <a:xfrm>
                  <a:off x="3782" y="3004"/>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 name="Picture 1352">
                  <a:extLst>
                    <a:ext uri="{FF2B5EF4-FFF2-40B4-BE49-F238E27FC236}">
                      <a16:creationId xmlns:a16="http://schemas.microsoft.com/office/drawing/2014/main" id="{BD74F743-CEEC-4943-A558-4ACACD7618D1}"/>
                    </a:ext>
                  </a:extLst>
                </p:cNvPr>
                <p:cNvPicPr>
                  <a:picLocks noChangeAspect="1" noChangeArrowheads="1"/>
                </p:cNvPicPr>
                <p:nvPr/>
              </p:nvPicPr>
              <p:blipFill>
                <a:blip r:embed="rId478">
                  <a:extLst>
                    <a:ext uri="{28A0092B-C50C-407E-A947-70E740481C1C}">
                      <a14:useLocalDpi xmlns:a14="http://schemas.microsoft.com/office/drawing/2010/main" val="0"/>
                    </a:ext>
                  </a:extLst>
                </a:blip>
                <a:srcRect/>
                <a:stretch>
                  <a:fillRect/>
                </a:stretch>
              </p:blipFill>
              <p:spPr bwMode="auto">
                <a:xfrm>
                  <a:off x="3782" y="300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3" name="Picture 1353">
                  <a:extLst>
                    <a:ext uri="{FF2B5EF4-FFF2-40B4-BE49-F238E27FC236}">
                      <a16:creationId xmlns:a16="http://schemas.microsoft.com/office/drawing/2014/main" id="{9AD31AF3-3658-4E4B-BAED-8C08C967AA8F}"/>
                    </a:ext>
                  </a:extLst>
                </p:cNvPr>
                <p:cNvPicPr>
                  <a:picLocks noChangeAspect="1" noChangeArrowheads="1"/>
                </p:cNvPicPr>
                <p:nvPr/>
              </p:nvPicPr>
              <p:blipFill>
                <a:blip r:embed="rId479">
                  <a:extLst>
                    <a:ext uri="{28A0092B-C50C-407E-A947-70E740481C1C}">
                      <a14:useLocalDpi xmlns:a14="http://schemas.microsoft.com/office/drawing/2010/main" val="0"/>
                    </a:ext>
                  </a:extLst>
                </a:blip>
                <a:srcRect/>
                <a:stretch>
                  <a:fillRect/>
                </a:stretch>
              </p:blipFill>
              <p:spPr bwMode="auto">
                <a:xfrm>
                  <a:off x="3782" y="3006"/>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4" name="Picture 1354">
                  <a:extLst>
                    <a:ext uri="{FF2B5EF4-FFF2-40B4-BE49-F238E27FC236}">
                      <a16:creationId xmlns:a16="http://schemas.microsoft.com/office/drawing/2014/main" id="{11E8E1B5-F57D-4526-AE3E-60ECE5DE132A}"/>
                    </a:ext>
                  </a:extLst>
                </p:cNvPr>
                <p:cNvPicPr>
                  <a:picLocks noChangeAspect="1" noChangeArrowheads="1"/>
                </p:cNvPicPr>
                <p:nvPr/>
              </p:nvPicPr>
              <p:blipFill>
                <a:blip r:embed="rId480">
                  <a:extLst>
                    <a:ext uri="{28A0092B-C50C-407E-A947-70E740481C1C}">
                      <a14:useLocalDpi xmlns:a14="http://schemas.microsoft.com/office/drawing/2010/main" val="0"/>
                    </a:ext>
                  </a:extLst>
                </a:blip>
                <a:srcRect/>
                <a:stretch>
                  <a:fillRect/>
                </a:stretch>
              </p:blipFill>
              <p:spPr bwMode="auto">
                <a:xfrm>
                  <a:off x="3782" y="3007"/>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5" name="Picture 1355">
                  <a:extLst>
                    <a:ext uri="{FF2B5EF4-FFF2-40B4-BE49-F238E27FC236}">
                      <a16:creationId xmlns:a16="http://schemas.microsoft.com/office/drawing/2014/main" id="{9D0DE777-E798-4905-9C4D-089B4D08A1BF}"/>
                    </a:ext>
                  </a:extLst>
                </p:cNvPr>
                <p:cNvPicPr>
                  <a:picLocks noChangeAspect="1" noChangeArrowheads="1"/>
                </p:cNvPicPr>
                <p:nvPr/>
              </p:nvPicPr>
              <p:blipFill>
                <a:blip r:embed="rId481">
                  <a:extLst>
                    <a:ext uri="{28A0092B-C50C-407E-A947-70E740481C1C}">
                      <a14:useLocalDpi xmlns:a14="http://schemas.microsoft.com/office/drawing/2010/main" val="0"/>
                    </a:ext>
                  </a:extLst>
                </a:blip>
                <a:srcRect/>
                <a:stretch>
                  <a:fillRect/>
                </a:stretch>
              </p:blipFill>
              <p:spPr bwMode="auto">
                <a:xfrm>
                  <a:off x="3782" y="3008"/>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6" name="Picture 1356">
                  <a:extLst>
                    <a:ext uri="{FF2B5EF4-FFF2-40B4-BE49-F238E27FC236}">
                      <a16:creationId xmlns:a16="http://schemas.microsoft.com/office/drawing/2014/main" id="{E5512A75-3D78-4F4E-9184-DEDE5AB041F1}"/>
                    </a:ext>
                  </a:extLst>
                </p:cNvPr>
                <p:cNvPicPr>
                  <a:picLocks noChangeAspect="1" noChangeArrowheads="1"/>
                </p:cNvPicPr>
                <p:nvPr/>
              </p:nvPicPr>
              <p:blipFill>
                <a:blip r:embed="rId482">
                  <a:extLst>
                    <a:ext uri="{28A0092B-C50C-407E-A947-70E740481C1C}">
                      <a14:useLocalDpi xmlns:a14="http://schemas.microsoft.com/office/drawing/2010/main" val="0"/>
                    </a:ext>
                  </a:extLst>
                </a:blip>
                <a:srcRect/>
                <a:stretch>
                  <a:fillRect/>
                </a:stretch>
              </p:blipFill>
              <p:spPr bwMode="auto">
                <a:xfrm>
                  <a:off x="3782" y="300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7" name="Picture 1357">
                  <a:extLst>
                    <a:ext uri="{FF2B5EF4-FFF2-40B4-BE49-F238E27FC236}">
                      <a16:creationId xmlns:a16="http://schemas.microsoft.com/office/drawing/2014/main" id="{D2367C14-CCBA-4524-BDB7-BF3D3A80A9B5}"/>
                    </a:ext>
                  </a:extLst>
                </p:cNvPr>
                <p:cNvPicPr>
                  <a:picLocks noChangeAspect="1" noChangeArrowheads="1"/>
                </p:cNvPicPr>
                <p:nvPr/>
              </p:nvPicPr>
              <p:blipFill>
                <a:blip r:embed="rId483">
                  <a:extLst>
                    <a:ext uri="{28A0092B-C50C-407E-A947-70E740481C1C}">
                      <a14:useLocalDpi xmlns:a14="http://schemas.microsoft.com/office/drawing/2010/main" val="0"/>
                    </a:ext>
                  </a:extLst>
                </a:blip>
                <a:srcRect/>
                <a:stretch>
                  <a:fillRect/>
                </a:stretch>
              </p:blipFill>
              <p:spPr bwMode="auto">
                <a:xfrm>
                  <a:off x="3783" y="3009"/>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8" name="Picture 1358">
                  <a:extLst>
                    <a:ext uri="{FF2B5EF4-FFF2-40B4-BE49-F238E27FC236}">
                      <a16:creationId xmlns:a16="http://schemas.microsoft.com/office/drawing/2014/main" id="{FD04E707-2883-4C8F-8A85-CE587AE37154}"/>
                    </a:ext>
                  </a:extLst>
                </p:cNvPr>
                <p:cNvPicPr>
                  <a:picLocks noChangeAspect="1" noChangeArrowheads="1"/>
                </p:cNvPicPr>
                <p:nvPr/>
              </p:nvPicPr>
              <p:blipFill>
                <a:blip r:embed="rId484">
                  <a:extLst>
                    <a:ext uri="{28A0092B-C50C-407E-A947-70E740481C1C}">
                      <a14:useLocalDpi xmlns:a14="http://schemas.microsoft.com/office/drawing/2010/main" val="0"/>
                    </a:ext>
                  </a:extLst>
                </a:blip>
                <a:srcRect/>
                <a:stretch>
                  <a:fillRect/>
                </a:stretch>
              </p:blipFill>
              <p:spPr bwMode="auto">
                <a:xfrm>
                  <a:off x="3784" y="3010"/>
                  <a:ext cx="23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9" name="Picture 1359">
                  <a:extLst>
                    <a:ext uri="{FF2B5EF4-FFF2-40B4-BE49-F238E27FC236}">
                      <a16:creationId xmlns:a16="http://schemas.microsoft.com/office/drawing/2014/main" id="{B6997023-0AE0-4A7C-8F91-66280DDBADB9}"/>
                    </a:ext>
                  </a:extLst>
                </p:cNvPr>
                <p:cNvPicPr>
                  <a:picLocks noChangeAspect="1" noChangeArrowheads="1"/>
                </p:cNvPicPr>
                <p:nvPr/>
              </p:nvPicPr>
              <p:blipFill>
                <a:blip r:embed="rId485">
                  <a:extLst>
                    <a:ext uri="{28A0092B-C50C-407E-A947-70E740481C1C}">
                      <a14:useLocalDpi xmlns:a14="http://schemas.microsoft.com/office/drawing/2010/main" val="0"/>
                    </a:ext>
                  </a:extLst>
                </a:blip>
                <a:srcRect/>
                <a:stretch>
                  <a:fillRect/>
                </a:stretch>
              </p:blipFill>
              <p:spPr bwMode="auto">
                <a:xfrm>
                  <a:off x="3793" y="3011"/>
                  <a:ext cx="2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0" name="Picture 1360">
                  <a:extLst>
                    <a:ext uri="{FF2B5EF4-FFF2-40B4-BE49-F238E27FC236}">
                      <a16:creationId xmlns:a16="http://schemas.microsoft.com/office/drawing/2014/main" id="{F9C1F358-E9F8-426D-B16C-ABE6CAD85CCA}"/>
                    </a:ext>
                  </a:extLst>
                </p:cNvPr>
                <p:cNvPicPr>
                  <a:picLocks noChangeAspect="1" noChangeArrowheads="1"/>
                </p:cNvPicPr>
                <p:nvPr/>
              </p:nvPicPr>
              <p:blipFill>
                <a:blip r:embed="rId486">
                  <a:extLst>
                    <a:ext uri="{28A0092B-C50C-407E-A947-70E740481C1C}">
                      <a14:useLocalDpi xmlns:a14="http://schemas.microsoft.com/office/drawing/2010/main" val="0"/>
                    </a:ext>
                  </a:extLst>
                </a:blip>
                <a:srcRect/>
                <a:stretch>
                  <a:fillRect/>
                </a:stretch>
              </p:blipFill>
              <p:spPr bwMode="auto">
                <a:xfrm>
                  <a:off x="3797" y="3012"/>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1" name="Picture 1361">
                  <a:extLst>
                    <a:ext uri="{FF2B5EF4-FFF2-40B4-BE49-F238E27FC236}">
                      <a16:creationId xmlns:a16="http://schemas.microsoft.com/office/drawing/2014/main" id="{8F8077EF-A6CB-4205-8400-C8329B475827}"/>
                    </a:ext>
                  </a:extLst>
                </p:cNvPr>
                <p:cNvPicPr>
                  <a:picLocks noChangeAspect="1" noChangeArrowheads="1"/>
                </p:cNvPicPr>
                <p:nvPr/>
              </p:nvPicPr>
              <p:blipFill>
                <a:blip r:embed="rId487">
                  <a:extLst>
                    <a:ext uri="{28A0092B-C50C-407E-A947-70E740481C1C}">
                      <a14:useLocalDpi xmlns:a14="http://schemas.microsoft.com/office/drawing/2010/main" val="0"/>
                    </a:ext>
                  </a:extLst>
                </a:blip>
                <a:srcRect/>
                <a:stretch>
                  <a:fillRect/>
                </a:stretch>
              </p:blipFill>
              <p:spPr bwMode="auto">
                <a:xfrm>
                  <a:off x="3797" y="3013"/>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 name="Picture 1362">
                  <a:extLst>
                    <a:ext uri="{FF2B5EF4-FFF2-40B4-BE49-F238E27FC236}">
                      <a16:creationId xmlns:a16="http://schemas.microsoft.com/office/drawing/2014/main" id="{DF3F4AC5-0C0A-4025-B117-301AD58B871E}"/>
                    </a:ext>
                  </a:extLst>
                </p:cNvPr>
                <p:cNvPicPr>
                  <a:picLocks noChangeAspect="1" noChangeArrowheads="1"/>
                </p:cNvPicPr>
                <p:nvPr/>
              </p:nvPicPr>
              <p:blipFill>
                <a:blip r:embed="rId488">
                  <a:extLst>
                    <a:ext uri="{28A0092B-C50C-407E-A947-70E740481C1C}">
                      <a14:useLocalDpi xmlns:a14="http://schemas.microsoft.com/office/drawing/2010/main" val="0"/>
                    </a:ext>
                  </a:extLst>
                </a:blip>
                <a:srcRect/>
                <a:stretch>
                  <a:fillRect/>
                </a:stretch>
              </p:blipFill>
              <p:spPr bwMode="auto">
                <a:xfrm>
                  <a:off x="3797" y="3014"/>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3" name="Picture 1363">
                  <a:extLst>
                    <a:ext uri="{FF2B5EF4-FFF2-40B4-BE49-F238E27FC236}">
                      <a16:creationId xmlns:a16="http://schemas.microsoft.com/office/drawing/2014/main" id="{871E31A1-21F2-4F3D-B69F-F126C8329BBB}"/>
                    </a:ext>
                  </a:extLst>
                </p:cNvPr>
                <p:cNvPicPr>
                  <a:picLocks noChangeAspect="1" noChangeArrowheads="1"/>
                </p:cNvPicPr>
                <p:nvPr/>
              </p:nvPicPr>
              <p:blipFill>
                <a:blip r:embed="rId489">
                  <a:extLst>
                    <a:ext uri="{28A0092B-C50C-407E-A947-70E740481C1C}">
                      <a14:useLocalDpi xmlns:a14="http://schemas.microsoft.com/office/drawing/2010/main" val="0"/>
                    </a:ext>
                  </a:extLst>
                </a:blip>
                <a:srcRect/>
                <a:stretch>
                  <a:fillRect/>
                </a:stretch>
              </p:blipFill>
              <p:spPr bwMode="auto">
                <a:xfrm>
                  <a:off x="3797" y="3015"/>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4" name="Picture 1364">
                  <a:extLst>
                    <a:ext uri="{FF2B5EF4-FFF2-40B4-BE49-F238E27FC236}">
                      <a16:creationId xmlns:a16="http://schemas.microsoft.com/office/drawing/2014/main" id="{98B132FC-94D2-4F3D-AED0-B4FD370A03B1}"/>
                    </a:ext>
                  </a:extLst>
                </p:cNvPr>
                <p:cNvPicPr>
                  <a:picLocks noChangeAspect="1" noChangeArrowheads="1"/>
                </p:cNvPicPr>
                <p:nvPr/>
              </p:nvPicPr>
              <p:blipFill>
                <a:blip r:embed="rId490">
                  <a:extLst>
                    <a:ext uri="{28A0092B-C50C-407E-A947-70E740481C1C}">
                      <a14:useLocalDpi xmlns:a14="http://schemas.microsoft.com/office/drawing/2010/main" val="0"/>
                    </a:ext>
                  </a:extLst>
                </a:blip>
                <a:srcRect/>
                <a:stretch>
                  <a:fillRect/>
                </a:stretch>
              </p:blipFill>
              <p:spPr bwMode="auto">
                <a:xfrm>
                  <a:off x="3797" y="3016"/>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 name="Picture 1365">
                  <a:extLst>
                    <a:ext uri="{FF2B5EF4-FFF2-40B4-BE49-F238E27FC236}">
                      <a16:creationId xmlns:a16="http://schemas.microsoft.com/office/drawing/2014/main" id="{F7684679-0F27-468B-8DA2-D679B8E7A3EF}"/>
                    </a:ext>
                  </a:extLst>
                </p:cNvPr>
                <p:cNvPicPr>
                  <a:picLocks noChangeAspect="1" noChangeArrowheads="1"/>
                </p:cNvPicPr>
                <p:nvPr/>
              </p:nvPicPr>
              <p:blipFill>
                <a:blip r:embed="rId491">
                  <a:extLst>
                    <a:ext uri="{28A0092B-C50C-407E-A947-70E740481C1C}">
                      <a14:useLocalDpi xmlns:a14="http://schemas.microsoft.com/office/drawing/2010/main" val="0"/>
                    </a:ext>
                  </a:extLst>
                </a:blip>
                <a:srcRect/>
                <a:stretch>
                  <a:fillRect/>
                </a:stretch>
              </p:blipFill>
              <p:spPr bwMode="auto">
                <a:xfrm>
                  <a:off x="3797" y="3017"/>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6" name="Picture 1366">
                  <a:extLst>
                    <a:ext uri="{FF2B5EF4-FFF2-40B4-BE49-F238E27FC236}">
                      <a16:creationId xmlns:a16="http://schemas.microsoft.com/office/drawing/2014/main" id="{CF1F5E1C-5894-42D1-90E1-D5D732919DB1}"/>
                    </a:ext>
                  </a:extLst>
                </p:cNvPr>
                <p:cNvPicPr>
                  <a:picLocks noChangeAspect="1" noChangeArrowheads="1"/>
                </p:cNvPicPr>
                <p:nvPr/>
              </p:nvPicPr>
              <p:blipFill>
                <a:blip r:embed="rId492">
                  <a:extLst>
                    <a:ext uri="{28A0092B-C50C-407E-A947-70E740481C1C}">
                      <a14:useLocalDpi xmlns:a14="http://schemas.microsoft.com/office/drawing/2010/main" val="0"/>
                    </a:ext>
                  </a:extLst>
                </a:blip>
                <a:srcRect/>
                <a:stretch>
                  <a:fillRect/>
                </a:stretch>
              </p:blipFill>
              <p:spPr bwMode="auto">
                <a:xfrm>
                  <a:off x="3797" y="3018"/>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7" name="Picture 1367">
                  <a:extLst>
                    <a:ext uri="{FF2B5EF4-FFF2-40B4-BE49-F238E27FC236}">
                      <a16:creationId xmlns:a16="http://schemas.microsoft.com/office/drawing/2014/main" id="{5E5E8F68-3EB8-475C-82C4-839758CFB333}"/>
                    </a:ext>
                  </a:extLst>
                </p:cNvPr>
                <p:cNvPicPr>
                  <a:picLocks noChangeAspect="1" noChangeArrowheads="1"/>
                </p:cNvPicPr>
                <p:nvPr/>
              </p:nvPicPr>
              <p:blipFill>
                <a:blip r:embed="rId493">
                  <a:extLst>
                    <a:ext uri="{28A0092B-C50C-407E-A947-70E740481C1C}">
                      <a14:useLocalDpi xmlns:a14="http://schemas.microsoft.com/office/drawing/2010/main" val="0"/>
                    </a:ext>
                  </a:extLst>
                </a:blip>
                <a:srcRect/>
                <a:stretch>
                  <a:fillRect/>
                </a:stretch>
              </p:blipFill>
              <p:spPr bwMode="auto">
                <a:xfrm>
                  <a:off x="3797" y="3019"/>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8" name="Picture 1368">
                  <a:extLst>
                    <a:ext uri="{FF2B5EF4-FFF2-40B4-BE49-F238E27FC236}">
                      <a16:creationId xmlns:a16="http://schemas.microsoft.com/office/drawing/2014/main" id="{0343CDEF-48E0-4E61-B580-1D9349C08664}"/>
                    </a:ext>
                  </a:extLst>
                </p:cNvPr>
                <p:cNvPicPr>
                  <a:picLocks noChangeAspect="1" noChangeArrowheads="1"/>
                </p:cNvPicPr>
                <p:nvPr/>
              </p:nvPicPr>
              <p:blipFill>
                <a:blip r:embed="rId494">
                  <a:extLst>
                    <a:ext uri="{28A0092B-C50C-407E-A947-70E740481C1C}">
                      <a14:useLocalDpi xmlns:a14="http://schemas.microsoft.com/office/drawing/2010/main" val="0"/>
                    </a:ext>
                  </a:extLst>
                </a:blip>
                <a:srcRect/>
                <a:stretch>
                  <a:fillRect/>
                </a:stretch>
              </p:blipFill>
              <p:spPr bwMode="auto">
                <a:xfrm>
                  <a:off x="3797" y="3020"/>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9" name="Picture 1369">
                  <a:extLst>
                    <a:ext uri="{FF2B5EF4-FFF2-40B4-BE49-F238E27FC236}">
                      <a16:creationId xmlns:a16="http://schemas.microsoft.com/office/drawing/2014/main" id="{DE986CCF-566A-4467-B9E5-3629628957C5}"/>
                    </a:ext>
                  </a:extLst>
                </p:cNvPr>
                <p:cNvPicPr>
                  <a:picLocks noChangeAspect="1" noChangeArrowheads="1"/>
                </p:cNvPicPr>
                <p:nvPr/>
              </p:nvPicPr>
              <p:blipFill>
                <a:blip r:embed="rId495">
                  <a:extLst>
                    <a:ext uri="{28A0092B-C50C-407E-A947-70E740481C1C}">
                      <a14:useLocalDpi xmlns:a14="http://schemas.microsoft.com/office/drawing/2010/main" val="0"/>
                    </a:ext>
                  </a:extLst>
                </a:blip>
                <a:srcRect/>
                <a:stretch>
                  <a:fillRect/>
                </a:stretch>
              </p:blipFill>
              <p:spPr bwMode="auto">
                <a:xfrm>
                  <a:off x="3798" y="3021"/>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0" name="Picture 1370">
                  <a:extLst>
                    <a:ext uri="{FF2B5EF4-FFF2-40B4-BE49-F238E27FC236}">
                      <a16:creationId xmlns:a16="http://schemas.microsoft.com/office/drawing/2014/main" id="{26ACD76E-2758-41BD-8ABA-48BD4A4072F1}"/>
                    </a:ext>
                  </a:extLst>
                </p:cNvPr>
                <p:cNvPicPr>
                  <a:picLocks noChangeAspect="1" noChangeArrowheads="1"/>
                </p:cNvPicPr>
                <p:nvPr/>
              </p:nvPicPr>
              <p:blipFill>
                <a:blip r:embed="rId496">
                  <a:extLst>
                    <a:ext uri="{28A0092B-C50C-407E-A947-70E740481C1C}">
                      <a14:useLocalDpi xmlns:a14="http://schemas.microsoft.com/office/drawing/2010/main" val="0"/>
                    </a:ext>
                  </a:extLst>
                </a:blip>
                <a:srcRect/>
                <a:stretch>
                  <a:fillRect/>
                </a:stretch>
              </p:blipFill>
              <p:spPr bwMode="auto">
                <a:xfrm>
                  <a:off x="3798" y="3022"/>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1" name="Picture 1371">
                  <a:extLst>
                    <a:ext uri="{FF2B5EF4-FFF2-40B4-BE49-F238E27FC236}">
                      <a16:creationId xmlns:a16="http://schemas.microsoft.com/office/drawing/2014/main" id="{D0F5BA24-C8F3-4995-BBF4-DD8B688E2716}"/>
                    </a:ext>
                  </a:extLst>
                </p:cNvPr>
                <p:cNvPicPr>
                  <a:picLocks noChangeAspect="1" noChangeArrowheads="1"/>
                </p:cNvPicPr>
                <p:nvPr/>
              </p:nvPicPr>
              <p:blipFill>
                <a:blip r:embed="rId497">
                  <a:extLst>
                    <a:ext uri="{28A0092B-C50C-407E-A947-70E740481C1C}">
                      <a14:useLocalDpi xmlns:a14="http://schemas.microsoft.com/office/drawing/2010/main" val="0"/>
                    </a:ext>
                  </a:extLst>
                </a:blip>
                <a:srcRect/>
                <a:stretch>
                  <a:fillRect/>
                </a:stretch>
              </p:blipFill>
              <p:spPr bwMode="auto">
                <a:xfrm>
                  <a:off x="3799" y="3023"/>
                  <a:ext cx="2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2" name="Picture 1372">
                  <a:extLst>
                    <a:ext uri="{FF2B5EF4-FFF2-40B4-BE49-F238E27FC236}">
                      <a16:creationId xmlns:a16="http://schemas.microsoft.com/office/drawing/2014/main" id="{7469A756-7C49-4A7D-A8A7-4BD31137D00C}"/>
                    </a:ext>
                  </a:extLst>
                </p:cNvPr>
                <p:cNvPicPr>
                  <a:picLocks noChangeAspect="1" noChangeArrowheads="1"/>
                </p:cNvPicPr>
                <p:nvPr/>
              </p:nvPicPr>
              <p:blipFill>
                <a:blip r:embed="rId498">
                  <a:extLst>
                    <a:ext uri="{28A0092B-C50C-407E-A947-70E740481C1C}">
                      <a14:useLocalDpi xmlns:a14="http://schemas.microsoft.com/office/drawing/2010/main" val="0"/>
                    </a:ext>
                  </a:extLst>
                </a:blip>
                <a:srcRect/>
                <a:stretch>
                  <a:fillRect/>
                </a:stretch>
              </p:blipFill>
              <p:spPr bwMode="auto">
                <a:xfrm>
                  <a:off x="3800" y="3024"/>
                  <a:ext cx="2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 name="Picture 1373">
                  <a:extLst>
                    <a:ext uri="{FF2B5EF4-FFF2-40B4-BE49-F238E27FC236}">
                      <a16:creationId xmlns:a16="http://schemas.microsoft.com/office/drawing/2014/main" id="{0A1625B0-09EF-4710-859D-08984B85BBFB}"/>
                    </a:ext>
                  </a:extLst>
                </p:cNvPr>
                <p:cNvPicPr>
                  <a:picLocks noChangeAspect="1" noChangeArrowheads="1"/>
                </p:cNvPicPr>
                <p:nvPr/>
              </p:nvPicPr>
              <p:blipFill>
                <a:blip r:embed="rId499">
                  <a:extLst>
                    <a:ext uri="{28A0092B-C50C-407E-A947-70E740481C1C}">
                      <a14:useLocalDpi xmlns:a14="http://schemas.microsoft.com/office/drawing/2010/main" val="0"/>
                    </a:ext>
                  </a:extLst>
                </a:blip>
                <a:srcRect/>
                <a:stretch>
                  <a:fillRect/>
                </a:stretch>
              </p:blipFill>
              <p:spPr bwMode="auto">
                <a:xfrm>
                  <a:off x="3801" y="3025"/>
                  <a:ext cx="2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4" name="Picture 1374">
                  <a:extLst>
                    <a:ext uri="{FF2B5EF4-FFF2-40B4-BE49-F238E27FC236}">
                      <a16:creationId xmlns:a16="http://schemas.microsoft.com/office/drawing/2014/main" id="{849D4302-451A-4889-B4B7-23968BA4A776}"/>
                    </a:ext>
                  </a:extLst>
                </p:cNvPr>
                <p:cNvPicPr>
                  <a:picLocks noChangeAspect="1" noChangeArrowheads="1"/>
                </p:cNvPicPr>
                <p:nvPr/>
              </p:nvPicPr>
              <p:blipFill>
                <a:blip r:embed="rId500">
                  <a:extLst>
                    <a:ext uri="{28A0092B-C50C-407E-A947-70E740481C1C}">
                      <a14:useLocalDpi xmlns:a14="http://schemas.microsoft.com/office/drawing/2010/main" val="0"/>
                    </a:ext>
                  </a:extLst>
                </a:blip>
                <a:srcRect/>
                <a:stretch>
                  <a:fillRect/>
                </a:stretch>
              </p:blipFill>
              <p:spPr bwMode="auto">
                <a:xfrm>
                  <a:off x="3847" y="3026"/>
                  <a:ext cx="16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 name="Picture 1375">
                  <a:extLst>
                    <a:ext uri="{FF2B5EF4-FFF2-40B4-BE49-F238E27FC236}">
                      <a16:creationId xmlns:a16="http://schemas.microsoft.com/office/drawing/2014/main" id="{B97D94AE-7E98-4312-A320-D0DDAA2CC7C9}"/>
                    </a:ext>
                  </a:extLst>
                </p:cNvPr>
                <p:cNvPicPr>
                  <a:picLocks noChangeAspect="1" noChangeArrowheads="1"/>
                </p:cNvPicPr>
                <p:nvPr/>
              </p:nvPicPr>
              <p:blipFill>
                <a:blip r:embed="rId501">
                  <a:extLst>
                    <a:ext uri="{28A0092B-C50C-407E-A947-70E740481C1C}">
                      <a14:useLocalDpi xmlns:a14="http://schemas.microsoft.com/office/drawing/2010/main" val="0"/>
                    </a:ext>
                  </a:extLst>
                </a:blip>
                <a:srcRect/>
                <a:stretch>
                  <a:fillRect/>
                </a:stretch>
              </p:blipFill>
              <p:spPr bwMode="auto">
                <a:xfrm>
                  <a:off x="3848" y="3027"/>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6" name="Picture 1376">
                  <a:extLst>
                    <a:ext uri="{FF2B5EF4-FFF2-40B4-BE49-F238E27FC236}">
                      <a16:creationId xmlns:a16="http://schemas.microsoft.com/office/drawing/2014/main" id="{9DCC5F20-686E-462F-8414-54714ECA6E1D}"/>
                    </a:ext>
                  </a:extLst>
                </p:cNvPr>
                <p:cNvPicPr>
                  <a:picLocks noChangeAspect="1" noChangeArrowheads="1"/>
                </p:cNvPicPr>
                <p:nvPr/>
              </p:nvPicPr>
              <p:blipFill>
                <a:blip r:embed="rId502">
                  <a:extLst>
                    <a:ext uri="{28A0092B-C50C-407E-A947-70E740481C1C}">
                      <a14:useLocalDpi xmlns:a14="http://schemas.microsoft.com/office/drawing/2010/main" val="0"/>
                    </a:ext>
                  </a:extLst>
                </a:blip>
                <a:srcRect/>
                <a:stretch>
                  <a:fillRect/>
                </a:stretch>
              </p:blipFill>
              <p:spPr bwMode="auto">
                <a:xfrm>
                  <a:off x="3848" y="3028"/>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7" name="Picture 1377">
                  <a:extLst>
                    <a:ext uri="{FF2B5EF4-FFF2-40B4-BE49-F238E27FC236}">
                      <a16:creationId xmlns:a16="http://schemas.microsoft.com/office/drawing/2014/main" id="{1B11D180-6C63-43E5-BCB4-89824100245D}"/>
                    </a:ext>
                  </a:extLst>
                </p:cNvPr>
                <p:cNvPicPr>
                  <a:picLocks noChangeAspect="1" noChangeArrowheads="1"/>
                </p:cNvPicPr>
                <p:nvPr/>
              </p:nvPicPr>
              <p:blipFill>
                <a:blip r:embed="rId503">
                  <a:extLst>
                    <a:ext uri="{28A0092B-C50C-407E-A947-70E740481C1C}">
                      <a14:useLocalDpi xmlns:a14="http://schemas.microsoft.com/office/drawing/2010/main" val="0"/>
                    </a:ext>
                  </a:extLst>
                </a:blip>
                <a:srcRect/>
                <a:stretch>
                  <a:fillRect/>
                </a:stretch>
              </p:blipFill>
              <p:spPr bwMode="auto">
                <a:xfrm>
                  <a:off x="3867" y="3029"/>
                  <a:ext cx="7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8" name="Picture 1378">
                  <a:extLst>
                    <a:ext uri="{FF2B5EF4-FFF2-40B4-BE49-F238E27FC236}">
                      <a16:creationId xmlns:a16="http://schemas.microsoft.com/office/drawing/2014/main" id="{9FBF9057-1069-40BB-95C4-05E313C5CFC0}"/>
                    </a:ext>
                  </a:extLst>
                </p:cNvPr>
                <p:cNvPicPr>
                  <a:picLocks noChangeAspect="1" noChangeArrowheads="1"/>
                </p:cNvPicPr>
                <p:nvPr/>
              </p:nvPicPr>
              <p:blipFill>
                <a:blip r:embed="rId504">
                  <a:extLst>
                    <a:ext uri="{28A0092B-C50C-407E-A947-70E740481C1C}">
                      <a14:useLocalDpi xmlns:a14="http://schemas.microsoft.com/office/drawing/2010/main" val="0"/>
                    </a:ext>
                  </a:extLst>
                </a:blip>
                <a:srcRect/>
                <a:stretch>
                  <a:fillRect/>
                </a:stretch>
              </p:blipFill>
              <p:spPr bwMode="auto">
                <a:xfrm>
                  <a:off x="3867" y="3030"/>
                  <a:ext cx="7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9" name="Picture 1379">
                  <a:extLst>
                    <a:ext uri="{FF2B5EF4-FFF2-40B4-BE49-F238E27FC236}">
                      <a16:creationId xmlns:a16="http://schemas.microsoft.com/office/drawing/2014/main" id="{C399E032-07CA-4924-A4A0-1B668B79D5CD}"/>
                    </a:ext>
                  </a:extLst>
                </p:cNvPr>
                <p:cNvPicPr>
                  <a:picLocks noChangeAspect="1" noChangeArrowheads="1"/>
                </p:cNvPicPr>
                <p:nvPr/>
              </p:nvPicPr>
              <p:blipFill>
                <a:blip r:embed="rId505">
                  <a:extLst>
                    <a:ext uri="{28A0092B-C50C-407E-A947-70E740481C1C}">
                      <a14:useLocalDpi xmlns:a14="http://schemas.microsoft.com/office/drawing/2010/main" val="0"/>
                    </a:ext>
                  </a:extLst>
                </a:blip>
                <a:srcRect/>
                <a:stretch>
                  <a:fillRect/>
                </a:stretch>
              </p:blipFill>
              <p:spPr bwMode="auto">
                <a:xfrm>
                  <a:off x="3867" y="3031"/>
                  <a:ext cx="7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0" name="Picture 1380">
                  <a:extLst>
                    <a:ext uri="{FF2B5EF4-FFF2-40B4-BE49-F238E27FC236}">
                      <a16:creationId xmlns:a16="http://schemas.microsoft.com/office/drawing/2014/main" id="{0D71160D-2620-42ED-882D-23D71690AE54}"/>
                    </a:ext>
                  </a:extLst>
                </p:cNvPr>
                <p:cNvPicPr>
                  <a:picLocks noChangeAspect="1" noChangeArrowheads="1"/>
                </p:cNvPicPr>
                <p:nvPr/>
              </p:nvPicPr>
              <p:blipFill>
                <a:blip r:embed="rId506">
                  <a:extLst>
                    <a:ext uri="{28A0092B-C50C-407E-A947-70E740481C1C}">
                      <a14:useLocalDpi xmlns:a14="http://schemas.microsoft.com/office/drawing/2010/main" val="0"/>
                    </a:ext>
                  </a:extLst>
                </a:blip>
                <a:srcRect/>
                <a:stretch>
                  <a:fillRect/>
                </a:stretch>
              </p:blipFill>
              <p:spPr bwMode="auto">
                <a:xfrm>
                  <a:off x="3867" y="3032"/>
                  <a:ext cx="7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1" name="Picture 1381">
                  <a:extLst>
                    <a:ext uri="{FF2B5EF4-FFF2-40B4-BE49-F238E27FC236}">
                      <a16:creationId xmlns:a16="http://schemas.microsoft.com/office/drawing/2014/main" id="{418881BC-8E13-4353-B41B-22B3F2E083A5}"/>
                    </a:ext>
                  </a:extLst>
                </p:cNvPr>
                <p:cNvPicPr>
                  <a:picLocks noChangeAspect="1" noChangeArrowheads="1"/>
                </p:cNvPicPr>
                <p:nvPr/>
              </p:nvPicPr>
              <p:blipFill>
                <a:blip r:embed="rId507">
                  <a:extLst>
                    <a:ext uri="{28A0092B-C50C-407E-A947-70E740481C1C}">
                      <a14:useLocalDpi xmlns:a14="http://schemas.microsoft.com/office/drawing/2010/main" val="0"/>
                    </a:ext>
                  </a:extLst>
                </a:blip>
                <a:srcRect/>
                <a:stretch>
                  <a:fillRect/>
                </a:stretch>
              </p:blipFill>
              <p:spPr bwMode="auto">
                <a:xfrm>
                  <a:off x="3867" y="3033"/>
                  <a:ext cx="7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2" name="Picture 1382">
                  <a:extLst>
                    <a:ext uri="{FF2B5EF4-FFF2-40B4-BE49-F238E27FC236}">
                      <a16:creationId xmlns:a16="http://schemas.microsoft.com/office/drawing/2014/main" id="{5F20AC09-3C65-4B21-A70F-F1212D523679}"/>
                    </a:ext>
                  </a:extLst>
                </p:cNvPr>
                <p:cNvPicPr>
                  <a:picLocks noChangeAspect="1" noChangeArrowheads="1"/>
                </p:cNvPicPr>
                <p:nvPr/>
              </p:nvPicPr>
              <p:blipFill>
                <a:blip r:embed="rId508">
                  <a:extLst>
                    <a:ext uri="{28A0092B-C50C-407E-A947-70E740481C1C}">
                      <a14:useLocalDpi xmlns:a14="http://schemas.microsoft.com/office/drawing/2010/main" val="0"/>
                    </a:ext>
                  </a:extLst>
                </a:blip>
                <a:srcRect/>
                <a:stretch>
                  <a:fillRect/>
                </a:stretch>
              </p:blipFill>
              <p:spPr bwMode="auto">
                <a:xfrm>
                  <a:off x="3868" y="3033"/>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 name="Picture 1383">
                  <a:extLst>
                    <a:ext uri="{FF2B5EF4-FFF2-40B4-BE49-F238E27FC236}">
                      <a16:creationId xmlns:a16="http://schemas.microsoft.com/office/drawing/2014/main" id="{D9D94738-8AC5-4952-8327-745FE9BEA17D}"/>
                    </a:ext>
                  </a:extLst>
                </p:cNvPr>
                <p:cNvPicPr>
                  <a:picLocks noChangeAspect="1" noChangeArrowheads="1"/>
                </p:cNvPicPr>
                <p:nvPr/>
              </p:nvPicPr>
              <p:blipFill>
                <a:blip r:embed="rId509">
                  <a:extLst>
                    <a:ext uri="{28A0092B-C50C-407E-A947-70E740481C1C}">
                      <a14:useLocalDpi xmlns:a14="http://schemas.microsoft.com/office/drawing/2010/main" val="0"/>
                    </a:ext>
                  </a:extLst>
                </a:blip>
                <a:srcRect/>
                <a:stretch>
                  <a:fillRect/>
                </a:stretch>
              </p:blipFill>
              <p:spPr bwMode="auto">
                <a:xfrm>
                  <a:off x="3868" y="3034"/>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4" name="Picture 1384">
                  <a:extLst>
                    <a:ext uri="{FF2B5EF4-FFF2-40B4-BE49-F238E27FC236}">
                      <a16:creationId xmlns:a16="http://schemas.microsoft.com/office/drawing/2014/main" id="{ECB1A03D-1F32-46F1-9131-B96EEE9F06CE}"/>
                    </a:ext>
                  </a:extLst>
                </p:cNvPr>
                <p:cNvPicPr>
                  <a:picLocks noChangeAspect="1" noChangeArrowheads="1"/>
                </p:cNvPicPr>
                <p:nvPr/>
              </p:nvPicPr>
              <p:blipFill>
                <a:blip r:embed="rId510">
                  <a:extLst>
                    <a:ext uri="{28A0092B-C50C-407E-A947-70E740481C1C}">
                      <a14:useLocalDpi xmlns:a14="http://schemas.microsoft.com/office/drawing/2010/main" val="0"/>
                    </a:ext>
                  </a:extLst>
                </a:blip>
                <a:srcRect/>
                <a:stretch>
                  <a:fillRect/>
                </a:stretch>
              </p:blipFill>
              <p:spPr bwMode="auto">
                <a:xfrm>
                  <a:off x="3868" y="3035"/>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5" name="Picture 1385">
                  <a:extLst>
                    <a:ext uri="{FF2B5EF4-FFF2-40B4-BE49-F238E27FC236}">
                      <a16:creationId xmlns:a16="http://schemas.microsoft.com/office/drawing/2014/main" id="{093FA109-DB57-4B8E-ACAC-0A6850BB2C2D}"/>
                    </a:ext>
                  </a:extLst>
                </p:cNvPr>
                <p:cNvPicPr>
                  <a:picLocks noChangeAspect="1" noChangeArrowheads="1"/>
                </p:cNvPicPr>
                <p:nvPr/>
              </p:nvPicPr>
              <p:blipFill>
                <a:blip r:embed="rId511">
                  <a:extLst>
                    <a:ext uri="{28A0092B-C50C-407E-A947-70E740481C1C}">
                      <a14:useLocalDpi xmlns:a14="http://schemas.microsoft.com/office/drawing/2010/main" val="0"/>
                    </a:ext>
                  </a:extLst>
                </a:blip>
                <a:srcRect/>
                <a:stretch>
                  <a:fillRect/>
                </a:stretch>
              </p:blipFill>
              <p:spPr bwMode="auto">
                <a:xfrm>
                  <a:off x="3868" y="3036"/>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6" name="Picture 1386">
                  <a:extLst>
                    <a:ext uri="{FF2B5EF4-FFF2-40B4-BE49-F238E27FC236}">
                      <a16:creationId xmlns:a16="http://schemas.microsoft.com/office/drawing/2014/main" id="{639767F4-6B75-4506-9041-97230BEBAAC1}"/>
                    </a:ext>
                  </a:extLst>
                </p:cNvPr>
                <p:cNvPicPr>
                  <a:picLocks noChangeAspect="1" noChangeArrowheads="1"/>
                </p:cNvPicPr>
                <p:nvPr/>
              </p:nvPicPr>
              <p:blipFill>
                <a:blip r:embed="rId512">
                  <a:extLst>
                    <a:ext uri="{28A0092B-C50C-407E-A947-70E740481C1C}">
                      <a14:useLocalDpi xmlns:a14="http://schemas.microsoft.com/office/drawing/2010/main" val="0"/>
                    </a:ext>
                  </a:extLst>
                </a:blip>
                <a:srcRect/>
                <a:stretch>
                  <a:fillRect/>
                </a:stretch>
              </p:blipFill>
              <p:spPr bwMode="auto">
                <a:xfrm>
                  <a:off x="3868" y="3037"/>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7" name="Picture 1387">
                  <a:extLst>
                    <a:ext uri="{FF2B5EF4-FFF2-40B4-BE49-F238E27FC236}">
                      <a16:creationId xmlns:a16="http://schemas.microsoft.com/office/drawing/2014/main" id="{9D17E21E-67A5-4406-99F4-E50F489B380C}"/>
                    </a:ext>
                  </a:extLst>
                </p:cNvPr>
                <p:cNvPicPr>
                  <a:picLocks noChangeAspect="1" noChangeArrowheads="1"/>
                </p:cNvPicPr>
                <p:nvPr/>
              </p:nvPicPr>
              <p:blipFill>
                <a:blip r:embed="rId513">
                  <a:extLst>
                    <a:ext uri="{28A0092B-C50C-407E-A947-70E740481C1C}">
                      <a14:useLocalDpi xmlns:a14="http://schemas.microsoft.com/office/drawing/2010/main" val="0"/>
                    </a:ext>
                  </a:extLst>
                </a:blip>
                <a:srcRect/>
                <a:stretch>
                  <a:fillRect/>
                </a:stretch>
              </p:blipFill>
              <p:spPr bwMode="auto">
                <a:xfrm>
                  <a:off x="3868" y="3038"/>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8" name="Picture 1388">
                  <a:extLst>
                    <a:ext uri="{FF2B5EF4-FFF2-40B4-BE49-F238E27FC236}">
                      <a16:creationId xmlns:a16="http://schemas.microsoft.com/office/drawing/2014/main" id="{C4B93D15-D4D9-46C3-B031-17796BA02652}"/>
                    </a:ext>
                  </a:extLst>
                </p:cNvPr>
                <p:cNvPicPr>
                  <a:picLocks noChangeAspect="1" noChangeArrowheads="1"/>
                </p:cNvPicPr>
                <p:nvPr/>
              </p:nvPicPr>
              <p:blipFill>
                <a:blip r:embed="rId514">
                  <a:extLst>
                    <a:ext uri="{28A0092B-C50C-407E-A947-70E740481C1C}">
                      <a14:useLocalDpi xmlns:a14="http://schemas.microsoft.com/office/drawing/2010/main" val="0"/>
                    </a:ext>
                  </a:extLst>
                </a:blip>
                <a:srcRect/>
                <a:stretch>
                  <a:fillRect/>
                </a:stretch>
              </p:blipFill>
              <p:spPr bwMode="auto">
                <a:xfrm>
                  <a:off x="3868" y="3039"/>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9" name="Picture 1389">
                  <a:extLst>
                    <a:ext uri="{FF2B5EF4-FFF2-40B4-BE49-F238E27FC236}">
                      <a16:creationId xmlns:a16="http://schemas.microsoft.com/office/drawing/2014/main" id="{2822180D-C619-4F8E-906F-2E9431064005}"/>
                    </a:ext>
                  </a:extLst>
                </p:cNvPr>
                <p:cNvPicPr>
                  <a:picLocks noChangeAspect="1" noChangeArrowheads="1"/>
                </p:cNvPicPr>
                <p:nvPr/>
              </p:nvPicPr>
              <p:blipFill>
                <a:blip r:embed="rId515">
                  <a:extLst>
                    <a:ext uri="{28A0092B-C50C-407E-A947-70E740481C1C}">
                      <a14:useLocalDpi xmlns:a14="http://schemas.microsoft.com/office/drawing/2010/main" val="0"/>
                    </a:ext>
                  </a:extLst>
                </a:blip>
                <a:srcRect/>
                <a:stretch>
                  <a:fillRect/>
                </a:stretch>
              </p:blipFill>
              <p:spPr bwMode="auto">
                <a:xfrm>
                  <a:off x="3868" y="3040"/>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0" name="Picture 1390">
                  <a:extLst>
                    <a:ext uri="{FF2B5EF4-FFF2-40B4-BE49-F238E27FC236}">
                      <a16:creationId xmlns:a16="http://schemas.microsoft.com/office/drawing/2014/main" id="{2FE89293-FC74-457B-A8A2-D6D0CA6EB01E}"/>
                    </a:ext>
                  </a:extLst>
                </p:cNvPr>
                <p:cNvPicPr>
                  <a:picLocks noChangeAspect="1" noChangeArrowheads="1"/>
                </p:cNvPicPr>
                <p:nvPr/>
              </p:nvPicPr>
              <p:blipFill>
                <a:blip r:embed="rId516">
                  <a:extLst>
                    <a:ext uri="{28A0092B-C50C-407E-A947-70E740481C1C}">
                      <a14:useLocalDpi xmlns:a14="http://schemas.microsoft.com/office/drawing/2010/main" val="0"/>
                    </a:ext>
                  </a:extLst>
                </a:blip>
                <a:srcRect/>
                <a:stretch>
                  <a:fillRect/>
                </a:stretch>
              </p:blipFill>
              <p:spPr bwMode="auto">
                <a:xfrm>
                  <a:off x="3868" y="3041"/>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1" name="Picture 1391">
                  <a:extLst>
                    <a:ext uri="{FF2B5EF4-FFF2-40B4-BE49-F238E27FC236}">
                      <a16:creationId xmlns:a16="http://schemas.microsoft.com/office/drawing/2014/main" id="{705870E8-5307-4A74-84C9-F373F0521EF5}"/>
                    </a:ext>
                  </a:extLst>
                </p:cNvPr>
                <p:cNvPicPr>
                  <a:picLocks noChangeAspect="1" noChangeArrowheads="1"/>
                </p:cNvPicPr>
                <p:nvPr/>
              </p:nvPicPr>
              <p:blipFill>
                <a:blip r:embed="rId517">
                  <a:extLst>
                    <a:ext uri="{28A0092B-C50C-407E-A947-70E740481C1C}">
                      <a14:useLocalDpi xmlns:a14="http://schemas.microsoft.com/office/drawing/2010/main" val="0"/>
                    </a:ext>
                  </a:extLst>
                </a:blip>
                <a:srcRect/>
                <a:stretch>
                  <a:fillRect/>
                </a:stretch>
              </p:blipFill>
              <p:spPr bwMode="auto">
                <a:xfrm>
                  <a:off x="3868" y="3042"/>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2" name="Picture 1392">
                  <a:extLst>
                    <a:ext uri="{FF2B5EF4-FFF2-40B4-BE49-F238E27FC236}">
                      <a16:creationId xmlns:a16="http://schemas.microsoft.com/office/drawing/2014/main" id="{1694D325-B6A3-4D73-B3FC-D4FF44526E75}"/>
                    </a:ext>
                  </a:extLst>
                </p:cNvPr>
                <p:cNvPicPr>
                  <a:picLocks noChangeAspect="1" noChangeArrowheads="1"/>
                </p:cNvPicPr>
                <p:nvPr/>
              </p:nvPicPr>
              <p:blipFill>
                <a:blip r:embed="rId518">
                  <a:extLst>
                    <a:ext uri="{28A0092B-C50C-407E-A947-70E740481C1C}">
                      <a14:useLocalDpi xmlns:a14="http://schemas.microsoft.com/office/drawing/2010/main" val="0"/>
                    </a:ext>
                  </a:extLst>
                </a:blip>
                <a:srcRect/>
                <a:stretch>
                  <a:fillRect/>
                </a:stretch>
              </p:blipFill>
              <p:spPr bwMode="auto">
                <a:xfrm>
                  <a:off x="3868" y="3043"/>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 name="Picture 1393">
                  <a:extLst>
                    <a:ext uri="{FF2B5EF4-FFF2-40B4-BE49-F238E27FC236}">
                      <a16:creationId xmlns:a16="http://schemas.microsoft.com/office/drawing/2014/main" id="{B3FB96B6-3C0F-4FE8-BDB2-533B98FA292A}"/>
                    </a:ext>
                  </a:extLst>
                </p:cNvPr>
                <p:cNvPicPr>
                  <a:picLocks noChangeAspect="1" noChangeArrowheads="1"/>
                </p:cNvPicPr>
                <p:nvPr/>
              </p:nvPicPr>
              <p:blipFill>
                <a:blip r:embed="rId519">
                  <a:extLst>
                    <a:ext uri="{28A0092B-C50C-407E-A947-70E740481C1C}">
                      <a14:useLocalDpi xmlns:a14="http://schemas.microsoft.com/office/drawing/2010/main" val="0"/>
                    </a:ext>
                  </a:extLst>
                </a:blip>
                <a:srcRect/>
                <a:stretch>
                  <a:fillRect/>
                </a:stretch>
              </p:blipFill>
              <p:spPr bwMode="auto">
                <a:xfrm>
                  <a:off x="3868" y="3044"/>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 name="Picture 1394">
                  <a:extLst>
                    <a:ext uri="{FF2B5EF4-FFF2-40B4-BE49-F238E27FC236}">
                      <a16:creationId xmlns:a16="http://schemas.microsoft.com/office/drawing/2014/main" id="{FC26F2E9-6854-4B62-BE4E-8F8D5393A769}"/>
                    </a:ext>
                  </a:extLst>
                </p:cNvPr>
                <p:cNvPicPr>
                  <a:picLocks noChangeAspect="1" noChangeArrowheads="1"/>
                </p:cNvPicPr>
                <p:nvPr/>
              </p:nvPicPr>
              <p:blipFill>
                <a:blip r:embed="rId519">
                  <a:extLst>
                    <a:ext uri="{28A0092B-C50C-407E-A947-70E740481C1C}">
                      <a14:useLocalDpi xmlns:a14="http://schemas.microsoft.com/office/drawing/2010/main" val="0"/>
                    </a:ext>
                  </a:extLst>
                </a:blip>
                <a:srcRect/>
                <a:stretch>
                  <a:fillRect/>
                </a:stretch>
              </p:blipFill>
              <p:spPr bwMode="auto">
                <a:xfrm>
                  <a:off x="3868" y="3045"/>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5" name="Picture 1395">
                  <a:extLst>
                    <a:ext uri="{FF2B5EF4-FFF2-40B4-BE49-F238E27FC236}">
                      <a16:creationId xmlns:a16="http://schemas.microsoft.com/office/drawing/2014/main" id="{414D022D-AC10-4120-AA2E-FDE49635538A}"/>
                    </a:ext>
                  </a:extLst>
                </p:cNvPr>
                <p:cNvPicPr>
                  <a:picLocks noChangeAspect="1" noChangeArrowheads="1"/>
                </p:cNvPicPr>
                <p:nvPr/>
              </p:nvPicPr>
              <p:blipFill>
                <a:blip r:embed="rId520">
                  <a:extLst>
                    <a:ext uri="{28A0092B-C50C-407E-A947-70E740481C1C}">
                      <a14:useLocalDpi xmlns:a14="http://schemas.microsoft.com/office/drawing/2010/main" val="0"/>
                    </a:ext>
                  </a:extLst>
                </a:blip>
                <a:srcRect/>
                <a:stretch>
                  <a:fillRect/>
                </a:stretch>
              </p:blipFill>
              <p:spPr bwMode="auto">
                <a:xfrm>
                  <a:off x="3868" y="3046"/>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6" name="Picture 1396">
                  <a:extLst>
                    <a:ext uri="{FF2B5EF4-FFF2-40B4-BE49-F238E27FC236}">
                      <a16:creationId xmlns:a16="http://schemas.microsoft.com/office/drawing/2014/main" id="{BCF79D2F-C85F-4FC2-B178-BEEB419F8A69}"/>
                    </a:ext>
                  </a:extLst>
                </p:cNvPr>
                <p:cNvPicPr>
                  <a:picLocks noChangeAspect="1" noChangeArrowheads="1"/>
                </p:cNvPicPr>
                <p:nvPr/>
              </p:nvPicPr>
              <p:blipFill>
                <a:blip r:embed="rId521">
                  <a:extLst>
                    <a:ext uri="{28A0092B-C50C-407E-A947-70E740481C1C}">
                      <a14:useLocalDpi xmlns:a14="http://schemas.microsoft.com/office/drawing/2010/main" val="0"/>
                    </a:ext>
                  </a:extLst>
                </a:blip>
                <a:srcRect/>
                <a:stretch>
                  <a:fillRect/>
                </a:stretch>
              </p:blipFill>
              <p:spPr bwMode="auto">
                <a:xfrm>
                  <a:off x="3868" y="3047"/>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7" name="Picture 1397">
                  <a:extLst>
                    <a:ext uri="{FF2B5EF4-FFF2-40B4-BE49-F238E27FC236}">
                      <a16:creationId xmlns:a16="http://schemas.microsoft.com/office/drawing/2014/main" id="{7E5DC5E8-852B-4914-A48C-A42FE72136C2}"/>
                    </a:ext>
                  </a:extLst>
                </p:cNvPr>
                <p:cNvPicPr>
                  <a:picLocks noChangeAspect="1" noChangeArrowheads="1"/>
                </p:cNvPicPr>
                <p:nvPr/>
              </p:nvPicPr>
              <p:blipFill>
                <a:blip r:embed="rId522">
                  <a:extLst>
                    <a:ext uri="{28A0092B-C50C-407E-A947-70E740481C1C}">
                      <a14:useLocalDpi xmlns:a14="http://schemas.microsoft.com/office/drawing/2010/main" val="0"/>
                    </a:ext>
                  </a:extLst>
                </a:blip>
                <a:srcRect/>
                <a:stretch>
                  <a:fillRect/>
                </a:stretch>
              </p:blipFill>
              <p:spPr bwMode="auto">
                <a:xfrm>
                  <a:off x="3868" y="3048"/>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8" name="Picture 1398">
                  <a:extLst>
                    <a:ext uri="{FF2B5EF4-FFF2-40B4-BE49-F238E27FC236}">
                      <a16:creationId xmlns:a16="http://schemas.microsoft.com/office/drawing/2014/main" id="{7EC46028-061E-48CC-84A5-AC6E4392A52A}"/>
                    </a:ext>
                  </a:extLst>
                </p:cNvPr>
                <p:cNvPicPr>
                  <a:picLocks noChangeAspect="1" noChangeArrowheads="1"/>
                </p:cNvPicPr>
                <p:nvPr/>
              </p:nvPicPr>
              <p:blipFill>
                <a:blip r:embed="rId523">
                  <a:extLst>
                    <a:ext uri="{28A0092B-C50C-407E-A947-70E740481C1C}">
                      <a14:useLocalDpi xmlns:a14="http://schemas.microsoft.com/office/drawing/2010/main" val="0"/>
                    </a:ext>
                  </a:extLst>
                </a:blip>
                <a:srcRect/>
                <a:stretch>
                  <a:fillRect/>
                </a:stretch>
              </p:blipFill>
              <p:spPr bwMode="auto">
                <a:xfrm>
                  <a:off x="3868" y="3049"/>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9" name="Picture 1399">
                  <a:extLst>
                    <a:ext uri="{FF2B5EF4-FFF2-40B4-BE49-F238E27FC236}">
                      <a16:creationId xmlns:a16="http://schemas.microsoft.com/office/drawing/2014/main" id="{4C77EBD7-888A-49C8-BD1F-2B60290F1D87}"/>
                    </a:ext>
                  </a:extLst>
                </p:cNvPr>
                <p:cNvPicPr>
                  <a:picLocks noChangeAspect="1" noChangeArrowheads="1"/>
                </p:cNvPicPr>
                <p:nvPr/>
              </p:nvPicPr>
              <p:blipFill>
                <a:blip r:embed="rId524">
                  <a:extLst>
                    <a:ext uri="{28A0092B-C50C-407E-A947-70E740481C1C}">
                      <a14:useLocalDpi xmlns:a14="http://schemas.microsoft.com/office/drawing/2010/main" val="0"/>
                    </a:ext>
                  </a:extLst>
                </a:blip>
                <a:srcRect/>
                <a:stretch>
                  <a:fillRect/>
                </a:stretch>
              </p:blipFill>
              <p:spPr bwMode="auto">
                <a:xfrm>
                  <a:off x="3868" y="3050"/>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0" name="Picture 1400">
                  <a:extLst>
                    <a:ext uri="{FF2B5EF4-FFF2-40B4-BE49-F238E27FC236}">
                      <a16:creationId xmlns:a16="http://schemas.microsoft.com/office/drawing/2014/main" id="{27D9FDAE-85E5-4E82-9224-D74BBFA186EC}"/>
                    </a:ext>
                  </a:extLst>
                </p:cNvPr>
                <p:cNvPicPr>
                  <a:picLocks noChangeAspect="1" noChangeArrowheads="1"/>
                </p:cNvPicPr>
                <p:nvPr/>
              </p:nvPicPr>
              <p:blipFill>
                <a:blip r:embed="rId525">
                  <a:extLst>
                    <a:ext uri="{28A0092B-C50C-407E-A947-70E740481C1C}">
                      <a14:useLocalDpi xmlns:a14="http://schemas.microsoft.com/office/drawing/2010/main" val="0"/>
                    </a:ext>
                  </a:extLst>
                </a:blip>
                <a:srcRect/>
                <a:stretch>
                  <a:fillRect/>
                </a:stretch>
              </p:blipFill>
              <p:spPr bwMode="auto">
                <a:xfrm>
                  <a:off x="3868" y="3051"/>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1" name="Picture 1401">
                  <a:extLst>
                    <a:ext uri="{FF2B5EF4-FFF2-40B4-BE49-F238E27FC236}">
                      <a16:creationId xmlns:a16="http://schemas.microsoft.com/office/drawing/2014/main" id="{D9ECC771-93B8-4056-A182-1EF71237EDD5}"/>
                    </a:ext>
                  </a:extLst>
                </p:cNvPr>
                <p:cNvPicPr>
                  <a:picLocks noChangeAspect="1" noChangeArrowheads="1"/>
                </p:cNvPicPr>
                <p:nvPr/>
              </p:nvPicPr>
              <p:blipFill>
                <a:blip r:embed="rId526">
                  <a:extLst>
                    <a:ext uri="{28A0092B-C50C-407E-A947-70E740481C1C}">
                      <a14:useLocalDpi xmlns:a14="http://schemas.microsoft.com/office/drawing/2010/main" val="0"/>
                    </a:ext>
                  </a:extLst>
                </a:blip>
                <a:srcRect/>
                <a:stretch>
                  <a:fillRect/>
                </a:stretch>
              </p:blipFill>
              <p:spPr bwMode="auto">
                <a:xfrm>
                  <a:off x="3868" y="3052"/>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2" name="Picture 1402">
                  <a:extLst>
                    <a:ext uri="{FF2B5EF4-FFF2-40B4-BE49-F238E27FC236}">
                      <a16:creationId xmlns:a16="http://schemas.microsoft.com/office/drawing/2014/main" id="{B688EEDD-FE33-4317-BD21-C8CE44D9BE5B}"/>
                    </a:ext>
                  </a:extLst>
                </p:cNvPr>
                <p:cNvPicPr>
                  <a:picLocks noChangeAspect="1" noChangeArrowheads="1"/>
                </p:cNvPicPr>
                <p:nvPr/>
              </p:nvPicPr>
              <p:blipFill>
                <a:blip r:embed="rId527">
                  <a:extLst>
                    <a:ext uri="{28A0092B-C50C-407E-A947-70E740481C1C}">
                      <a14:useLocalDpi xmlns:a14="http://schemas.microsoft.com/office/drawing/2010/main" val="0"/>
                    </a:ext>
                  </a:extLst>
                </a:blip>
                <a:srcRect/>
                <a:stretch>
                  <a:fillRect/>
                </a:stretch>
              </p:blipFill>
              <p:spPr bwMode="auto">
                <a:xfrm>
                  <a:off x="3868" y="3053"/>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 name="Picture 1403">
                  <a:extLst>
                    <a:ext uri="{FF2B5EF4-FFF2-40B4-BE49-F238E27FC236}">
                      <a16:creationId xmlns:a16="http://schemas.microsoft.com/office/drawing/2014/main" id="{3567C85A-9F35-4D06-B013-791AFB0B475A}"/>
                    </a:ext>
                  </a:extLst>
                </p:cNvPr>
                <p:cNvPicPr>
                  <a:picLocks noChangeAspect="1" noChangeArrowheads="1"/>
                </p:cNvPicPr>
                <p:nvPr/>
              </p:nvPicPr>
              <p:blipFill>
                <a:blip r:embed="rId528">
                  <a:extLst>
                    <a:ext uri="{28A0092B-C50C-407E-A947-70E740481C1C}">
                      <a14:useLocalDpi xmlns:a14="http://schemas.microsoft.com/office/drawing/2010/main" val="0"/>
                    </a:ext>
                  </a:extLst>
                </a:blip>
                <a:srcRect/>
                <a:stretch>
                  <a:fillRect/>
                </a:stretch>
              </p:blipFill>
              <p:spPr bwMode="auto">
                <a:xfrm>
                  <a:off x="3860" y="3054"/>
                  <a:ext cx="9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4" name="Picture 1404">
                  <a:extLst>
                    <a:ext uri="{FF2B5EF4-FFF2-40B4-BE49-F238E27FC236}">
                      <a16:creationId xmlns:a16="http://schemas.microsoft.com/office/drawing/2014/main" id="{F6AE6D02-2EA8-4222-BF29-3E61466F5E8A}"/>
                    </a:ext>
                  </a:extLst>
                </p:cNvPr>
                <p:cNvPicPr>
                  <a:picLocks noChangeAspect="1" noChangeArrowheads="1"/>
                </p:cNvPicPr>
                <p:nvPr/>
              </p:nvPicPr>
              <p:blipFill>
                <a:blip r:embed="rId529">
                  <a:extLst>
                    <a:ext uri="{28A0092B-C50C-407E-A947-70E740481C1C}">
                      <a14:useLocalDpi xmlns:a14="http://schemas.microsoft.com/office/drawing/2010/main" val="0"/>
                    </a:ext>
                  </a:extLst>
                </a:blip>
                <a:srcRect/>
                <a:stretch>
                  <a:fillRect/>
                </a:stretch>
              </p:blipFill>
              <p:spPr bwMode="auto">
                <a:xfrm>
                  <a:off x="3860" y="3055"/>
                  <a:ext cx="9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5" name="Picture 1405">
                  <a:extLst>
                    <a:ext uri="{FF2B5EF4-FFF2-40B4-BE49-F238E27FC236}">
                      <a16:creationId xmlns:a16="http://schemas.microsoft.com/office/drawing/2014/main" id="{008283E5-D43E-47E5-BE56-09C20D08E09B}"/>
                    </a:ext>
                  </a:extLst>
                </p:cNvPr>
                <p:cNvPicPr>
                  <a:picLocks noChangeAspect="1" noChangeArrowheads="1"/>
                </p:cNvPicPr>
                <p:nvPr/>
              </p:nvPicPr>
              <p:blipFill>
                <a:blip r:embed="rId530">
                  <a:extLst>
                    <a:ext uri="{28A0092B-C50C-407E-A947-70E740481C1C}">
                      <a14:useLocalDpi xmlns:a14="http://schemas.microsoft.com/office/drawing/2010/main" val="0"/>
                    </a:ext>
                  </a:extLst>
                </a:blip>
                <a:srcRect/>
                <a:stretch>
                  <a:fillRect/>
                </a:stretch>
              </p:blipFill>
              <p:spPr bwMode="auto">
                <a:xfrm>
                  <a:off x="3860" y="3056"/>
                  <a:ext cx="9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6" name="Picture 1406">
                  <a:extLst>
                    <a:ext uri="{FF2B5EF4-FFF2-40B4-BE49-F238E27FC236}">
                      <a16:creationId xmlns:a16="http://schemas.microsoft.com/office/drawing/2014/main" id="{788C0420-9658-4833-A88E-198A4669DB82}"/>
                    </a:ext>
                  </a:extLst>
                </p:cNvPr>
                <p:cNvPicPr>
                  <a:picLocks noChangeAspect="1" noChangeArrowheads="1"/>
                </p:cNvPicPr>
                <p:nvPr/>
              </p:nvPicPr>
              <p:blipFill>
                <a:blip r:embed="rId531">
                  <a:extLst>
                    <a:ext uri="{28A0092B-C50C-407E-A947-70E740481C1C}">
                      <a14:useLocalDpi xmlns:a14="http://schemas.microsoft.com/office/drawing/2010/main" val="0"/>
                    </a:ext>
                  </a:extLst>
                </a:blip>
                <a:srcRect/>
                <a:stretch>
                  <a:fillRect/>
                </a:stretch>
              </p:blipFill>
              <p:spPr bwMode="auto">
                <a:xfrm>
                  <a:off x="3854" y="3057"/>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7" name="Picture 1407">
                  <a:extLst>
                    <a:ext uri="{FF2B5EF4-FFF2-40B4-BE49-F238E27FC236}">
                      <a16:creationId xmlns:a16="http://schemas.microsoft.com/office/drawing/2014/main" id="{B89460CF-CCD6-4341-ACDA-961EEF9E122E}"/>
                    </a:ext>
                  </a:extLst>
                </p:cNvPr>
                <p:cNvPicPr>
                  <a:picLocks noChangeAspect="1" noChangeArrowheads="1"/>
                </p:cNvPicPr>
                <p:nvPr/>
              </p:nvPicPr>
              <p:blipFill>
                <a:blip r:embed="rId532">
                  <a:extLst>
                    <a:ext uri="{28A0092B-C50C-407E-A947-70E740481C1C}">
                      <a14:useLocalDpi xmlns:a14="http://schemas.microsoft.com/office/drawing/2010/main" val="0"/>
                    </a:ext>
                  </a:extLst>
                </a:blip>
                <a:srcRect/>
                <a:stretch>
                  <a:fillRect/>
                </a:stretch>
              </p:blipFill>
              <p:spPr bwMode="auto">
                <a:xfrm>
                  <a:off x="3854" y="3057"/>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8" name="Picture 1408">
                  <a:extLst>
                    <a:ext uri="{FF2B5EF4-FFF2-40B4-BE49-F238E27FC236}">
                      <a16:creationId xmlns:a16="http://schemas.microsoft.com/office/drawing/2014/main" id="{E7940576-FBA8-4D29-AFB7-5E2F909E0030}"/>
                    </a:ext>
                  </a:extLst>
                </p:cNvPr>
                <p:cNvPicPr>
                  <a:picLocks noChangeAspect="1" noChangeArrowheads="1"/>
                </p:cNvPicPr>
                <p:nvPr/>
              </p:nvPicPr>
              <p:blipFill>
                <a:blip r:embed="rId533">
                  <a:extLst>
                    <a:ext uri="{28A0092B-C50C-407E-A947-70E740481C1C}">
                      <a14:useLocalDpi xmlns:a14="http://schemas.microsoft.com/office/drawing/2010/main" val="0"/>
                    </a:ext>
                  </a:extLst>
                </a:blip>
                <a:srcRect/>
                <a:stretch>
                  <a:fillRect/>
                </a:stretch>
              </p:blipFill>
              <p:spPr bwMode="auto">
                <a:xfrm>
                  <a:off x="3854" y="3058"/>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9" name="Picture 1409">
                  <a:extLst>
                    <a:ext uri="{FF2B5EF4-FFF2-40B4-BE49-F238E27FC236}">
                      <a16:creationId xmlns:a16="http://schemas.microsoft.com/office/drawing/2014/main" id="{AA52BABC-27AB-47F7-B18E-97D51340E19C}"/>
                    </a:ext>
                  </a:extLst>
                </p:cNvPr>
                <p:cNvPicPr>
                  <a:picLocks noChangeAspect="1" noChangeArrowheads="1"/>
                </p:cNvPicPr>
                <p:nvPr/>
              </p:nvPicPr>
              <p:blipFill>
                <a:blip r:embed="rId534">
                  <a:extLst>
                    <a:ext uri="{28A0092B-C50C-407E-A947-70E740481C1C}">
                      <a14:useLocalDpi xmlns:a14="http://schemas.microsoft.com/office/drawing/2010/main" val="0"/>
                    </a:ext>
                  </a:extLst>
                </a:blip>
                <a:srcRect/>
                <a:stretch>
                  <a:fillRect/>
                </a:stretch>
              </p:blipFill>
              <p:spPr bwMode="auto">
                <a:xfrm>
                  <a:off x="3854" y="3059"/>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0" name="Picture 1410">
                  <a:extLst>
                    <a:ext uri="{FF2B5EF4-FFF2-40B4-BE49-F238E27FC236}">
                      <a16:creationId xmlns:a16="http://schemas.microsoft.com/office/drawing/2014/main" id="{8FBDA224-D889-409A-B73C-35C80CBE9461}"/>
                    </a:ext>
                  </a:extLst>
                </p:cNvPr>
                <p:cNvPicPr>
                  <a:picLocks noChangeAspect="1" noChangeArrowheads="1"/>
                </p:cNvPicPr>
                <p:nvPr/>
              </p:nvPicPr>
              <p:blipFill>
                <a:blip r:embed="rId535">
                  <a:extLst>
                    <a:ext uri="{28A0092B-C50C-407E-A947-70E740481C1C}">
                      <a14:useLocalDpi xmlns:a14="http://schemas.microsoft.com/office/drawing/2010/main" val="0"/>
                    </a:ext>
                  </a:extLst>
                </a:blip>
                <a:srcRect/>
                <a:stretch>
                  <a:fillRect/>
                </a:stretch>
              </p:blipFill>
              <p:spPr bwMode="auto">
                <a:xfrm>
                  <a:off x="3854" y="3060"/>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1" name="Picture 1411">
                  <a:extLst>
                    <a:ext uri="{FF2B5EF4-FFF2-40B4-BE49-F238E27FC236}">
                      <a16:creationId xmlns:a16="http://schemas.microsoft.com/office/drawing/2014/main" id="{3DD3DF28-4AC5-4540-A298-5CAC7F18BD0F}"/>
                    </a:ext>
                  </a:extLst>
                </p:cNvPr>
                <p:cNvPicPr>
                  <a:picLocks noChangeAspect="1" noChangeArrowheads="1"/>
                </p:cNvPicPr>
                <p:nvPr/>
              </p:nvPicPr>
              <p:blipFill>
                <a:blip r:embed="rId536">
                  <a:extLst>
                    <a:ext uri="{28A0092B-C50C-407E-A947-70E740481C1C}">
                      <a14:useLocalDpi xmlns:a14="http://schemas.microsoft.com/office/drawing/2010/main" val="0"/>
                    </a:ext>
                  </a:extLst>
                </a:blip>
                <a:srcRect/>
                <a:stretch>
                  <a:fillRect/>
                </a:stretch>
              </p:blipFill>
              <p:spPr bwMode="auto">
                <a:xfrm>
                  <a:off x="3854" y="3061"/>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2" name="Picture 1412">
                  <a:extLst>
                    <a:ext uri="{FF2B5EF4-FFF2-40B4-BE49-F238E27FC236}">
                      <a16:creationId xmlns:a16="http://schemas.microsoft.com/office/drawing/2014/main" id="{4AA5E40A-93CC-4BFD-A48B-6C39B43D1F4D}"/>
                    </a:ext>
                  </a:extLst>
                </p:cNvPr>
                <p:cNvPicPr>
                  <a:picLocks noChangeAspect="1" noChangeArrowheads="1"/>
                </p:cNvPicPr>
                <p:nvPr/>
              </p:nvPicPr>
              <p:blipFill>
                <a:blip r:embed="rId537">
                  <a:extLst>
                    <a:ext uri="{28A0092B-C50C-407E-A947-70E740481C1C}">
                      <a14:useLocalDpi xmlns:a14="http://schemas.microsoft.com/office/drawing/2010/main" val="0"/>
                    </a:ext>
                  </a:extLst>
                </a:blip>
                <a:srcRect/>
                <a:stretch>
                  <a:fillRect/>
                </a:stretch>
              </p:blipFill>
              <p:spPr bwMode="auto">
                <a:xfrm>
                  <a:off x="3854" y="3062"/>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 name="Picture 1413">
                  <a:extLst>
                    <a:ext uri="{FF2B5EF4-FFF2-40B4-BE49-F238E27FC236}">
                      <a16:creationId xmlns:a16="http://schemas.microsoft.com/office/drawing/2014/main" id="{90E7CE47-D853-42F6-9C32-F6AB8059CBD4}"/>
                    </a:ext>
                  </a:extLst>
                </p:cNvPr>
                <p:cNvPicPr>
                  <a:picLocks noChangeAspect="1" noChangeArrowheads="1"/>
                </p:cNvPicPr>
                <p:nvPr/>
              </p:nvPicPr>
              <p:blipFill>
                <a:blip r:embed="rId538">
                  <a:extLst>
                    <a:ext uri="{28A0092B-C50C-407E-A947-70E740481C1C}">
                      <a14:useLocalDpi xmlns:a14="http://schemas.microsoft.com/office/drawing/2010/main" val="0"/>
                    </a:ext>
                  </a:extLst>
                </a:blip>
                <a:srcRect/>
                <a:stretch>
                  <a:fillRect/>
                </a:stretch>
              </p:blipFill>
              <p:spPr bwMode="auto">
                <a:xfrm>
                  <a:off x="3854" y="3063"/>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 name="Picture 1414">
                  <a:extLst>
                    <a:ext uri="{FF2B5EF4-FFF2-40B4-BE49-F238E27FC236}">
                      <a16:creationId xmlns:a16="http://schemas.microsoft.com/office/drawing/2014/main" id="{B31E64DC-36B4-4E3B-8FA9-6FC62F15E7A1}"/>
                    </a:ext>
                  </a:extLst>
                </p:cNvPr>
                <p:cNvPicPr>
                  <a:picLocks noChangeAspect="1" noChangeArrowheads="1"/>
                </p:cNvPicPr>
                <p:nvPr/>
              </p:nvPicPr>
              <p:blipFill>
                <a:blip r:embed="rId539">
                  <a:extLst>
                    <a:ext uri="{28A0092B-C50C-407E-A947-70E740481C1C}">
                      <a14:useLocalDpi xmlns:a14="http://schemas.microsoft.com/office/drawing/2010/main" val="0"/>
                    </a:ext>
                  </a:extLst>
                </a:blip>
                <a:srcRect/>
                <a:stretch>
                  <a:fillRect/>
                </a:stretch>
              </p:blipFill>
              <p:spPr bwMode="auto">
                <a:xfrm>
                  <a:off x="3854" y="3064"/>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5" name="Picture 1415">
                  <a:extLst>
                    <a:ext uri="{FF2B5EF4-FFF2-40B4-BE49-F238E27FC236}">
                      <a16:creationId xmlns:a16="http://schemas.microsoft.com/office/drawing/2014/main" id="{476FF783-EA02-4083-ACB5-7D2A57CFE95C}"/>
                    </a:ext>
                  </a:extLst>
                </p:cNvPr>
                <p:cNvPicPr>
                  <a:picLocks noChangeAspect="1" noChangeArrowheads="1"/>
                </p:cNvPicPr>
                <p:nvPr/>
              </p:nvPicPr>
              <p:blipFill>
                <a:blip r:embed="rId540">
                  <a:extLst>
                    <a:ext uri="{28A0092B-C50C-407E-A947-70E740481C1C}">
                      <a14:useLocalDpi xmlns:a14="http://schemas.microsoft.com/office/drawing/2010/main" val="0"/>
                    </a:ext>
                  </a:extLst>
                </a:blip>
                <a:srcRect/>
                <a:stretch>
                  <a:fillRect/>
                </a:stretch>
              </p:blipFill>
              <p:spPr bwMode="auto">
                <a:xfrm>
                  <a:off x="3854" y="3065"/>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6" name="Picture 1416">
                  <a:extLst>
                    <a:ext uri="{FF2B5EF4-FFF2-40B4-BE49-F238E27FC236}">
                      <a16:creationId xmlns:a16="http://schemas.microsoft.com/office/drawing/2014/main" id="{59AD26CC-CB42-4AC8-BB19-6B2E179CF76A}"/>
                    </a:ext>
                  </a:extLst>
                </p:cNvPr>
                <p:cNvPicPr>
                  <a:picLocks noChangeAspect="1" noChangeArrowheads="1"/>
                </p:cNvPicPr>
                <p:nvPr/>
              </p:nvPicPr>
              <p:blipFill>
                <a:blip r:embed="rId541">
                  <a:extLst>
                    <a:ext uri="{28A0092B-C50C-407E-A947-70E740481C1C}">
                      <a14:useLocalDpi xmlns:a14="http://schemas.microsoft.com/office/drawing/2010/main" val="0"/>
                    </a:ext>
                  </a:extLst>
                </a:blip>
                <a:srcRect/>
                <a:stretch>
                  <a:fillRect/>
                </a:stretch>
              </p:blipFill>
              <p:spPr bwMode="auto">
                <a:xfrm>
                  <a:off x="3854" y="3066"/>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7" name="Picture 1417">
                  <a:extLst>
                    <a:ext uri="{FF2B5EF4-FFF2-40B4-BE49-F238E27FC236}">
                      <a16:creationId xmlns:a16="http://schemas.microsoft.com/office/drawing/2014/main" id="{3640BD1F-F116-4AE4-A875-B8B9E0D223B0}"/>
                    </a:ext>
                  </a:extLst>
                </p:cNvPr>
                <p:cNvPicPr>
                  <a:picLocks noChangeAspect="1" noChangeArrowheads="1"/>
                </p:cNvPicPr>
                <p:nvPr/>
              </p:nvPicPr>
              <p:blipFill>
                <a:blip r:embed="rId542">
                  <a:extLst>
                    <a:ext uri="{28A0092B-C50C-407E-A947-70E740481C1C}">
                      <a14:useLocalDpi xmlns:a14="http://schemas.microsoft.com/office/drawing/2010/main" val="0"/>
                    </a:ext>
                  </a:extLst>
                </a:blip>
                <a:srcRect/>
                <a:stretch>
                  <a:fillRect/>
                </a:stretch>
              </p:blipFill>
              <p:spPr bwMode="auto">
                <a:xfrm>
                  <a:off x="3854" y="3067"/>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8" name="Picture 1418">
                  <a:extLst>
                    <a:ext uri="{FF2B5EF4-FFF2-40B4-BE49-F238E27FC236}">
                      <a16:creationId xmlns:a16="http://schemas.microsoft.com/office/drawing/2014/main" id="{9299DA8C-4037-4153-8D01-A610B8FFDA6D}"/>
                    </a:ext>
                  </a:extLst>
                </p:cNvPr>
                <p:cNvPicPr>
                  <a:picLocks noChangeAspect="1" noChangeArrowheads="1"/>
                </p:cNvPicPr>
                <p:nvPr/>
              </p:nvPicPr>
              <p:blipFill>
                <a:blip r:embed="rId543">
                  <a:extLst>
                    <a:ext uri="{28A0092B-C50C-407E-A947-70E740481C1C}">
                      <a14:useLocalDpi xmlns:a14="http://schemas.microsoft.com/office/drawing/2010/main" val="0"/>
                    </a:ext>
                  </a:extLst>
                </a:blip>
                <a:srcRect/>
                <a:stretch>
                  <a:fillRect/>
                </a:stretch>
              </p:blipFill>
              <p:spPr bwMode="auto">
                <a:xfrm>
                  <a:off x="3854" y="3068"/>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9" name="Picture 1419">
                  <a:extLst>
                    <a:ext uri="{FF2B5EF4-FFF2-40B4-BE49-F238E27FC236}">
                      <a16:creationId xmlns:a16="http://schemas.microsoft.com/office/drawing/2014/main" id="{D7B2119E-A105-4D5D-9F78-B2BB2737784D}"/>
                    </a:ext>
                  </a:extLst>
                </p:cNvPr>
                <p:cNvPicPr>
                  <a:picLocks noChangeAspect="1" noChangeArrowheads="1"/>
                </p:cNvPicPr>
                <p:nvPr/>
              </p:nvPicPr>
              <p:blipFill>
                <a:blip r:embed="rId544">
                  <a:extLst>
                    <a:ext uri="{28A0092B-C50C-407E-A947-70E740481C1C}">
                      <a14:useLocalDpi xmlns:a14="http://schemas.microsoft.com/office/drawing/2010/main" val="0"/>
                    </a:ext>
                  </a:extLst>
                </a:blip>
                <a:srcRect/>
                <a:stretch>
                  <a:fillRect/>
                </a:stretch>
              </p:blipFill>
              <p:spPr bwMode="auto">
                <a:xfrm>
                  <a:off x="3854" y="3069"/>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0" name="Picture 1420">
                  <a:extLst>
                    <a:ext uri="{FF2B5EF4-FFF2-40B4-BE49-F238E27FC236}">
                      <a16:creationId xmlns:a16="http://schemas.microsoft.com/office/drawing/2014/main" id="{128390CA-9DCB-427E-8054-2CB5861E1782}"/>
                    </a:ext>
                  </a:extLst>
                </p:cNvPr>
                <p:cNvPicPr>
                  <a:picLocks noChangeAspect="1" noChangeArrowheads="1"/>
                </p:cNvPicPr>
                <p:nvPr/>
              </p:nvPicPr>
              <p:blipFill>
                <a:blip r:embed="rId545">
                  <a:extLst>
                    <a:ext uri="{28A0092B-C50C-407E-A947-70E740481C1C}">
                      <a14:useLocalDpi xmlns:a14="http://schemas.microsoft.com/office/drawing/2010/main" val="0"/>
                    </a:ext>
                  </a:extLst>
                </a:blip>
                <a:srcRect/>
                <a:stretch>
                  <a:fillRect/>
                </a:stretch>
              </p:blipFill>
              <p:spPr bwMode="auto">
                <a:xfrm>
                  <a:off x="3854" y="3070"/>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1" name="Picture 1421">
                  <a:extLst>
                    <a:ext uri="{FF2B5EF4-FFF2-40B4-BE49-F238E27FC236}">
                      <a16:creationId xmlns:a16="http://schemas.microsoft.com/office/drawing/2014/main" id="{438A5059-EEA1-488A-9208-FCF51B10972D}"/>
                    </a:ext>
                  </a:extLst>
                </p:cNvPr>
                <p:cNvPicPr>
                  <a:picLocks noChangeAspect="1" noChangeArrowheads="1"/>
                </p:cNvPicPr>
                <p:nvPr/>
              </p:nvPicPr>
              <p:blipFill>
                <a:blip r:embed="rId546">
                  <a:extLst>
                    <a:ext uri="{28A0092B-C50C-407E-A947-70E740481C1C}">
                      <a14:useLocalDpi xmlns:a14="http://schemas.microsoft.com/office/drawing/2010/main" val="0"/>
                    </a:ext>
                  </a:extLst>
                </a:blip>
                <a:srcRect/>
                <a:stretch>
                  <a:fillRect/>
                </a:stretch>
              </p:blipFill>
              <p:spPr bwMode="auto">
                <a:xfrm>
                  <a:off x="3854" y="3071"/>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2" name="Picture 1422">
                  <a:extLst>
                    <a:ext uri="{FF2B5EF4-FFF2-40B4-BE49-F238E27FC236}">
                      <a16:creationId xmlns:a16="http://schemas.microsoft.com/office/drawing/2014/main" id="{CD1900B3-C798-4F17-98D4-C3B7A8AFC07C}"/>
                    </a:ext>
                  </a:extLst>
                </p:cNvPr>
                <p:cNvPicPr>
                  <a:picLocks noChangeAspect="1" noChangeArrowheads="1"/>
                </p:cNvPicPr>
                <p:nvPr/>
              </p:nvPicPr>
              <p:blipFill>
                <a:blip r:embed="rId547">
                  <a:extLst>
                    <a:ext uri="{28A0092B-C50C-407E-A947-70E740481C1C}">
                      <a14:useLocalDpi xmlns:a14="http://schemas.microsoft.com/office/drawing/2010/main" val="0"/>
                    </a:ext>
                  </a:extLst>
                </a:blip>
                <a:srcRect/>
                <a:stretch>
                  <a:fillRect/>
                </a:stretch>
              </p:blipFill>
              <p:spPr bwMode="auto">
                <a:xfrm>
                  <a:off x="3854" y="3072"/>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3" name="Picture 1423">
                  <a:extLst>
                    <a:ext uri="{FF2B5EF4-FFF2-40B4-BE49-F238E27FC236}">
                      <a16:creationId xmlns:a16="http://schemas.microsoft.com/office/drawing/2014/main" id="{0FB881C1-DE90-4F96-854D-DBF6D3C112E8}"/>
                    </a:ext>
                  </a:extLst>
                </p:cNvPr>
                <p:cNvPicPr>
                  <a:picLocks noChangeAspect="1" noChangeArrowheads="1"/>
                </p:cNvPicPr>
                <p:nvPr/>
              </p:nvPicPr>
              <p:blipFill>
                <a:blip r:embed="rId548">
                  <a:extLst>
                    <a:ext uri="{28A0092B-C50C-407E-A947-70E740481C1C}">
                      <a14:useLocalDpi xmlns:a14="http://schemas.microsoft.com/office/drawing/2010/main" val="0"/>
                    </a:ext>
                  </a:extLst>
                </a:blip>
                <a:srcRect/>
                <a:stretch>
                  <a:fillRect/>
                </a:stretch>
              </p:blipFill>
              <p:spPr bwMode="auto">
                <a:xfrm>
                  <a:off x="3854" y="3073"/>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 name="Picture 1424">
                  <a:extLst>
                    <a:ext uri="{FF2B5EF4-FFF2-40B4-BE49-F238E27FC236}">
                      <a16:creationId xmlns:a16="http://schemas.microsoft.com/office/drawing/2014/main" id="{40A7E16D-BAED-4BC3-9CA1-7EC7E22BA2EA}"/>
                    </a:ext>
                  </a:extLst>
                </p:cNvPr>
                <p:cNvPicPr>
                  <a:picLocks noChangeAspect="1" noChangeArrowheads="1"/>
                </p:cNvPicPr>
                <p:nvPr/>
              </p:nvPicPr>
              <p:blipFill>
                <a:blip r:embed="rId549">
                  <a:extLst>
                    <a:ext uri="{28A0092B-C50C-407E-A947-70E740481C1C}">
                      <a14:useLocalDpi xmlns:a14="http://schemas.microsoft.com/office/drawing/2010/main" val="0"/>
                    </a:ext>
                  </a:extLst>
                </a:blip>
                <a:srcRect/>
                <a:stretch>
                  <a:fillRect/>
                </a:stretch>
              </p:blipFill>
              <p:spPr bwMode="auto">
                <a:xfrm>
                  <a:off x="3854" y="3074"/>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5" name="Picture 1425">
                  <a:extLst>
                    <a:ext uri="{FF2B5EF4-FFF2-40B4-BE49-F238E27FC236}">
                      <a16:creationId xmlns:a16="http://schemas.microsoft.com/office/drawing/2014/main" id="{0903EEDE-731C-4CF2-A48E-B312F51AF0BC}"/>
                    </a:ext>
                  </a:extLst>
                </p:cNvPr>
                <p:cNvPicPr>
                  <a:picLocks noChangeAspect="1" noChangeArrowheads="1"/>
                </p:cNvPicPr>
                <p:nvPr/>
              </p:nvPicPr>
              <p:blipFill>
                <a:blip r:embed="rId550">
                  <a:extLst>
                    <a:ext uri="{28A0092B-C50C-407E-A947-70E740481C1C}">
                      <a14:useLocalDpi xmlns:a14="http://schemas.microsoft.com/office/drawing/2010/main" val="0"/>
                    </a:ext>
                  </a:extLst>
                </a:blip>
                <a:srcRect/>
                <a:stretch>
                  <a:fillRect/>
                </a:stretch>
              </p:blipFill>
              <p:spPr bwMode="auto">
                <a:xfrm>
                  <a:off x="3854" y="3075"/>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6" name="Picture 1426">
                  <a:extLst>
                    <a:ext uri="{FF2B5EF4-FFF2-40B4-BE49-F238E27FC236}">
                      <a16:creationId xmlns:a16="http://schemas.microsoft.com/office/drawing/2014/main" id="{FCA8B5EC-EBE8-41FF-A58A-AFD2D8EB5B0D}"/>
                    </a:ext>
                  </a:extLst>
                </p:cNvPr>
                <p:cNvPicPr>
                  <a:picLocks noChangeAspect="1" noChangeArrowheads="1"/>
                </p:cNvPicPr>
                <p:nvPr/>
              </p:nvPicPr>
              <p:blipFill>
                <a:blip r:embed="rId551">
                  <a:extLst>
                    <a:ext uri="{28A0092B-C50C-407E-A947-70E740481C1C}">
                      <a14:useLocalDpi xmlns:a14="http://schemas.microsoft.com/office/drawing/2010/main" val="0"/>
                    </a:ext>
                  </a:extLst>
                </a:blip>
                <a:srcRect/>
                <a:stretch>
                  <a:fillRect/>
                </a:stretch>
              </p:blipFill>
              <p:spPr bwMode="auto">
                <a:xfrm>
                  <a:off x="3854" y="3076"/>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7" name="Picture 1427">
                  <a:extLst>
                    <a:ext uri="{FF2B5EF4-FFF2-40B4-BE49-F238E27FC236}">
                      <a16:creationId xmlns:a16="http://schemas.microsoft.com/office/drawing/2014/main" id="{C5F359D5-8C7B-4C54-A98A-6D3F264F0E86}"/>
                    </a:ext>
                  </a:extLst>
                </p:cNvPr>
                <p:cNvPicPr>
                  <a:picLocks noChangeAspect="1" noChangeArrowheads="1"/>
                </p:cNvPicPr>
                <p:nvPr/>
              </p:nvPicPr>
              <p:blipFill>
                <a:blip r:embed="rId552">
                  <a:extLst>
                    <a:ext uri="{28A0092B-C50C-407E-A947-70E740481C1C}">
                      <a14:useLocalDpi xmlns:a14="http://schemas.microsoft.com/office/drawing/2010/main" val="0"/>
                    </a:ext>
                  </a:extLst>
                </a:blip>
                <a:srcRect/>
                <a:stretch>
                  <a:fillRect/>
                </a:stretch>
              </p:blipFill>
              <p:spPr bwMode="auto">
                <a:xfrm>
                  <a:off x="3854" y="3077"/>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8" name="Picture 1428">
                  <a:extLst>
                    <a:ext uri="{FF2B5EF4-FFF2-40B4-BE49-F238E27FC236}">
                      <a16:creationId xmlns:a16="http://schemas.microsoft.com/office/drawing/2014/main" id="{AD2BED34-2045-4AE5-80B2-81D5A76C1AEE}"/>
                    </a:ext>
                  </a:extLst>
                </p:cNvPr>
                <p:cNvPicPr>
                  <a:picLocks noChangeAspect="1" noChangeArrowheads="1"/>
                </p:cNvPicPr>
                <p:nvPr/>
              </p:nvPicPr>
              <p:blipFill>
                <a:blip r:embed="rId553">
                  <a:extLst>
                    <a:ext uri="{28A0092B-C50C-407E-A947-70E740481C1C}">
                      <a14:useLocalDpi xmlns:a14="http://schemas.microsoft.com/office/drawing/2010/main" val="0"/>
                    </a:ext>
                  </a:extLst>
                </a:blip>
                <a:srcRect/>
                <a:stretch>
                  <a:fillRect/>
                </a:stretch>
              </p:blipFill>
              <p:spPr bwMode="auto">
                <a:xfrm>
                  <a:off x="3854" y="3078"/>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9" name="Picture 1429">
                  <a:extLst>
                    <a:ext uri="{FF2B5EF4-FFF2-40B4-BE49-F238E27FC236}">
                      <a16:creationId xmlns:a16="http://schemas.microsoft.com/office/drawing/2014/main" id="{65CCC483-32AB-4148-A789-163B7C07ADE9}"/>
                    </a:ext>
                  </a:extLst>
                </p:cNvPr>
                <p:cNvPicPr>
                  <a:picLocks noChangeAspect="1" noChangeArrowheads="1"/>
                </p:cNvPicPr>
                <p:nvPr/>
              </p:nvPicPr>
              <p:blipFill>
                <a:blip r:embed="rId554">
                  <a:extLst>
                    <a:ext uri="{28A0092B-C50C-407E-A947-70E740481C1C}">
                      <a14:useLocalDpi xmlns:a14="http://schemas.microsoft.com/office/drawing/2010/main" val="0"/>
                    </a:ext>
                  </a:extLst>
                </a:blip>
                <a:srcRect/>
                <a:stretch>
                  <a:fillRect/>
                </a:stretch>
              </p:blipFill>
              <p:spPr bwMode="auto">
                <a:xfrm>
                  <a:off x="3854" y="3079"/>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 name="Picture 1430">
                  <a:extLst>
                    <a:ext uri="{FF2B5EF4-FFF2-40B4-BE49-F238E27FC236}">
                      <a16:creationId xmlns:a16="http://schemas.microsoft.com/office/drawing/2014/main" id="{41D09212-5E7F-4355-852B-CE0B24180569}"/>
                    </a:ext>
                  </a:extLst>
                </p:cNvPr>
                <p:cNvPicPr>
                  <a:picLocks noChangeAspect="1" noChangeArrowheads="1"/>
                </p:cNvPicPr>
                <p:nvPr/>
              </p:nvPicPr>
              <p:blipFill>
                <a:blip r:embed="rId555">
                  <a:extLst>
                    <a:ext uri="{28A0092B-C50C-407E-A947-70E740481C1C}">
                      <a14:useLocalDpi xmlns:a14="http://schemas.microsoft.com/office/drawing/2010/main" val="0"/>
                    </a:ext>
                  </a:extLst>
                </a:blip>
                <a:srcRect/>
                <a:stretch>
                  <a:fillRect/>
                </a:stretch>
              </p:blipFill>
              <p:spPr bwMode="auto">
                <a:xfrm>
                  <a:off x="3854" y="3080"/>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1" name="Picture 1431">
                  <a:extLst>
                    <a:ext uri="{FF2B5EF4-FFF2-40B4-BE49-F238E27FC236}">
                      <a16:creationId xmlns:a16="http://schemas.microsoft.com/office/drawing/2014/main" id="{E12EBFE0-5620-49CA-B8AB-84117EC0253F}"/>
                    </a:ext>
                  </a:extLst>
                </p:cNvPr>
                <p:cNvPicPr>
                  <a:picLocks noChangeAspect="1" noChangeArrowheads="1"/>
                </p:cNvPicPr>
                <p:nvPr/>
              </p:nvPicPr>
              <p:blipFill>
                <a:blip r:embed="rId556">
                  <a:extLst>
                    <a:ext uri="{28A0092B-C50C-407E-A947-70E740481C1C}">
                      <a14:useLocalDpi xmlns:a14="http://schemas.microsoft.com/office/drawing/2010/main" val="0"/>
                    </a:ext>
                  </a:extLst>
                </a:blip>
                <a:srcRect/>
                <a:stretch>
                  <a:fillRect/>
                </a:stretch>
              </p:blipFill>
              <p:spPr bwMode="auto">
                <a:xfrm>
                  <a:off x="3854" y="3080"/>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2" name="Picture 1432">
                  <a:extLst>
                    <a:ext uri="{FF2B5EF4-FFF2-40B4-BE49-F238E27FC236}">
                      <a16:creationId xmlns:a16="http://schemas.microsoft.com/office/drawing/2014/main" id="{20D2F2A1-234B-46B1-8F78-6055A9CBE05C}"/>
                    </a:ext>
                  </a:extLst>
                </p:cNvPr>
                <p:cNvPicPr>
                  <a:picLocks noChangeAspect="1" noChangeArrowheads="1"/>
                </p:cNvPicPr>
                <p:nvPr/>
              </p:nvPicPr>
              <p:blipFill>
                <a:blip r:embed="rId557">
                  <a:extLst>
                    <a:ext uri="{28A0092B-C50C-407E-A947-70E740481C1C}">
                      <a14:useLocalDpi xmlns:a14="http://schemas.microsoft.com/office/drawing/2010/main" val="0"/>
                    </a:ext>
                  </a:extLst>
                </a:blip>
                <a:srcRect/>
                <a:stretch>
                  <a:fillRect/>
                </a:stretch>
              </p:blipFill>
              <p:spPr bwMode="auto">
                <a:xfrm>
                  <a:off x="3854" y="3081"/>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 name="Picture 1433">
                  <a:extLst>
                    <a:ext uri="{FF2B5EF4-FFF2-40B4-BE49-F238E27FC236}">
                      <a16:creationId xmlns:a16="http://schemas.microsoft.com/office/drawing/2014/main" id="{BF26E26B-1112-43B8-A969-DAA8C533E0CC}"/>
                    </a:ext>
                  </a:extLst>
                </p:cNvPr>
                <p:cNvPicPr>
                  <a:picLocks noChangeAspect="1" noChangeArrowheads="1"/>
                </p:cNvPicPr>
                <p:nvPr/>
              </p:nvPicPr>
              <p:blipFill>
                <a:blip r:embed="rId558">
                  <a:extLst>
                    <a:ext uri="{28A0092B-C50C-407E-A947-70E740481C1C}">
                      <a14:useLocalDpi xmlns:a14="http://schemas.microsoft.com/office/drawing/2010/main" val="0"/>
                    </a:ext>
                  </a:extLst>
                </a:blip>
                <a:srcRect/>
                <a:stretch>
                  <a:fillRect/>
                </a:stretch>
              </p:blipFill>
              <p:spPr bwMode="auto">
                <a:xfrm>
                  <a:off x="3854" y="3082"/>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 name="Picture 1434">
                  <a:extLst>
                    <a:ext uri="{FF2B5EF4-FFF2-40B4-BE49-F238E27FC236}">
                      <a16:creationId xmlns:a16="http://schemas.microsoft.com/office/drawing/2014/main" id="{29E7FD78-9EFF-4C26-B0DB-320CBEA3BC0F}"/>
                    </a:ext>
                  </a:extLst>
                </p:cNvPr>
                <p:cNvPicPr>
                  <a:picLocks noChangeAspect="1" noChangeArrowheads="1"/>
                </p:cNvPicPr>
                <p:nvPr/>
              </p:nvPicPr>
              <p:blipFill>
                <a:blip r:embed="rId559">
                  <a:extLst>
                    <a:ext uri="{28A0092B-C50C-407E-A947-70E740481C1C}">
                      <a14:useLocalDpi xmlns:a14="http://schemas.microsoft.com/office/drawing/2010/main" val="0"/>
                    </a:ext>
                  </a:extLst>
                </a:blip>
                <a:srcRect/>
                <a:stretch>
                  <a:fillRect/>
                </a:stretch>
              </p:blipFill>
              <p:spPr bwMode="auto">
                <a:xfrm>
                  <a:off x="3854" y="3083"/>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 name="Picture 1435">
                  <a:extLst>
                    <a:ext uri="{FF2B5EF4-FFF2-40B4-BE49-F238E27FC236}">
                      <a16:creationId xmlns:a16="http://schemas.microsoft.com/office/drawing/2014/main" id="{BE077618-DE6C-436B-A1BB-5F9B872F397A}"/>
                    </a:ext>
                  </a:extLst>
                </p:cNvPr>
                <p:cNvPicPr>
                  <a:picLocks noChangeAspect="1" noChangeArrowheads="1"/>
                </p:cNvPicPr>
                <p:nvPr/>
              </p:nvPicPr>
              <p:blipFill>
                <a:blip r:embed="rId560">
                  <a:extLst>
                    <a:ext uri="{28A0092B-C50C-407E-A947-70E740481C1C}">
                      <a14:useLocalDpi xmlns:a14="http://schemas.microsoft.com/office/drawing/2010/main" val="0"/>
                    </a:ext>
                  </a:extLst>
                </a:blip>
                <a:srcRect/>
                <a:stretch>
                  <a:fillRect/>
                </a:stretch>
              </p:blipFill>
              <p:spPr bwMode="auto">
                <a:xfrm>
                  <a:off x="3854" y="3084"/>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 name="Picture 1436">
                  <a:extLst>
                    <a:ext uri="{FF2B5EF4-FFF2-40B4-BE49-F238E27FC236}">
                      <a16:creationId xmlns:a16="http://schemas.microsoft.com/office/drawing/2014/main" id="{69E3A30F-EFEC-4781-BDBE-A945A5DB382E}"/>
                    </a:ext>
                  </a:extLst>
                </p:cNvPr>
                <p:cNvPicPr>
                  <a:picLocks noChangeAspect="1" noChangeArrowheads="1"/>
                </p:cNvPicPr>
                <p:nvPr/>
              </p:nvPicPr>
              <p:blipFill>
                <a:blip r:embed="rId561">
                  <a:extLst>
                    <a:ext uri="{28A0092B-C50C-407E-A947-70E740481C1C}">
                      <a14:useLocalDpi xmlns:a14="http://schemas.microsoft.com/office/drawing/2010/main" val="0"/>
                    </a:ext>
                  </a:extLst>
                </a:blip>
                <a:srcRect/>
                <a:stretch>
                  <a:fillRect/>
                </a:stretch>
              </p:blipFill>
              <p:spPr bwMode="auto">
                <a:xfrm>
                  <a:off x="3854" y="3085"/>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 name="Picture 1437">
                  <a:extLst>
                    <a:ext uri="{FF2B5EF4-FFF2-40B4-BE49-F238E27FC236}">
                      <a16:creationId xmlns:a16="http://schemas.microsoft.com/office/drawing/2014/main" id="{C764A604-FF7C-456F-919E-1D8F57372EFA}"/>
                    </a:ext>
                  </a:extLst>
                </p:cNvPr>
                <p:cNvPicPr>
                  <a:picLocks noChangeAspect="1" noChangeArrowheads="1"/>
                </p:cNvPicPr>
                <p:nvPr/>
              </p:nvPicPr>
              <p:blipFill>
                <a:blip r:embed="rId562">
                  <a:extLst>
                    <a:ext uri="{28A0092B-C50C-407E-A947-70E740481C1C}">
                      <a14:useLocalDpi xmlns:a14="http://schemas.microsoft.com/office/drawing/2010/main" val="0"/>
                    </a:ext>
                  </a:extLst>
                </a:blip>
                <a:srcRect/>
                <a:stretch>
                  <a:fillRect/>
                </a:stretch>
              </p:blipFill>
              <p:spPr bwMode="auto">
                <a:xfrm>
                  <a:off x="3854" y="3086"/>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 name="Picture 1438">
                  <a:extLst>
                    <a:ext uri="{FF2B5EF4-FFF2-40B4-BE49-F238E27FC236}">
                      <a16:creationId xmlns:a16="http://schemas.microsoft.com/office/drawing/2014/main" id="{2632691C-9B66-4E60-B9D6-F0971F3D868B}"/>
                    </a:ext>
                  </a:extLst>
                </p:cNvPr>
                <p:cNvPicPr>
                  <a:picLocks noChangeAspect="1" noChangeArrowheads="1"/>
                </p:cNvPicPr>
                <p:nvPr/>
              </p:nvPicPr>
              <p:blipFill>
                <a:blip r:embed="rId563">
                  <a:extLst>
                    <a:ext uri="{28A0092B-C50C-407E-A947-70E740481C1C}">
                      <a14:useLocalDpi xmlns:a14="http://schemas.microsoft.com/office/drawing/2010/main" val="0"/>
                    </a:ext>
                  </a:extLst>
                </a:blip>
                <a:srcRect/>
                <a:stretch>
                  <a:fillRect/>
                </a:stretch>
              </p:blipFill>
              <p:spPr bwMode="auto">
                <a:xfrm>
                  <a:off x="3854" y="3087"/>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 name="Picture 1439">
                  <a:extLst>
                    <a:ext uri="{FF2B5EF4-FFF2-40B4-BE49-F238E27FC236}">
                      <a16:creationId xmlns:a16="http://schemas.microsoft.com/office/drawing/2014/main" id="{31C31EBB-4B33-4451-BB18-05A5F60EA872}"/>
                    </a:ext>
                  </a:extLst>
                </p:cNvPr>
                <p:cNvPicPr>
                  <a:picLocks noChangeAspect="1" noChangeArrowheads="1"/>
                </p:cNvPicPr>
                <p:nvPr/>
              </p:nvPicPr>
              <p:blipFill>
                <a:blip r:embed="rId564">
                  <a:extLst>
                    <a:ext uri="{28A0092B-C50C-407E-A947-70E740481C1C}">
                      <a14:useLocalDpi xmlns:a14="http://schemas.microsoft.com/office/drawing/2010/main" val="0"/>
                    </a:ext>
                  </a:extLst>
                </a:blip>
                <a:srcRect/>
                <a:stretch>
                  <a:fillRect/>
                </a:stretch>
              </p:blipFill>
              <p:spPr bwMode="auto">
                <a:xfrm>
                  <a:off x="3854" y="3088"/>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 name="Picture 1440">
                  <a:extLst>
                    <a:ext uri="{FF2B5EF4-FFF2-40B4-BE49-F238E27FC236}">
                      <a16:creationId xmlns:a16="http://schemas.microsoft.com/office/drawing/2014/main" id="{FA526F75-60DD-4471-8629-49A5F9028194}"/>
                    </a:ext>
                  </a:extLst>
                </p:cNvPr>
                <p:cNvPicPr>
                  <a:picLocks noChangeAspect="1" noChangeArrowheads="1"/>
                </p:cNvPicPr>
                <p:nvPr/>
              </p:nvPicPr>
              <p:blipFill>
                <a:blip r:embed="rId565">
                  <a:extLst>
                    <a:ext uri="{28A0092B-C50C-407E-A947-70E740481C1C}">
                      <a14:useLocalDpi xmlns:a14="http://schemas.microsoft.com/office/drawing/2010/main" val="0"/>
                    </a:ext>
                  </a:extLst>
                </a:blip>
                <a:srcRect/>
                <a:stretch>
                  <a:fillRect/>
                </a:stretch>
              </p:blipFill>
              <p:spPr bwMode="auto">
                <a:xfrm>
                  <a:off x="3854" y="3089"/>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1" name="Picture 1441">
                  <a:extLst>
                    <a:ext uri="{FF2B5EF4-FFF2-40B4-BE49-F238E27FC236}">
                      <a16:creationId xmlns:a16="http://schemas.microsoft.com/office/drawing/2014/main" id="{E2219005-CF2C-413F-9D49-915D88E3FC8B}"/>
                    </a:ext>
                  </a:extLst>
                </p:cNvPr>
                <p:cNvPicPr>
                  <a:picLocks noChangeAspect="1" noChangeArrowheads="1"/>
                </p:cNvPicPr>
                <p:nvPr/>
              </p:nvPicPr>
              <p:blipFill>
                <a:blip r:embed="rId566">
                  <a:extLst>
                    <a:ext uri="{28A0092B-C50C-407E-A947-70E740481C1C}">
                      <a14:useLocalDpi xmlns:a14="http://schemas.microsoft.com/office/drawing/2010/main" val="0"/>
                    </a:ext>
                  </a:extLst>
                </a:blip>
                <a:srcRect/>
                <a:stretch>
                  <a:fillRect/>
                </a:stretch>
              </p:blipFill>
              <p:spPr bwMode="auto">
                <a:xfrm>
                  <a:off x="3854" y="3090"/>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2" name="Picture 1442">
                  <a:extLst>
                    <a:ext uri="{FF2B5EF4-FFF2-40B4-BE49-F238E27FC236}">
                      <a16:creationId xmlns:a16="http://schemas.microsoft.com/office/drawing/2014/main" id="{3C2EABCC-84A1-463F-98E9-B3B3644E3121}"/>
                    </a:ext>
                  </a:extLst>
                </p:cNvPr>
                <p:cNvPicPr>
                  <a:picLocks noChangeAspect="1" noChangeArrowheads="1"/>
                </p:cNvPicPr>
                <p:nvPr/>
              </p:nvPicPr>
              <p:blipFill>
                <a:blip r:embed="rId567">
                  <a:extLst>
                    <a:ext uri="{28A0092B-C50C-407E-A947-70E740481C1C}">
                      <a14:useLocalDpi xmlns:a14="http://schemas.microsoft.com/office/drawing/2010/main" val="0"/>
                    </a:ext>
                  </a:extLst>
                </a:blip>
                <a:srcRect/>
                <a:stretch>
                  <a:fillRect/>
                </a:stretch>
              </p:blipFill>
              <p:spPr bwMode="auto">
                <a:xfrm>
                  <a:off x="3854" y="3091"/>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3" name="Picture 1443">
                  <a:extLst>
                    <a:ext uri="{FF2B5EF4-FFF2-40B4-BE49-F238E27FC236}">
                      <a16:creationId xmlns:a16="http://schemas.microsoft.com/office/drawing/2014/main" id="{08FBFC42-A41A-48CA-97CF-521C05DB3EEC}"/>
                    </a:ext>
                  </a:extLst>
                </p:cNvPr>
                <p:cNvPicPr>
                  <a:picLocks noChangeAspect="1" noChangeArrowheads="1"/>
                </p:cNvPicPr>
                <p:nvPr/>
              </p:nvPicPr>
              <p:blipFill>
                <a:blip r:embed="rId568">
                  <a:extLst>
                    <a:ext uri="{28A0092B-C50C-407E-A947-70E740481C1C}">
                      <a14:useLocalDpi xmlns:a14="http://schemas.microsoft.com/office/drawing/2010/main" val="0"/>
                    </a:ext>
                  </a:extLst>
                </a:blip>
                <a:srcRect/>
                <a:stretch>
                  <a:fillRect/>
                </a:stretch>
              </p:blipFill>
              <p:spPr bwMode="auto">
                <a:xfrm>
                  <a:off x="3854" y="3092"/>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 name="Picture 1444">
                  <a:extLst>
                    <a:ext uri="{FF2B5EF4-FFF2-40B4-BE49-F238E27FC236}">
                      <a16:creationId xmlns:a16="http://schemas.microsoft.com/office/drawing/2014/main" id="{B486AEFB-F81C-48C0-9159-6201FE85A6C8}"/>
                    </a:ext>
                  </a:extLst>
                </p:cNvPr>
                <p:cNvPicPr>
                  <a:picLocks noChangeAspect="1" noChangeArrowheads="1"/>
                </p:cNvPicPr>
                <p:nvPr/>
              </p:nvPicPr>
              <p:blipFill>
                <a:blip r:embed="rId569">
                  <a:extLst>
                    <a:ext uri="{28A0092B-C50C-407E-A947-70E740481C1C}">
                      <a14:useLocalDpi xmlns:a14="http://schemas.microsoft.com/office/drawing/2010/main" val="0"/>
                    </a:ext>
                  </a:extLst>
                </a:blip>
                <a:srcRect/>
                <a:stretch>
                  <a:fillRect/>
                </a:stretch>
              </p:blipFill>
              <p:spPr bwMode="auto">
                <a:xfrm>
                  <a:off x="3854" y="3093"/>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5" name="Picture 1445">
                  <a:extLst>
                    <a:ext uri="{FF2B5EF4-FFF2-40B4-BE49-F238E27FC236}">
                      <a16:creationId xmlns:a16="http://schemas.microsoft.com/office/drawing/2014/main" id="{F568AC57-3F89-407B-86A7-00226054A2B4}"/>
                    </a:ext>
                  </a:extLst>
                </p:cNvPr>
                <p:cNvPicPr>
                  <a:picLocks noChangeAspect="1" noChangeArrowheads="1"/>
                </p:cNvPicPr>
                <p:nvPr/>
              </p:nvPicPr>
              <p:blipFill>
                <a:blip r:embed="rId570">
                  <a:extLst>
                    <a:ext uri="{28A0092B-C50C-407E-A947-70E740481C1C}">
                      <a14:useLocalDpi xmlns:a14="http://schemas.microsoft.com/office/drawing/2010/main" val="0"/>
                    </a:ext>
                  </a:extLst>
                </a:blip>
                <a:srcRect/>
                <a:stretch>
                  <a:fillRect/>
                </a:stretch>
              </p:blipFill>
              <p:spPr bwMode="auto">
                <a:xfrm>
                  <a:off x="3854" y="3094"/>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6" name="Picture 1446">
                  <a:extLst>
                    <a:ext uri="{FF2B5EF4-FFF2-40B4-BE49-F238E27FC236}">
                      <a16:creationId xmlns:a16="http://schemas.microsoft.com/office/drawing/2014/main" id="{2FB22307-6D57-4485-A55B-F69F2AB26315}"/>
                    </a:ext>
                  </a:extLst>
                </p:cNvPr>
                <p:cNvPicPr>
                  <a:picLocks noChangeAspect="1" noChangeArrowheads="1"/>
                </p:cNvPicPr>
                <p:nvPr/>
              </p:nvPicPr>
              <p:blipFill>
                <a:blip r:embed="rId571">
                  <a:extLst>
                    <a:ext uri="{28A0092B-C50C-407E-A947-70E740481C1C}">
                      <a14:useLocalDpi xmlns:a14="http://schemas.microsoft.com/office/drawing/2010/main" val="0"/>
                    </a:ext>
                  </a:extLst>
                </a:blip>
                <a:srcRect/>
                <a:stretch>
                  <a:fillRect/>
                </a:stretch>
              </p:blipFill>
              <p:spPr bwMode="auto">
                <a:xfrm>
                  <a:off x="3854" y="3095"/>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7" name="Picture 1447">
                  <a:extLst>
                    <a:ext uri="{FF2B5EF4-FFF2-40B4-BE49-F238E27FC236}">
                      <a16:creationId xmlns:a16="http://schemas.microsoft.com/office/drawing/2014/main" id="{E9D5189E-C3F9-4EE6-AB82-C280D13B6AB6}"/>
                    </a:ext>
                  </a:extLst>
                </p:cNvPr>
                <p:cNvPicPr>
                  <a:picLocks noChangeAspect="1" noChangeArrowheads="1"/>
                </p:cNvPicPr>
                <p:nvPr/>
              </p:nvPicPr>
              <p:blipFill>
                <a:blip r:embed="rId572">
                  <a:extLst>
                    <a:ext uri="{28A0092B-C50C-407E-A947-70E740481C1C}">
                      <a14:useLocalDpi xmlns:a14="http://schemas.microsoft.com/office/drawing/2010/main" val="0"/>
                    </a:ext>
                  </a:extLst>
                </a:blip>
                <a:srcRect/>
                <a:stretch>
                  <a:fillRect/>
                </a:stretch>
              </p:blipFill>
              <p:spPr bwMode="auto">
                <a:xfrm>
                  <a:off x="3854" y="3096"/>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8" name="Picture 1448">
                  <a:extLst>
                    <a:ext uri="{FF2B5EF4-FFF2-40B4-BE49-F238E27FC236}">
                      <a16:creationId xmlns:a16="http://schemas.microsoft.com/office/drawing/2014/main" id="{E03FE4D0-04E4-42B3-9D5A-EABCD4C190A3}"/>
                    </a:ext>
                  </a:extLst>
                </p:cNvPr>
                <p:cNvPicPr>
                  <a:picLocks noChangeAspect="1" noChangeArrowheads="1"/>
                </p:cNvPicPr>
                <p:nvPr/>
              </p:nvPicPr>
              <p:blipFill>
                <a:blip r:embed="rId573">
                  <a:extLst>
                    <a:ext uri="{28A0092B-C50C-407E-A947-70E740481C1C}">
                      <a14:useLocalDpi xmlns:a14="http://schemas.microsoft.com/office/drawing/2010/main" val="0"/>
                    </a:ext>
                  </a:extLst>
                </a:blip>
                <a:srcRect/>
                <a:stretch>
                  <a:fillRect/>
                </a:stretch>
              </p:blipFill>
              <p:spPr bwMode="auto">
                <a:xfrm>
                  <a:off x="3854" y="3097"/>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9" name="Picture 1449">
                  <a:extLst>
                    <a:ext uri="{FF2B5EF4-FFF2-40B4-BE49-F238E27FC236}">
                      <a16:creationId xmlns:a16="http://schemas.microsoft.com/office/drawing/2014/main" id="{FBB7FDAA-3BCF-45FA-A764-03D6AFED2958}"/>
                    </a:ext>
                  </a:extLst>
                </p:cNvPr>
                <p:cNvPicPr>
                  <a:picLocks noChangeAspect="1" noChangeArrowheads="1"/>
                </p:cNvPicPr>
                <p:nvPr/>
              </p:nvPicPr>
              <p:blipFill>
                <a:blip r:embed="rId574">
                  <a:extLst>
                    <a:ext uri="{28A0092B-C50C-407E-A947-70E740481C1C}">
                      <a14:useLocalDpi xmlns:a14="http://schemas.microsoft.com/office/drawing/2010/main" val="0"/>
                    </a:ext>
                  </a:extLst>
                </a:blip>
                <a:srcRect/>
                <a:stretch>
                  <a:fillRect/>
                </a:stretch>
              </p:blipFill>
              <p:spPr bwMode="auto">
                <a:xfrm>
                  <a:off x="3854" y="3098"/>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0" name="Picture 1450">
                  <a:extLst>
                    <a:ext uri="{FF2B5EF4-FFF2-40B4-BE49-F238E27FC236}">
                      <a16:creationId xmlns:a16="http://schemas.microsoft.com/office/drawing/2014/main" id="{DE001AA1-BBE6-4B9D-8E0B-6E81E786998E}"/>
                    </a:ext>
                  </a:extLst>
                </p:cNvPr>
                <p:cNvPicPr>
                  <a:picLocks noChangeAspect="1" noChangeArrowheads="1"/>
                </p:cNvPicPr>
                <p:nvPr/>
              </p:nvPicPr>
              <p:blipFill>
                <a:blip r:embed="rId575">
                  <a:extLst>
                    <a:ext uri="{28A0092B-C50C-407E-A947-70E740481C1C}">
                      <a14:useLocalDpi xmlns:a14="http://schemas.microsoft.com/office/drawing/2010/main" val="0"/>
                    </a:ext>
                  </a:extLst>
                </a:blip>
                <a:srcRect/>
                <a:stretch>
                  <a:fillRect/>
                </a:stretch>
              </p:blipFill>
              <p:spPr bwMode="auto">
                <a:xfrm>
                  <a:off x="3854" y="3099"/>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1" name="Picture 1451">
                  <a:extLst>
                    <a:ext uri="{FF2B5EF4-FFF2-40B4-BE49-F238E27FC236}">
                      <a16:creationId xmlns:a16="http://schemas.microsoft.com/office/drawing/2014/main" id="{1B6E1E45-F19F-4B87-B973-33F33E7E9671}"/>
                    </a:ext>
                  </a:extLst>
                </p:cNvPr>
                <p:cNvPicPr>
                  <a:picLocks noChangeAspect="1" noChangeArrowheads="1"/>
                </p:cNvPicPr>
                <p:nvPr/>
              </p:nvPicPr>
              <p:blipFill>
                <a:blip r:embed="rId576">
                  <a:extLst>
                    <a:ext uri="{28A0092B-C50C-407E-A947-70E740481C1C}">
                      <a14:useLocalDpi xmlns:a14="http://schemas.microsoft.com/office/drawing/2010/main" val="0"/>
                    </a:ext>
                  </a:extLst>
                </a:blip>
                <a:srcRect/>
                <a:stretch>
                  <a:fillRect/>
                </a:stretch>
              </p:blipFill>
              <p:spPr bwMode="auto">
                <a:xfrm>
                  <a:off x="3854" y="3100"/>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2" name="Picture 1452">
                  <a:extLst>
                    <a:ext uri="{FF2B5EF4-FFF2-40B4-BE49-F238E27FC236}">
                      <a16:creationId xmlns:a16="http://schemas.microsoft.com/office/drawing/2014/main" id="{77CA52FA-232C-464D-922E-77AABDA41B6A}"/>
                    </a:ext>
                  </a:extLst>
                </p:cNvPr>
                <p:cNvPicPr>
                  <a:picLocks noChangeAspect="1" noChangeArrowheads="1"/>
                </p:cNvPicPr>
                <p:nvPr/>
              </p:nvPicPr>
              <p:blipFill>
                <a:blip r:embed="rId577">
                  <a:extLst>
                    <a:ext uri="{28A0092B-C50C-407E-A947-70E740481C1C}">
                      <a14:useLocalDpi xmlns:a14="http://schemas.microsoft.com/office/drawing/2010/main" val="0"/>
                    </a:ext>
                  </a:extLst>
                </a:blip>
                <a:srcRect/>
                <a:stretch>
                  <a:fillRect/>
                </a:stretch>
              </p:blipFill>
              <p:spPr bwMode="auto">
                <a:xfrm>
                  <a:off x="3854" y="3101"/>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3" name="Picture 1453">
                  <a:extLst>
                    <a:ext uri="{FF2B5EF4-FFF2-40B4-BE49-F238E27FC236}">
                      <a16:creationId xmlns:a16="http://schemas.microsoft.com/office/drawing/2014/main" id="{CBBC1C19-918F-4D57-A5D7-0FEC6651C944}"/>
                    </a:ext>
                  </a:extLst>
                </p:cNvPr>
                <p:cNvPicPr>
                  <a:picLocks noChangeAspect="1" noChangeArrowheads="1"/>
                </p:cNvPicPr>
                <p:nvPr/>
              </p:nvPicPr>
              <p:blipFill>
                <a:blip r:embed="rId578">
                  <a:extLst>
                    <a:ext uri="{28A0092B-C50C-407E-A947-70E740481C1C}">
                      <a14:useLocalDpi xmlns:a14="http://schemas.microsoft.com/office/drawing/2010/main" val="0"/>
                    </a:ext>
                  </a:extLst>
                </a:blip>
                <a:srcRect/>
                <a:stretch>
                  <a:fillRect/>
                </a:stretch>
              </p:blipFill>
              <p:spPr bwMode="auto">
                <a:xfrm>
                  <a:off x="3854" y="3102"/>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 name="Picture 1454">
                  <a:extLst>
                    <a:ext uri="{FF2B5EF4-FFF2-40B4-BE49-F238E27FC236}">
                      <a16:creationId xmlns:a16="http://schemas.microsoft.com/office/drawing/2014/main" id="{D2B5D8FE-5D48-49C8-8432-113DD114F1ED}"/>
                    </a:ext>
                  </a:extLst>
                </p:cNvPr>
                <p:cNvPicPr>
                  <a:picLocks noChangeAspect="1" noChangeArrowheads="1"/>
                </p:cNvPicPr>
                <p:nvPr/>
              </p:nvPicPr>
              <p:blipFill>
                <a:blip r:embed="rId579">
                  <a:extLst>
                    <a:ext uri="{28A0092B-C50C-407E-A947-70E740481C1C}">
                      <a14:useLocalDpi xmlns:a14="http://schemas.microsoft.com/office/drawing/2010/main" val="0"/>
                    </a:ext>
                  </a:extLst>
                </a:blip>
                <a:srcRect/>
                <a:stretch>
                  <a:fillRect/>
                </a:stretch>
              </p:blipFill>
              <p:spPr bwMode="auto">
                <a:xfrm>
                  <a:off x="3854" y="3103"/>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5" name="Picture 1455">
                  <a:extLst>
                    <a:ext uri="{FF2B5EF4-FFF2-40B4-BE49-F238E27FC236}">
                      <a16:creationId xmlns:a16="http://schemas.microsoft.com/office/drawing/2014/main" id="{DCF16BB9-6369-4787-B2F4-9BA7499B39CE}"/>
                    </a:ext>
                  </a:extLst>
                </p:cNvPr>
                <p:cNvPicPr>
                  <a:picLocks noChangeAspect="1" noChangeArrowheads="1"/>
                </p:cNvPicPr>
                <p:nvPr/>
              </p:nvPicPr>
              <p:blipFill>
                <a:blip r:embed="rId580">
                  <a:extLst>
                    <a:ext uri="{28A0092B-C50C-407E-A947-70E740481C1C}">
                      <a14:useLocalDpi xmlns:a14="http://schemas.microsoft.com/office/drawing/2010/main" val="0"/>
                    </a:ext>
                  </a:extLst>
                </a:blip>
                <a:srcRect/>
                <a:stretch>
                  <a:fillRect/>
                </a:stretch>
              </p:blipFill>
              <p:spPr bwMode="auto">
                <a:xfrm>
                  <a:off x="3854" y="3104"/>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 name="Picture 1456">
                  <a:extLst>
                    <a:ext uri="{FF2B5EF4-FFF2-40B4-BE49-F238E27FC236}">
                      <a16:creationId xmlns:a16="http://schemas.microsoft.com/office/drawing/2014/main" id="{E3CEE66A-C15F-418C-9F14-884DAE82A37D}"/>
                    </a:ext>
                  </a:extLst>
                </p:cNvPr>
                <p:cNvPicPr>
                  <a:picLocks noChangeAspect="1" noChangeArrowheads="1"/>
                </p:cNvPicPr>
                <p:nvPr/>
              </p:nvPicPr>
              <p:blipFill>
                <a:blip r:embed="rId581">
                  <a:extLst>
                    <a:ext uri="{28A0092B-C50C-407E-A947-70E740481C1C}">
                      <a14:useLocalDpi xmlns:a14="http://schemas.microsoft.com/office/drawing/2010/main" val="0"/>
                    </a:ext>
                  </a:extLst>
                </a:blip>
                <a:srcRect/>
                <a:stretch>
                  <a:fillRect/>
                </a:stretch>
              </p:blipFill>
              <p:spPr bwMode="auto">
                <a:xfrm>
                  <a:off x="3854" y="3104"/>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7" name="Picture 1457">
                  <a:extLst>
                    <a:ext uri="{FF2B5EF4-FFF2-40B4-BE49-F238E27FC236}">
                      <a16:creationId xmlns:a16="http://schemas.microsoft.com/office/drawing/2014/main" id="{782BE714-9B3C-41B7-B860-8724728DBCCA}"/>
                    </a:ext>
                  </a:extLst>
                </p:cNvPr>
                <p:cNvPicPr>
                  <a:picLocks noChangeAspect="1" noChangeArrowheads="1"/>
                </p:cNvPicPr>
                <p:nvPr/>
              </p:nvPicPr>
              <p:blipFill>
                <a:blip r:embed="rId582">
                  <a:extLst>
                    <a:ext uri="{28A0092B-C50C-407E-A947-70E740481C1C}">
                      <a14:useLocalDpi xmlns:a14="http://schemas.microsoft.com/office/drawing/2010/main" val="0"/>
                    </a:ext>
                  </a:extLst>
                </a:blip>
                <a:srcRect/>
                <a:stretch>
                  <a:fillRect/>
                </a:stretch>
              </p:blipFill>
              <p:spPr bwMode="auto">
                <a:xfrm>
                  <a:off x="3854" y="3105"/>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8" name="Picture 1458">
                  <a:extLst>
                    <a:ext uri="{FF2B5EF4-FFF2-40B4-BE49-F238E27FC236}">
                      <a16:creationId xmlns:a16="http://schemas.microsoft.com/office/drawing/2014/main" id="{A0D612C0-9EFF-4A25-9BFC-28250A26B6FF}"/>
                    </a:ext>
                  </a:extLst>
                </p:cNvPr>
                <p:cNvPicPr>
                  <a:picLocks noChangeAspect="1" noChangeArrowheads="1"/>
                </p:cNvPicPr>
                <p:nvPr/>
              </p:nvPicPr>
              <p:blipFill>
                <a:blip r:embed="rId583">
                  <a:extLst>
                    <a:ext uri="{28A0092B-C50C-407E-A947-70E740481C1C}">
                      <a14:useLocalDpi xmlns:a14="http://schemas.microsoft.com/office/drawing/2010/main" val="0"/>
                    </a:ext>
                  </a:extLst>
                </a:blip>
                <a:srcRect/>
                <a:stretch>
                  <a:fillRect/>
                </a:stretch>
              </p:blipFill>
              <p:spPr bwMode="auto">
                <a:xfrm>
                  <a:off x="3854" y="3106"/>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 name="Picture 1459">
                  <a:extLst>
                    <a:ext uri="{FF2B5EF4-FFF2-40B4-BE49-F238E27FC236}">
                      <a16:creationId xmlns:a16="http://schemas.microsoft.com/office/drawing/2014/main" id="{7DBE7CA5-0A6A-4EA8-B3A7-EDAEAB9D6FDD}"/>
                    </a:ext>
                  </a:extLst>
                </p:cNvPr>
                <p:cNvPicPr>
                  <a:picLocks noChangeAspect="1" noChangeArrowheads="1"/>
                </p:cNvPicPr>
                <p:nvPr/>
              </p:nvPicPr>
              <p:blipFill>
                <a:blip r:embed="rId584">
                  <a:extLst>
                    <a:ext uri="{28A0092B-C50C-407E-A947-70E740481C1C}">
                      <a14:useLocalDpi xmlns:a14="http://schemas.microsoft.com/office/drawing/2010/main" val="0"/>
                    </a:ext>
                  </a:extLst>
                </a:blip>
                <a:srcRect/>
                <a:stretch>
                  <a:fillRect/>
                </a:stretch>
              </p:blipFill>
              <p:spPr bwMode="auto">
                <a:xfrm>
                  <a:off x="3854" y="3107"/>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0" name="Picture 1460">
                  <a:extLst>
                    <a:ext uri="{FF2B5EF4-FFF2-40B4-BE49-F238E27FC236}">
                      <a16:creationId xmlns:a16="http://schemas.microsoft.com/office/drawing/2014/main" id="{95938519-3A47-4A1F-AF35-AB8BF1A927B2}"/>
                    </a:ext>
                  </a:extLst>
                </p:cNvPr>
                <p:cNvPicPr>
                  <a:picLocks noChangeAspect="1" noChangeArrowheads="1"/>
                </p:cNvPicPr>
                <p:nvPr/>
              </p:nvPicPr>
              <p:blipFill>
                <a:blip r:embed="rId585">
                  <a:extLst>
                    <a:ext uri="{28A0092B-C50C-407E-A947-70E740481C1C}">
                      <a14:useLocalDpi xmlns:a14="http://schemas.microsoft.com/office/drawing/2010/main" val="0"/>
                    </a:ext>
                  </a:extLst>
                </a:blip>
                <a:srcRect/>
                <a:stretch>
                  <a:fillRect/>
                </a:stretch>
              </p:blipFill>
              <p:spPr bwMode="auto">
                <a:xfrm>
                  <a:off x="3854" y="3108"/>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 name="Picture 1461">
                  <a:extLst>
                    <a:ext uri="{FF2B5EF4-FFF2-40B4-BE49-F238E27FC236}">
                      <a16:creationId xmlns:a16="http://schemas.microsoft.com/office/drawing/2014/main" id="{EEE98D29-9A1D-462C-BFD2-98F52BA4402B}"/>
                    </a:ext>
                  </a:extLst>
                </p:cNvPr>
                <p:cNvPicPr>
                  <a:picLocks noChangeAspect="1" noChangeArrowheads="1"/>
                </p:cNvPicPr>
                <p:nvPr/>
              </p:nvPicPr>
              <p:blipFill>
                <a:blip r:embed="rId586">
                  <a:extLst>
                    <a:ext uri="{28A0092B-C50C-407E-A947-70E740481C1C}">
                      <a14:useLocalDpi xmlns:a14="http://schemas.microsoft.com/office/drawing/2010/main" val="0"/>
                    </a:ext>
                  </a:extLst>
                </a:blip>
                <a:srcRect/>
                <a:stretch>
                  <a:fillRect/>
                </a:stretch>
              </p:blipFill>
              <p:spPr bwMode="auto">
                <a:xfrm>
                  <a:off x="3854" y="3109"/>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2" name="Picture 1462">
                  <a:extLst>
                    <a:ext uri="{FF2B5EF4-FFF2-40B4-BE49-F238E27FC236}">
                      <a16:creationId xmlns:a16="http://schemas.microsoft.com/office/drawing/2014/main" id="{43B8A48E-C821-44CE-AC9E-B6FAE6AE5358}"/>
                    </a:ext>
                  </a:extLst>
                </p:cNvPr>
                <p:cNvPicPr>
                  <a:picLocks noChangeAspect="1" noChangeArrowheads="1"/>
                </p:cNvPicPr>
                <p:nvPr/>
              </p:nvPicPr>
              <p:blipFill>
                <a:blip r:embed="rId587">
                  <a:extLst>
                    <a:ext uri="{28A0092B-C50C-407E-A947-70E740481C1C}">
                      <a14:useLocalDpi xmlns:a14="http://schemas.microsoft.com/office/drawing/2010/main" val="0"/>
                    </a:ext>
                  </a:extLst>
                </a:blip>
                <a:srcRect/>
                <a:stretch>
                  <a:fillRect/>
                </a:stretch>
              </p:blipFill>
              <p:spPr bwMode="auto">
                <a:xfrm>
                  <a:off x="3854" y="3110"/>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 name="Picture 1463">
                  <a:extLst>
                    <a:ext uri="{FF2B5EF4-FFF2-40B4-BE49-F238E27FC236}">
                      <a16:creationId xmlns:a16="http://schemas.microsoft.com/office/drawing/2014/main" id="{D13E8CA1-5130-4BA6-B1DE-024259026218}"/>
                    </a:ext>
                  </a:extLst>
                </p:cNvPr>
                <p:cNvPicPr>
                  <a:picLocks noChangeAspect="1" noChangeArrowheads="1"/>
                </p:cNvPicPr>
                <p:nvPr/>
              </p:nvPicPr>
              <p:blipFill>
                <a:blip r:embed="rId588">
                  <a:extLst>
                    <a:ext uri="{28A0092B-C50C-407E-A947-70E740481C1C}">
                      <a14:useLocalDpi xmlns:a14="http://schemas.microsoft.com/office/drawing/2010/main" val="0"/>
                    </a:ext>
                  </a:extLst>
                </a:blip>
                <a:srcRect/>
                <a:stretch>
                  <a:fillRect/>
                </a:stretch>
              </p:blipFill>
              <p:spPr bwMode="auto">
                <a:xfrm>
                  <a:off x="3854" y="3111"/>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4" name="Picture 1464">
                  <a:extLst>
                    <a:ext uri="{FF2B5EF4-FFF2-40B4-BE49-F238E27FC236}">
                      <a16:creationId xmlns:a16="http://schemas.microsoft.com/office/drawing/2014/main" id="{C2831757-0548-456E-9601-AB8830FFD1E4}"/>
                    </a:ext>
                  </a:extLst>
                </p:cNvPr>
                <p:cNvPicPr>
                  <a:picLocks noChangeAspect="1" noChangeArrowheads="1"/>
                </p:cNvPicPr>
                <p:nvPr/>
              </p:nvPicPr>
              <p:blipFill>
                <a:blip r:embed="rId589">
                  <a:extLst>
                    <a:ext uri="{28A0092B-C50C-407E-A947-70E740481C1C}">
                      <a14:useLocalDpi xmlns:a14="http://schemas.microsoft.com/office/drawing/2010/main" val="0"/>
                    </a:ext>
                  </a:extLst>
                </a:blip>
                <a:srcRect/>
                <a:stretch>
                  <a:fillRect/>
                </a:stretch>
              </p:blipFill>
              <p:spPr bwMode="auto">
                <a:xfrm>
                  <a:off x="3854" y="3112"/>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 name="Picture 1465">
                  <a:extLst>
                    <a:ext uri="{FF2B5EF4-FFF2-40B4-BE49-F238E27FC236}">
                      <a16:creationId xmlns:a16="http://schemas.microsoft.com/office/drawing/2014/main" id="{6948BAB7-3ECF-4ED6-9515-279B97E40D23}"/>
                    </a:ext>
                  </a:extLst>
                </p:cNvPr>
                <p:cNvPicPr>
                  <a:picLocks noChangeAspect="1" noChangeArrowheads="1"/>
                </p:cNvPicPr>
                <p:nvPr/>
              </p:nvPicPr>
              <p:blipFill>
                <a:blip r:embed="rId537">
                  <a:extLst>
                    <a:ext uri="{28A0092B-C50C-407E-A947-70E740481C1C}">
                      <a14:useLocalDpi xmlns:a14="http://schemas.microsoft.com/office/drawing/2010/main" val="0"/>
                    </a:ext>
                  </a:extLst>
                </a:blip>
                <a:srcRect/>
                <a:stretch>
                  <a:fillRect/>
                </a:stretch>
              </p:blipFill>
              <p:spPr bwMode="auto">
                <a:xfrm>
                  <a:off x="3854" y="3113"/>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36" name="Picture 1466">
                <a:extLst>
                  <a:ext uri="{FF2B5EF4-FFF2-40B4-BE49-F238E27FC236}">
                    <a16:creationId xmlns:a16="http://schemas.microsoft.com/office/drawing/2014/main" id="{321F183B-12B6-49AA-A175-E1B62EFB8D71}"/>
                  </a:ext>
                </a:extLst>
              </p:cNvPr>
              <p:cNvPicPr>
                <a:picLocks noChangeAspect="1" noChangeArrowheads="1"/>
              </p:cNvPicPr>
              <p:nvPr/>
            </p:nvPicPr>
            <p:blipFill>
              <a:blip r:embed="rId590">
                <a:extLst>
                  <a:ext uri="{28A0092B-C50C-407E-A947-70E740481C1C}">
                    <a14:useLocalDpi xmlns:a14="http://schemas.microsoft.com/office/drawing/2010/main" val="0"/>
                  </a:ext>
                </a:extLst>
              </a:blip>
              <a:srcRect/>
              <a:stretch>
                <a:fillRect/>
              </a:stretch>
            </p:blipFill>
            <p:spPr bwMode="auto">
              <a:xfrm>
                <a:off x="3854" y="3114"/>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7" name="Picture 1467">
                <a:extLst>
                  <a:ext uri="{FF2B5EF4-FFF2-40B4-BE49-F238E27FC236}">
                    <a16:creationId xmlns:a16="http://schemas.microsoft.com/office/drawing/2014/main" id="{B754F477-2FF6-4490-BE37-7BAE76205427}"/>
                  </a:ext>
                </a:extLst>
              </p:cNvPr>
              <p:cNvPicPr>
                <a:picLocks noChangeAspect="1" noChangeArrowheads="1"/>
              </p:cNvPicPr>
              <p:nvPr/>
            </p:nvPicPr>
            <p:blipFill>
              <a:blip r:embed="rId535">
                <a:extLst>
                  <a:ext uri="{28A0092B-C50C-407E-A947-70E740481C1C}">
                    <a14:useLocalDpi xmlns:a14="http://schemas.microsoft.com/office/drawing/2010/main" val="0"/>
                  </a:ext>
                </a:extLst>
              </a:blip>
              <a:srcRect/>
              <a:stretch>
                <a:fillRect/>
              </a:stretch>
            </p:blipFill>
            <p:spPr bwMode="auto">
              <a:xfrm>
                <a:off x="3854" y="3115"/>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8" name="Picture 1468">
                <a:extLst>
                  <a:ext uri="{FF2B5EF4-FFF2-40B4-BE49-F238E27FC236}">
                    <a16:creationId xmlns:a16="http://schemas.microsoft.com/office/drawing/2014/main" id="{C5C82C46-8285-4DA3-84BD-01F5433809E2}"/>
                  </a:ext>
                </a:extLst>
              </p:cNvPr>
              <p:cNvPicPr>
                <a:picLocks noChangeAspect="1" noChangeArrowheads="1"/>
              </p:cNvPicPr>
              <p:nvPr/>
            </p:nvPicPr>
            <p:blipFill>
              <a:blip r:embed="rId591">
                <a:extLst>
                  <a:ext uri="{28A0092B-C50C-407E-A947-70E740481C1C}">
                    <a14:useLocalDpi xmlns:a14="http://schemas.microsoft.com/office/drawing/2010/main" val="0"/>
                  </a:ext>
                </a:extLst>
              </a:blip>
              <a:srcRect/>
              <a:stretch>
                <a:fillRect/>
              </a:stretch>
            </p:blipFill>
            <p:spPr bwMode="auto">
              <a:xfrm>
                <a:off x="3854" y="3116"/>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9" name="Picture 1469">
                <a:extLst>
                  <a:ext uri="{FF2B5EF4-FFF2-40B4-BE49-F238E27FC236}">
                    <a16:creationId xmlns:a16="http://schemas.microsoft.com/office/drawing/2014/main" id="{BCB7806B-27C3-454A-9AE1-D08E58ABCDDE}"/>
                  </a:ext>
                </a:extLst>
              </p:cNvPr>
              <p:cNvPicPr>
                <a:picLocks noChangeAspect="1" noChangeArrowheads="1"/>
              </p:cNvPicPr>
              <p:nvPr/>
            </p:nvPicPr>
            <p:blipFill>
              <a:blip r:embed="rId533">
                <a:extLst>
                  <a:ext uri="{28A0092B-C50C-407E-A947-70E740481C1C}">
                    <a14:useLocalDpi xmlns:a14="http://schemas.microsoft.com/office/drawing/2010/main" val="0"/>
                  </a:ext>
                </a:extLst>
              </a:blip>
              <a:srcRect/>
              <a:stretch>
                <a:fillRect/>
              </a:stretch>
            </p:blipFill>
            <p:spPr bwMode="auto">
              <a:xfrm>
                <a:off x="3854" y="3117"/>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 name="Picture 1470">
                <a:extLst>
                  <a:ext uri="{FF2B5EF4-FFF2-40B4-BE49-F238E27FC236}">
                    <a16:creationId xmlns:a16="http://schemas.microsoft.com/office/drawing/2014/main" id="{BF4ADAC2-05EC-4A44-AB91-5D5B026DC2C8}"/>
                  </a:ext>
                </a:extLst>
              </p:cNvPr>
              <p:cNvPicPr>
                <a:picLocks noChangeAspect="1" noChangeArrowheads="1"/>
              </p:cNvPicPr>
              <p:nvPr/>
            </p:nvPicPr>
            <p:blipFill>
              <a:blip r:embed="rId592">
                <a:extLst>
                  <a:ext uri="{28A0092B-C50C-407E-A947-70E740481C1C}">
                    <a14:useLocalDpi xmlns:a14="http://schemas.microsoft.com/office/drawing/2010/main" val="0"/>
                  </a:ext>
                </a:extLst>
              </a:blip>
              <a:srcRect/>
              <a:stretch>
                <a:fillRect/>
              </a:stretch>
            </p:blipFill>
            <p:spPr bwMode="auto">
              <a:xfrm>
                <a:off x="3854" y="3118"/>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1" name="Picture 1471">
                <a:extLst>
                  <a:ext uri="{FF2B5EF4-FFF2-40B4-BE49-F238E27FC236}">
                    <a16:creationId xmlns:a16="http://schemas.microsoft.com/office/drawing/2014/main" id="{33F2098F-37F9-4862-BC3C-34388E3C751E}"/>
                  </a:ext>
                </a:extLst>
              </p:cNvPr>
              <p:cNvPicPr>
                <a:picLocks noChangeAspect="1" noChangeArrowheads="1"/>
              </p:cNvPicPr>
              <p:nvPr/>
            </p:nvPicPr>
            <p:blipFill>
              <a:blip r:embed="rId593">
                <a:extLst>
                  <a:ext uri="{28A0092B-C50C-407E-A947-70E740481C1C}">
                    <a14:useLocalDpi xmlns:a14="http://schemas.microsoft.com/office/drawing/2010/main" val="0"/>
                  </a:ext>
                </a:extLst>
              </a:blip>
              <a:srcRect/>
              <a:stretch>
                <a:fillRect/>
              </a:stretch>
            </p:blipFill>
            <p:spPr bwMode="auto">
              <a:xfrm>
                <a:off x="3854" y="3119"/>
                <a:ext cx="1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 name="Picture 1472">
                <a:extLst>
                  <a:ext uri="{FF2B5EF4-FFF2-40B4-BE49-F238E27FC236}">
                    <a16:creationId xmlns:a16="http://schemas.microsoft.com/office/drawing/2014/main" id="{C3F383D9-5DE5-4B91-83EE-45E916D51127}"/>
                  </a:ext>
                </a:extLst>
              </p:cNvPr>
              <p:cNvPicPr>
                <a:picLocks noChangeAspect="1" noChangeArrowheads="1"/>
              </p:cNvPicPr>
              <p:nvPr/>
            </p:nvPicPr>
            <p:blipFill>
              <a:blip r:embed="rId594">
                <a:extLst>
                  <a:ext uri="{28A0092B-C50C-407E-A947-70E740481C1C}">
                    <a14:useLocalDpi xmlns:a14="http://schemas.microsoft.com/office/drawing/2010/main" val="0"/>
                  </a:ext>
                </a:extLst>
              </a:blip>
              <a:srcRect/>
              <a:stretch>
                <a:fillRect/>
              </a:stretch>
            </p:blipFill>
            <p:spPr bwMode="auto">
              <a:xfrm>
                <a:off x="3860" y="3120"/>
                <a:ext cx="9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3" name="Picture 1473">
                <a:extLst>
                  <a:ext uri="{FF2B5EF4-FFF2-40B4-BE49-F238E27FC236}">
                    <a16:creationId xmlns:a16="http://schemas.microsoft.com/office/drawing/2014/main" id="{23F5425F-5D80-44ED-A4BF-B52B98CDD001}"/>
                  </a:ext>
                </a:extLst>
              </p:cNvPr>
              <p:cNvPicPr>
                <a:picLocks noChangeAspect="1" noChangeArrowheads="1"/>
              </p:cNvPicPr>
              <p:nvPr/>
            </p:nvPicPr>
            <p:blipFill>
              <a:blip r:embed="rId529">
                <a:extLst>
                  <a:ext uri="{28A0092B-C50C-407E-A947-70E740481C1C}">
                    <a14:useLocalDpi xmlns:a14="http://schemas.microsoft.com/office/drawing/2010/main" val="0"/>
                  </a:ext>
                </a:extLst>
              </a:blip>
              <a:srcRect/>
              <a:stretch>
                <a:fillRect/>
              </a:stretch>
            </p:blipFill>
            <p:spPr bwMode="auto">
              <a:xfrm>
                <a:off x="3860" y="3121"/>
                <a:ext cx="9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4" name="Picture 1474">
                <a:extLst>
                  <a:ext uri="{FF2B5EF4-FFF2-40B4-BE49-F238E27FC236}">
                    <a16:creationId xmlns:a16="http://schemas.microsoft.com/office/drawing/2014/main" id="{60D7C3D5-786B-47D3-B2BB-39309F6ADBB6}"/>
                  </a:ext>
                </a:extLst>
              </p:cNvPr>
              <p:cNvPicPr>
                <a:picLocks noChangeAspect="1" noChangeArrowheads="1"/>
              </p:cNvPicPr>
              <p:nvPr/>
            </p:nvPicPr>
            <p:blipFill>
              <a:blip r:embed="rId595">
                <a:extLst>
                  <a:ext uri="{28A0092B-C50C-407E-A947-70E740481C1C}">
                    <a14:useLocalDpi xmlns:a14="http://schemas.microsoft.com/office/drawing/2010/main" val="0"/>
                  </a:ext>
                </a:extLst>
              </a:blip>
              <a:srcRect/>
              <a:stretch>
                <a:fillRect/>
              </a:stretch>
            </p:blipFill>
            <p:spPr bwMode="auto">
              <a:xfrm>
                <a:off x="3860" y="3122"/>
                <a:ext cx="9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5" name="Picture 1475">
                <a:extLst>
                  <a:ext uri="{FF2B5EF4-FFF2-40B4-BE49-F238E27FC236}">
                    <a16:creationId xmlns:a16="http://schemas.microsoft.com/office/drawing/2014/main" id="{F5E2FA91-162E-4206-973C-C8FC0D01379B}"/>
                  </a:ext>
                </a:extLst>
              </p:cNvPr>
              <p:cNvPicPr>
                <a:picLocks noChangeAspect="1" noChangeArrowheads="1"/>
              </p:cNvPicPr>
              <p:nvPr/>
            </p:nvPicPr>
            <p:blipFill>
              <a:blip r:embed="rId596">
                <a:extLst>
                  <a:ext uri="{28A0092B-C50C-407E-A947-70E740481C1C}">
                    <a14:useLocalDpi xmlns:a14="http://schemas.microsoft.com/office/drawing/2010/main" val="0"/>
                  </a:ext>
                </a:extLst>
              </a:blip>
              <a:srcRect/>
              <a:stretch>
                <a:fillRect/>
              </a:stretch>
            </p:blipFill>
            <p:spPr bwMode="auto">
              <a:xfrm>
                <a:off x="3860" y="3123"/>
                <a:ext cx="9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46" name="Picture 1476">
              <a:extLst>
                <a:ext uri="{FF2B5EF4-FFF2-40B4-BE49-F238E27FC236}">
                  <a16:creationId xmlns:a16="http://schemas.microsoft.com/office/drawing/2014/main" id="{E15F9D46-1283-4C8E-8D93-A23D01F2DBCE}"/>
                </a:ext>
              </a:extLst>
            </p:cNvPr>
            <p:cNvPicPr>
              <a:picLocks noChangeAspect="1" noChangeArrowheads="1"/>
            </p:cNvPicPr>
            <p:nvPr/>
          </p:nvPicPr>
          <p:blipFill>
            <a:blip r:embed="rId597">
              <a:extLst>
                <a:ext uri="{28A0092B-C50C-407E-A947-70E740481C1C}">
                  <a14:useLocalDpi xmlns:a14="http://schemas.microsoft.com/office/drawing/2010/main" val="0"/>
                </a:ext>
              </a:extLst>
            </a:blip>
            <a:srcRect/>
            <a:stretch>
              <a:fillRect/>
            </a:stretch>
          </p:blipFill>
          <p:spPr bwMode="auto">
            <a:xfrm>
              <a:off x="2874963" y="4852988"/>
              <a:ext cx="998537"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7" name="Picture 1477">
              <a:extLst>
                <a:ext uri="{FF2B5EF4-FFF2-40B4-BE49-F238E27FC236}">
                  <a16:creationId xmlns:a16="http://schemas.microsoft.com/office/drawing/2014/main" id="{B440EB36-2D85-4173-B3D5-3B15DB78F328}"/>
                </a:ext>
              </a:extLst>
            </p:cNvPr>
            <p:cNvPicPr>
              <a:picLocks noChangeAspect="1" noChangeArrowheads="1"/>
            </p:cNvPicPr>
            <p:nvPr/>
          </p:nvPicPr>
          <p:blipFill>
            <a:blip r:embed="rId598">
              <a:extLst>
                <a:ext uri="{28A0092B-C50C-407E-A947-70E740481C1C}">
                  <a14:useLocalDpi xmlns:a14="http://schemas.microsoft.com/office/drawing/2010/main" val="0"/>
                </a:ext>
              </a:extLst>
            </a:blip>
            <a:srcRect/>
            <a:stretch>
              <a:fillRect/>
            </a:stretch>
          </p:blipFill>
          <p:spPr bwMode="auto">
            <a:xfrm>
              <a:off x="2124075" y="4892675"/>
              <a:ext cx="587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8" name="Picture 1481">
              <a:extLst>
                <a:ext uri="{FF2B5EF4-FFF2-40B4-BE49-F238E27FC236}">
                  <a16:creationId xmlns:a16="http://schemas.microsoft.com/office/drawing/2014/main" id="{7B2F4DC7-6F60-48AF-8974-E75A56181397}"/>
                </a:ext>
              </a:extLst>
            </p:cNvPr>
            <p:cNvPicPr>
              <a:picLocks noChangeAspect="1" noChangeArrowheads="1"/>
            </p:cNvPicPr>
            <p:nvPr/>
          </p:nvPicPr>
          <p:blipFill>
            <a:blip r:embed="rId599">
              <a:extLst>
                <a:ext uri="{28A0092B-C50C-407E-A947-70E740481C1C}">
                  <a14:useLocalDpi xmlns:a14="http://schemas.microsoft.com/office/drawing/2010/main" val="0"/>
                </a:ext>
              </a:extLst>
            </a:blip>
            <a:srcRect/>
            <a:stretch>
              <a:fillRect/>
            </a:stretch>
          </p:blipFill>
          <p:spPr bwMode="auto">
            <a:xfrm>
              <a:off x="1236663" y="4814888"/>
              <a:ext cx="655637" cy="157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9" name="Line 1482">
              <a:extLst>
                <a:ext uri="{FF2B5EF4-FFF2-40B4-BE49-F238E27FC236}">
                  <a16:creationId xmlns:a16="http://schemas.microsoft.com/office/drawing/2014/main" id="{1A511FE3-544C-4719-99BC-785B35EAC9C8}"/>
                </a:ext>
              </a:extLst>
            </p:cNvPr>
            <p:cNvSpPr>
              <a:spLocks noChangeShapeType="1"/>
            </p:cNvSpPr>
            <p:nvPr/>
          </p:nvSpPr>
          <p:spPr bwMode="auto">
            <a:xfrm>
              <a:off x="3656013" y="4038600"/>
              <a:ext cx="0" cy="60960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650" name="Line 1483">
              <a:extLst>
                <a:ext uri="{FF2B5EF4-FFF2-40B4-BE49-F238E27FC236}">
                  <a16:creationId xmlns:a16="http://schemas.microsoft.com/office/drawing/2014/main" id="{E38AD8CC-A58E-4BA3-887B-6F811ECA7524}"/>
                </a:ext>
              </a:extLst>
            </p:cNvPr>
            <p:cNvSpPr>
              <a:spLocks noChangeShapeType="1"/>
            </p:cNvSpPr>
            <p:nvPr/>
          </p:nvSpPr>
          <p:spPr bwMode="auto">
            <a:xfrm>
              <a:off x="1370013" y="4648200"/>
              <a:ext cx="2790825" cy="4763"/>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651" name="Line 1484">
              <a:extLst>
                <a:ext uri="{FF2B5EF4-FFF2-40B4-BE49-F238E27FC236}">
                  <a16:creationId xmlns:a16="http://schemas.microsoft.com/office/drawing/2014/main" id="{5467CB97-99BF-4D84-94BF-FFFFBCABDB13}"/>
                </a:ext>
              </a:extLst>
            </p:cNvPr>
            <p:cNvSpPr>
              <a:spLocks noChangeShapeType="1"/>
            </p:cNvSpPr>
            <p:nvPr/>
          </p:nvSpPr>
          <p:spPr bwMode="auto">
            <a:xfrm>
              <a:off x="3198813" y="4648200"/>
              <a:ext cx="0" cy="22860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652" name="Line 1485">
              <a:extLst>
                <a:ext uri="{FF2B5EF4-FFF2-40B4-BE49-F238E27FC236}">
                  <a16:creationId xmlns:a16="http://schemas.microsoft.com/office/drawing/2014/main" id="{6B0B41EC-E3D8-4003-9746-1CD6FE8C54DE}"/>
                </a:ext>
              </a:extLst>
            </p:cNvPr>
            <p:cNvSpPr>
              <a:spLocks noChangeShapeType="1"/>
            </p:cNvSpPr>
            <p:nvPr/>
          </p:nvSpPr>
          <p:spPr bwMode="auto">
            <a:xfrm>
              <a:off x="2436813" y="4648200"/>
              <a:ext cx="0" cy="30480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653" name="Line 1486">
              <a:extLst>
                <a:ext uri="{FF2B5EF4-FFF2-40B4-BE49-F238E27FC236}">
                  <a16:creationId xmlns:a16="http://schemas.microsoft.com/office/drawing/2014/main" id="{4E09FCEA-822C-4388-A695-207B87FB599B}"/>
                </a:ext>
              </a:extLst>
            </p:cNvPr>
            <p:cNvSpPr>
              <a:spLocks noChangeShapeType="1"/>
            </p:cNvSpPr>
            <p:nvPr/>
          </p:nvSpPr>
          <p:spPr bwMode="auto">
            <a:xfrm>
              <a:off x="1522413" y="4648200"/>
              <a:ext cx="0" cy="15240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654" name="Line 1489">
              <a:extLst>
                <a:ext uri="{FF2B5EF4-FFF2-40B4-BE49-F238E27FC236}">
                  <a16:creationId xmlns:a16="http://schemas.microsoft.com/office/drawing/2014/main" id="{5B81FC50-52E7-4CC5-962F-0D93191D3B43}"/>
                </a:ext>
              </a:extLst>
            </p:cNvPr>
            <p:cNvSpPr>
              <a:spLocks noChangeShapeType="1"/>
            </p:cNvSpPr>
            <p:nvPr/>
          </p:nvSpPr>
          <p:spPr bwMode="auto">
            <a:xfrm flipV="1">
              <a:off x="2346325" y="1819275"/>
              <a:ext cx="0" cy="35560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655" name="Line 1490">
              <a:extLst>
                <a:ext uri="{FF2B5EF4-FFF2-40B4-BE49-F238E27FC236}">
                  <a16:creationId xmlns:a16="http://schemas.microsoft.com/office/drawing/2014/main" id="{9E2EFB98-9F01-4F34-B0A5-B0D9826EF2FB}"/>
                </a:ext>
              </a:extLst>
            </p:cNvPr>
            <p:cNvSpPr>
              <a:spLocks noChangeShapeType="1"/>
            </p:cNvSpPr>
            <p:nvPr/>
          </p:nvSpPr>
          <p:spPr bwMode="auto">
            <a:xfrm flipV="1">
              <a:off x="2420938" y="1905000"/>
              <a:ext cx="0" cy="35560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656" name="Rectangle 1491">
              <a:extLst>
                <a:ext uri="{FF2B5EF4-FFF2-40B4-BE49-F238E27FC236}">
                  <a16:creationId xmlns:a16="http://schemas.microsoft.com/office/drawing/2014/main" id="{F64B8163-76DF-41DF-A346-880D60E1D12A}"/>
                </a:ext>
              </a:extLst>
            </p:cNvPr>
            <p:cNvSpPr>
              <a:spLocks noChangeArrowheads="1"/>
            </p:cNvSpPr>
            <p:nvPr/>
          </p:nvSpPr>
          <p:spPr bwMode="auto">
            <a:xfrm>
              <a:off x="1435100" y="1422400"/>
              <a:ext cx="7096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Firewall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657" name="Rectangle 1492">
              <a:extLst>
                <a:ext uri="{FF2B5EF4-FFF2-40B4-BE49-F238E27FC236}">
                  <a16:creationId xmlns:a16="http://schemas.microsoft.com/office/drawing/2014/main" id="{5574A236-6F8A-4260-B691-8287BC1D09E1}"/>
                </a:ext>
              </a:extLst>
            </p:cNvPr>
            <p:cNvSpPr>
              <a:spLocks noChangeArrowheads="1"/>
            </p:cNvSpPr>
            <p:nvPr/>
          </p:nvSpPr>
          <p:spPr bwMode="auto">
            <a:xfrm>
              <a:off x="2671763" y="1468438"/>
              <a:ext cx="492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658" name="Rectangle 1493">
              <a:extLst>
                <a:ext uri="{FF2B5EF4-FFF2-40B4-BE49-F238E27FC236}">
                  <a16:creationId xmlns:a16="http://schemas.microsoft.com/office/drawing/2014/main" id="{96497624-37D0-4276-87DD-3195EF0E8238}"/>
                </a:ext>
              </a:extLst>
            </p:cNvPr>
            <p:cNvSpPr>
              <a:spLocks noChangeArrowheads="1"/>
            </p:cNvSpPr>
            <p:nvPr/>
          </p:nvSpPr>
          <p:spPr bwMode="auto">
            <a:xfrm>
              <a:off x="2624138" y="1592263"/>
              <a:ext cx="492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659" name="Rectangle 1494">
              <a:extLst>
                <a:ext uri="{FF2B5EF4-FFF2-40B4-BE49-F238E27FC236}">
                  <a16:creationId xmlns:a16="http://schemas.microsoft.com/office/drawing/2014/main" id="{89068BCF-898F-4B6D-9A8C-0169C5C47185}"/>
                </a:ext>
              </a:extLst>
            </p:cNvPr>
            <p:cNvSpPr>
              <a:spLocks noChangeArrowheads="1"/>
            </p:cNvSpPr>
            <p:nvPr/>
          </p:nvSpPr>
          <p:spPr bwMode="auto">
            <a:xfrm>
              <a:off x="180975" y="839788"/>
              <a:ext cx="20288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Plant Network / Intranet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pic>
          <p:nvPicPr>
            <p:cNvPr id="660" name="Picture 1495">
              <a:extLst>
                <a:ext uri="{FF2B5EF4-FFF2-40B4-BE49-F238E27FC236}">
                  <a16:creationId xmlns:a16="http://schemas.microsoft.com/office/drawing/2014/main" id="{ABF0AAFB-37FC-4305-9C4D-C3E48606EFB6}"/>
                </a:ext>
              </a:extLst>
            </p:cNvPr>
            <p:cNvPicPr>
              <a:picLocks noChangeAspect="1" noChangeArrowheads="1"/>
            </p:cNvPicPr>
            <p:nvPr/>
          </p:nvPicPr>
          <p:blipFill>
            <a:blip r:embed="rId600">
              <a:extLst>
                <a:ext uri="{28A0092B-C50C-407E-A947-70E740481C1C}">
                  <a14:useLocalDpi xmlns:a14="http://schemas.microsoft.com/office/drawing/2010/main" val="0"/>
                </a:ext>
              </a:extLst>
            </a:blip>
            <a:srcRect/>
            <a:stretch>
              <a:fillRect/>
            </a:stretch>
          </p:blipFill>
          <p:spPr bwMode="auto">
            <a:xfrm>
              <a:off x="2219325" y="1257300"/>
              <a:ext cx="4413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1" name="Line 1496">
              <a:extLst>
                <a:ext uri="{FF2B5EF4-FFF2-40B4-BE49-F238E27FC236}">
                  <a16:creationId xmlns:a16="http://schemas.microsoft.com/office/drawing/2014/main" id="{D93253DE-13E2-48DA-88FD-8423657EF5B4}"/>
                </a:ext>
              </a:extLst>
            </p:cNvPr>
            <p:cNvSpPr>
              <a:spLocks noChangeShapeType="1"/>
            </p:cNvSpPr>
            <p:nvPr/>
          </p:nvSpPr>
          <p:spPr bwMode="auto">
            <a:xfrm>
              <a:off x="684213" y="762000"/>
              <a:ext cx="8077200" cy="0"/>
            </a:xfrm>
            <a:prstGeom prst="line">
              <a:avLst/>
            </a:prstGeom>
            <a:noFill/>
            <a:ln w="38100">
              <a:solidFill>
                <a:srgbClr val="91919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62" name="Line 1497">
              <a:extLst>
                <a:ext uri="{FF2B5EF4-FFF2-40B4-BE49-F238E27FC236}">
                  <a16:creationId xmlns:a16="http://schemas.microsoft.com/office/drawing/2014/main" id="{C06FD1D3-8759-463E-A5E9-ABEAAEE0814C}"/>
                </a:ext>
              </a:extLst>
            </p:cNvPr>
            <p:cNvSpPr>
              <a:spLocks noChangeShapeType="1"/>
            </p:cNvSpPr>
            <p:nvPr/>
          </p:nvSpPr>
          <p:spPr bwMode="auto">
            <a:xfrm flipH="1">
              <a:off x="2476500" y="762000"/>
              <a:ext cx="0" cy="457200"/>
            </a:xfrm>
            <a:prstGeom prst="line">
              <a:avLst/>
            </a:prstGeom>
            <a:noFill/>
            <a:ln w="38100">
              <a:solidFill>
                <a:srgbClr val="91919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663" name="Line 1499">
              <a:extLst>
                <a:ext uri="{FF2B5EF4-FFF2-40B4-BE49-F238E27FC236}">
                  <a16:creationId xmlns:a16="http://schemas.microsoft.com/office/drawing/2014/main" id="{AC39588B-E79E-4974-8FF7-4EC6B6EBB8ED}"/>
                </a:ext>
              </a:extLst>
            </p:cNvPr>
            <p:cNvSpPr>
              <a:spLocks noChangeShapeType="1"/>
            </p:cNvSpPr>
            <p:nvPr/>
          </p:nvSpPr>
          <p:spPr bwMode="auto">
            <a:xfrm>
              <a:off x="8380413" y="4648200"/>
              <a:ext cx="0" cy="22860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664" name="Line 1500">
              <a:extLst>
                <a:ext uri="{FF2B5EF4-FFF2-40B4-BE49-F238E27FC236}">
                  <a16:creationId xmlns:a16="http://schemas.microsoft.com/office/drawing/2014/main" id="{78E6ABC2-DC2C-4C5B-80D7-BBD8F739DE0E}"/>
                </a:ext>
              </a:extLst>
            </p:cNvPr>
            <p:cNvSpPr>
              <a:spLocks noChangeShapeType="1"/>
            </p:cNvSpPr>
            <p:nvPr/>
          </p:nvSpPr>
          <p:spPr bwMode="auto">
            <a:xfrm>
              <a:off x="7348538" y="4648200"/>
              <a:ext cx="0" cy="22860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665" name="Line 1501">
              <a:extLst>
                <a:ext uri="{FF2B5EF4-FFF2-40B4-BE49-F238E27FC236}">
                  <a16:creationId xmlns:a16="http://schemas.microsoft.com/office/drawing/2014/main" id="{8681EBA2-B083-452E-8CD7-9F154DF96F8C}"/>
                </a:ext>
              </a:extLst>
            </p:cNvPr>
            <p:cNvSpPr>
              <a:spLocks noChangeShapeType="1"/>
            </p:cNvSpPr>
            <p:nvPr/>
          </p:nvSpPr>
          <p:spPr bwMode="auto">
            <a:xfrm>
              <a:off x="6704013" y="4648200"/>
              <a:ext cx="0" cy="22860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grpSp>
          <p:nvGrpSpPr>
            <p:cNvPr id="666" name="Group 1502">
              <a:extLst>
                <a:ext uri="{FF2B5EF4-FFF2-40B4-BE49-F238E27FC236}">
                  <a16:creationId xmlns:a16="http://schemas.microsoft.com/office/drawing/2014/main" id="{E129983D-0648-45B7-A43C-7ECE97CD51BB}"/>
                </a:ext>
              </a:extLst>
            </p:cNvPr>
            <p:cNvGrpSpPr>
              <a:grpSpLocks/>
            </p:cNvGrpSpPr>
            <p:nvPr/>
          </p:nvGrpSpPr>
          <p:grpSpPr bwMode="auto">
            <a:xfrm>
              <a:off x="7196138" y="4818063"/>
              <a:ext cx="346075" cy="500062"/>
              <a:chOff x="4569" y="2939"/>
              <a:chExt cx="218" cy="315"/>
            </a:xfrm>
          </p:grpSpPr>
          <p:grpSp>
            <p:nvGrpSpPr>
              <p:cNvPr id="667" name="Group 1503">
                <a:extLst>
                  <a:ext uri="{FF2B5EF4-FFF2-40B4-BE49-F238E27FC236}">
                    <a16:creationId xmlns:a16="http://schemas.microsoft.com/office/drawing/2014/main" id="{7B5B79CD-55A8-4796-AAF3-2A90444C191A}"/>
                  </a:ext>
                </a:extLst>
              </p:cNvPr>
              <p:cNvGrpSpPr>
                <a:grpSpLocks/>
              </p:cNvGrpSpPr>
              <p:nvPr/>
            </p:nvGrpSpPr>
            <p:grpSpPr bwMode="auto">
              <a:xfrm>
                <a:off x="4569" y="2939"/>
                <a:ext cx="218" cy="170"/>
                <a:chOff x="4569" y="2939"/>
                <a:chExt cx="218" cy="170"/>
              </a:xfrm>
            </p:grpSpPr>
            <p:pic>
              <p:nvPicPr>
                <p:cNvPr id="860" name="Picture 1504">
                  <a:extLst>
                    <a:ext uri="{FF2B5EF4-FFF2-40B4-BE49-F238E27FC236}">
                      <a16:creationId xmlns:a16="http://schemas.microsoft.com/office/drawing/2014/main" id="{57AADB66-3A4F-4E42-98D1-CF25D9D13DD8}"/>
                    </a:ext>
                  </a:extLst>
                </p:cNvPr>
                <p:cNvPicPr>
                  <a:picLocks noChangeAspect="1" noChangeArrowheads="1"/>
                </p:cNvPicPr>
                <p:nvPr/>
              </p:nvPicPr>
              <p:blipFill>
                <a:blip r:embed="rId601">
                  <a:extLst>
                    <a:ext uri="{28A0092B-C50C-407E-A947-70E740481C1C}">
                      <a14:useLocalDpi xmlns:a14="http://schemas.microsoft.com/office/drawing/2010/main" val="0"/>
                    </a:ext>
                  </a:extLst>
                </a:blip>
                <a:srcRect/>
                <a:stretch>
                  <a:fillRect/>
                </a:stretch>
              </p:blipFill>
              <p:spPr bwMode="auto">
                <a:xfrm>
                  <a:off x="4578" y="2939"/>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1" name="Picture 1505">
                  <a:extLst>
                    <a:ext uri="{FF2B5EF4-FFF2-40B4-BE49-F238E27FC236}">
                      <a16:creationId xmlns:a16="http://schemas.microsoft.com/office/drawing/2014/main" id="{06113C16-CE1E-4F1F-85C6-AF0F3C4CBE4C}"/>
                    </a:ext>
                  </a:extLst>
                </p:cNvPr>
                <p:cNvPicPr>
                  <a:picLocks noChangeAspect="1" noChangeArrowheads="1"/>
                </p:cNvPicPr>
                <p:nvPr/>
              </p:nvPicPr>
              <p:blipFill>
                <a:blip r:embed="rId602">
                  <a:extLst>
                    <a:ext uri="{28A0092B-C50C-407E-A947-70E740481C1C}">
                      <a14:useLocalDpi xmlns:a14="http://schemas.microsoft.com/office/drawing/2010/main" val="0"/>
                    </a:ext>
                  </a:extLst>
                </a:blip>
                <a:srcRect/>
                <a:stretch>
                  <a:fillRect/>
                </a:stretch>
              </p:blipFill>
              <p:spPr bwMode="auto">
                <a:xfrm>
                  <a:off x="4640" y="2939"/>
                  <a:ext cx="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2" name="Picture 1506">
                  <a:extLst>
                    <a:ext uri="{FF2B5EF4-FFF2-40B4-BE49-F238E27FC236}">
                      <a16:creationId xmlns:a16="http://schemas.microsoft.com/office/drawing/2014/main" id="{A90D12B5-C7F4-4EC9-91B9-643D32388FA3}"/>
                    </a:ext>
                  </a:extLst>
                </p:cNvPr>
                <p:cNvPicPr>
                  <a:picLocks noChangeAspect="1" noChangeArrowheads="1"/>
                </p:cNvPicPr>
                <p:nvPr/>
              </p:nvPicPr>
              <p:blipFill>
                <a:blip r:embed="rId603">
                  <a:extLst>
                    <a:ext uri="{28A0092B-C50C-407E-A947-70E740481C1C}">
                      <a14:useLocalDpi xmlns:a14="http://schemas.microsoft.com/office/drawing/2010/main" val="0"/>
                    </a:ext>
                  </a:extLst>
                </a:blip>
                <a:srcRect/>
                <a:stretch>
                  <a:fillRect/>
                </a:stretch>
              </p:blipFill>
              <p:spPr bwMode="auto">
                <a:xfrm>
                  <a:off x="4707" y="2939"/>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3" name="Picture 1507">
                  <a:extLst>
                    <a:ext uri="{FF2B5EF4-FFF2-40B4-BE49-F238E27FC236}">
                      <a16:creationId xmlns:a16="http://schemas.microsoft.com/office/drawing/2014/main" id="{DC89C841-9DED-485F-AACB-B96667CB139F}"/>
                    </a:ext>
                  </a:extLst>
                </p:cNvPr>
                <p:cNvPicPr>
                  <a:picLocks noChangeAspect="1" noChangeArrowheads="1"/>
                </p:cNvPicPr>
                <p:nvPr/>
              </p:nvPicPr>
              <p:blipFill>
                <a:blip r:embed="rId604">
                  <a:extLst>
                    <a:ext uri="{28A0092B-C50C-407E-A947-70E740481C1C}">
                      <a14:useLocalDpi xmlns:a14="http://schemas.microsoft.com/office/drawing/2010/main" val="0"/>
                    </a:ext>
                  </a:extLst>
                </a:blip>
                <a:srcRect/>
                <a:stretch>
                  <a:fillRect/>
                </a:stretch>
              </p:blipFill>
              <p:spPr bwMode="auto">
                <a:xfrm>
                  <a:off x="4744" y="2939"/>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4" name="Picture 1508">
                  <a:extLst>
                    <a:ext uri="{FF2B5EF4-FFF2-40B4-BE49-F238E27FC236}">
                      <a16:creationId xmlns:a16="http://schemas.microsoft.com/office/drawing/2014/main" id="{CF29BB63-C2C9-478C-84A1-3EC0D0C972C3}"/>
                    </a:ext>
                  </a:extLst>
                </p:cNvPr>
                <p:cNvPicPr>
                  <a:picLocks noChangeAspect="1" noChangeArrowheads="1"/>
                </p:cNvPicPr>
                <p:nvPr/>
              </p:nvPicPr>
              <p:blipFill>
                <a:blip r:embed="rId605">
                  <a:extLst>
                    <a:ext uri="{28A0092B-C50C-407E-A947-70E740481C1C}">
                      <a14:useLocalDpi xmlns:a14="http://schemas.microsoft.com/office/drawing/2010/main" val="0"/>
                    </a:ext>
                  </a:extLst>
                </a:blip>
                <a:srcRect/>
                <a:stretch>
                  <a:fillRect/>
                </a:stretch>
              </p:blipFill>
              <p:spPr bwMode="auto">
                <a:xfrm>
                  <a:off x="4578" y="2940"/>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5" name="Picture 1509">
                  <a:extLst>
                    <a:ext uri="{FF2B5EF4-FFF2-40B4-BE49-F238E27FC236}">
                      <a16:creationId xmlns:a16="http://schemas.microsoft.com/office/drawing/2014/main" id="{1D567050-C7F3-4847-9FD1-F507FEE5F53B}"/>
                    </a:ext>
                  </a:extLst>
                </p:cNvPr>
                <p:cNvPicPr>
                  <a:picLocks noChangeAspect="1" noChangeArrowheads="1"/>
                </p:cNvPicPr>
                <p:nvPr/>
              </p:nvPicPr>
              <p:blipFill>
                <a:blip r:embed="rId606">
                  <a:extLst>
                    <a:ext uri="{28A0092B-C50C-407E-A947-70E740481C1C}">
                      <a14:useLocalDpi xmlns:a14="http://schemas.microsoft.com/office/drawing/2010/main" val="0"/>
                    </a:ext>
                  </a:extLst>
                </a:blip>
                <a:srcRect/>
                <a:stretch>
                  <a:fillRect/>
                </a:stretch>
              </p:blipFill>
              <p:spPr bwMode="auto">
                <a:xfrm>
                  <a:off x="4640" y="2940"/>
                  <a:ext cx="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6" name="Picture 1510">
                  <a:extLst>
                    <a:ext uri="{FF2B5EF4-FFF2-40B4-BE49-F238E27FC236}">
                      <a16:creationId xmlns:a16="http://schemas.microsoft.com/office/drawing/2014/main" id="{7B3B868F-3C73-4A39-9EAE-EFD475F13C6E}"/>
                    </a:ext>
                  </a:extLst>
                </p:cNvPr>
                <p:cNvPicPr>
                  <a:picLocks noChangeAspect="1" noChangeArrowheads="1"/>
                </p:cNvPicPr>
                <p:nvPr/>
              </p:nvPicPr>
              <p:blipFill>
                <a:blip r:embed="rId607">
                  <a:extLst>
                    <a:ext uri="{28A0092B-C50C-407E-A947-70E740481C1C}">
                      <a14:useLocalDpi xmlns:a14="http://schemas.microsoft.com/office/drawing/2010/main" val="0"/>
                    </a:ext>
                  </a:extLst>
                </a:blip>
                <a:srcRect/>
                <a:stretch>
                  <a:fillRect/>
                </a:stretch>
              </p:blipFill>
              <p:spPr bwMode="auto">
                <a:xfrm>
                  <a:off x="4706" y="2940"/>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7" name="Picture 1511">
                  <a:extLst>
                    <a:ext uri="{FF2B5EF4-FFF2-40B4-BE49-F238E27FC236}">
                      <a16:creationId xmlns:a16="http://schemas.microsoft.com/office/drawing/2014/main" id="{8A57B7DD-DE4F-4E5C-9D33-A82A8163E2C0}"/>
                    </a:ext>
                  </a:extLst>
                </p:cNvPr>
                <p:cNvPicPr>
                  <a:picLocks noChangeAspect="1" noChangeArrowheads="1"/>
                </p:cNvPicPr>
                <p:nvPr/>
              </p:nvPicPr>
              <p:blipFill>
                <a:blip r:embed="rId608">
                  <a:extLst>
                    <a:ext uri="{28A0092B-C50C-407E-A947-70E740481C1C}">
                      <a14:useLocalDpi xmlns:a14="http://schemas.microsoft.com/office/drawing/2010/main" val="0"/>
                    </a:ext>
                  </a:extLst>
                </a:blip>
                <a:srcRect/>
                <a:stretch>
                  <a:fillRect/>
                </a:stretch>
              </p:blipFill>
              <p:spPr bwMode="auto">
                <a:xfrm>
                  <a:off x="4744" y="2940"/>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8" name="Picture 1512">
                  <a:extLst>
                    <a:ext uri="{FF2B5EF4-FFF2-40B4-BE49-F238E27FC236}">
                      <a16:creationId xmlns:a16="http://schemas.microsoft.com/office/drawing/2014/main" id="{9FDC6FF6-98C3-4F58-8DB4-A4AA7AAC9204}"/>
                    </a:ext>
                  </a:extLst>
                </p:cNvPr>
                <p:cNvPicPr>
                  <a:picLocks noChangeAspect="1" noChangeArrowheads="1"/>
                </p:cNvPicPr>
                <p:nvPr/>
              </p:nvPicPr>
              <p:blipFill>
                <a:blip r:embed="rId609">
                  <a:extLst>
                    <a:ext uri="{28A0092B-C50C-407E-A947-70E740481C1C}">
                      <a14:useLocalDpi xmlns:a14="http://schemas.microsoft.com/office/drawing/2010/main" val="0"/>
                    </a:ext>
                  </a:extLst>
                </a:blip>
                <a:srcRect/>
                <a:stretch>
                  <a:fillRect/>
                </a:stretch>
              </p:blipFill>
              <p:spPr bwMode="auto">
                <a:xfrm>
                  <a:off x="4578" y="2941"/>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9" name="Picture 1513">
                  <a:extLst>
                    <a:ext uri="{FF2B5EF4-FFF2-40B4-BE49-F238E27FC236}">
                      <a16:creationId xmlns:a16="http://schemas.microsoft.com/office/drawing/2014/main" id="{9C84864B-3EA6-4B12-987C-90D6E0CB1E49}"/>
                    </a:ext>
                  </a:extLst>
                </p:cNvPr>
                <p:cNvPicPr>
                  <a:picLocks noChangeAspect="1" noChangeArrowheads="1"/>
                </p:cNvPicPr>
                <p:nvPr/>
              </p:nvPicPr>
              <p:blipFill>
                <a:blip r:embed="rId610">
                  <a:extLst>
                    <a:ext uri="{28A0092B-C50C-407E-A947-70E740481C1C}">
                      <a14:useLocalDpi xmlns:a14="http://schemas.microsoft.com/office/drawing/2010/main" val="0"/>
                    </a:ext>
                  </a:extLst>
                </a:blip>
                <a:srcRect/>
                <a:stretch>
                  <a:fillRect/>
                </a:stretch>
              </p:blipFill>
              <p:spPr bwMode="auto">
                <a:xfrm>
                  <a:off x="4640" y="2941"/>
                  <a:ext cx="13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 name="Picture 1514">
                  <a:extLst>
                    <a:ext uri="{FF2B5EF4-FFF2-40B4-BE49-F238E27FC236}">
                      <a16:creationId xmlns:a16="http://schemas.microsoft.com/office/drawing/2014/main" id="{EBDE50E0-03F8-4DA4-89FE-DD7111177528}"/>
                    </a:ext>
                  </a:extLst>
                </p:cNvPr>
                <p:cNvPicPr>
                  <a:picLocks noChangeAspect="1" noChangeArrowheads="1"/>
                </p:cNvPicPr>
                <p:nvPr/>
              </p:nvPicPr>
              <p:blipFill>
                <a:blip r:embed="rId611">
                  <a:extLst>
                    <a:ext uri="{28A0092B-C50C-407E-A947-70E740481C1C}">
                      <a14:useLocalDpi xmlns:a14="http://schemas.microsoft.com/office/drawing/2010/main" val="0"/>
                    </a:ext>
                  </a:extLst>
                </a:blip>
                <a:srcRect/>
                <a:stretch>
                  <a:fillRect/>
                </a:stretch>
              </p:blipFill>
              <p:spPr bwMode="auto">
                <a:xfrm>
                  <a:off x="4578" y="2942"/>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1" name="Picture 1515">
                  <a:extLst>
                    <a:ext uri="{FF2B5EF4-FFF2-40B4-BE49-F238E27FC236}">
                      <a16:creationId xmlns:a16="http://schemas.microsoft.com/office/drawing/2014/main" id="{7DAA3137-AF32-4439-868D-9A9F420440BC}"/>
                    </a:ext>
                  </a:extLst>
                </p:cNvPr>
                <p:cNvPicPr>
                  <a:picLocks noChangeAspect="1" noChangeArrowheads="1"/>
                </p:cNvPicPr>
                <p:nvPr/>
              </p:nvPicPr>
              <p:blipFill>
                <a:blip r:embed="rId612">
                  <a:extLst>
                    <a:ext uri="{28A0092B-C50C-407E-A947-70E740481C1C}">
                      <a14:useLocalDpi xmlns:a14="http://schemas.microsoft.com/office/drawing/2010/main" val="0"/>
                    </a:ext>
                  </a:extLst>
                </a:blip>
                <a:srcRect/>
                <a:stretch>
                  <a:fillRect/>
                </a:stretch>
              </p:blipFill>
              <p:spPr bwMode="auto">
                <a:xfrm>
                  <a:off x="4640" y="2942"/>
                  <a:ext cx="13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2" name="Picture 1516">
                  <a:extLst>
                    <a:ext uri="{FF2B5EF4-FFF2-40B4-BE49-F238E27FC236}">
                      <a16:creationId xmlns:a16="http://schemas.microsoft.com/office/drawing/2014/main" id="{759B5AE4-3D79-4E8B-A688-0BC0C0A8C5D7}"/>
                    </a:ext>
                  </a:extLst>
                </p:cNvPr>
                <p:cNvPicPr>
                  <a:picLocks noChangeAspect="1" noChangeArrowheads="1"/>
                </p:cNvPicPr>
                <p:nvPr/>
              </p:nvPicPr>
              <p:blipFill>
                <a:blip r:embed="rId613">
                  <a:extLst>
                    <a:ext uri="{28A0092B-C50C-407E-A947-70E740481C1C}">
                      <a14:useLocalDpi xmlns:a14="http://schemas.microsoft.com/office/drawing/2010/main" val="0"/>
                    </a:ext>
                  </a:extLst>
                </a:blip>
                <a:srcRect/>
                <a:stretch>
                  <a:fillRect/>
                </a:stretch>
              </p:blipFill>
              <p:spPr bwMode="auto">
                <a:xfrm>
                  <a:off x="4578" y="2943"/>
                  <a:ext cx="3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3" name="Picture 1517">
                  <a:extLst>
                    <a:ext uri="{FF2B5EF4-FFF2-40B4-BE49-F238E27FC236}">
                      <a16:creationId xmlns:a16="http://schemas.microsoft.com/office/drawing/2014/main" id="{5A50B284-D468-4232-980B-6A769AC903FE}"/>
                    </a:ext>
                  </a:extLst>
                </p:cNvPr>
                <p:cNvPicPr>
                  <a:picLocks noChangeAspect="1" noChangeArrowheads="1"/>
                </p:cNvPicPr>
                <p:nvPr/>
              </p:nvPicPr>
              <p:blipFill>
                <a:blip r:embed="rId614">
                  <a:extLst>
                    <a:ext uri="{28A0092B-C50C-407E-A947-70E740481C1C}">
                      <a14:useLocalDpi xmlns:a14="http://schemas.microsoft.com/office/drawing/2010/main" val="0"/>
                    </a:ext>
                  </a:extLst>
                </a:blip>
                <a:srcRect/>
                <a:stretch>
                  <a:fillRect/>
                </a:stretch>
              </p:blipFill>
              <p:spPr bwMode="auto">
                <a:xfrm>
                  <a:off x="4640" y="2943"/>
                  <a:ext cx="13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4" name="Picture 1518">
                  <a:extLst>
                    <a:ext uri="{FF2B5EF4-FFF2-40B4-BE49-F238E27FC236}">
                      <a16:creationId xmlns:a16="http://schemas.microsoft.com/office/drawing/2014/main" id="{3939C06F-0479-4826-9943-A3A2B691A482}"/>
                    </a:ext>
                  </a:extLst>
                </p:cNvPr>
                <p:cNvPicPr>
                  <a:picLocks noChangeAspect="1" noChangeArrowheads="1"/>
                </p:cNvPicPr>
                <p:nvPr/>
              </p:nvPicPr>
              <p:blipFill>
                <a:blip r:embed="rId615">
                  <a:extLst>
                    <a:ext uri="{28A0092B-C50C-407E-A947-70E740481C1C}">
                      <a14:useLocalDpi xmlns:a14="http://schemas.microsoft.com/office/drawing/2010/main" val="0"/>
                    </a:ext>
                  </a:extLst>
                </a:blip>
                <a:srcRect/>
                <a:stretch>
                  <a:fillRect/>
                </a:stretch>
              </p:blipFill>
              <p:spPr bwMode="auto">
                <a:xfrm>
                  <a:off x="4578" y="294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5" name="Picture 1519">
                  <a:extLst>
                    <a:ext uri="{FF2B5EF4-FFF2-40B4-BE49-F238E27FC236}">
                      <a16:creationId xmlns:a16="http://schemas.microsoft.com/office/drawing/2014/main" id="{93AE3597-1A64-4801-80DA-98A11E5551B3}"/>
                    </a:ext>
                  </a:extLst>
                </p:cNvPr>
                <p:cNvPicPr>
                  <a:picLocks noChangeAspect="1" noChangeArrowheads="1"/>
                </p:cNvPicPr>
                <p:nvPr/>
              </p:nvPicPr>
              <p:blipFill>
                <a:blip r:embed="rId616">
                  <a:extLst>
                    <a:ext uri="{28A0092B-C50C-407E-A947-70E740481C1C}">
                      <a14:useLocalDpi xmlns:a14="http://schemas.microsoft.com/office/drawing/2010/main" val="0"/>
                    </a:ext>
                  </a:extLst>
                </a:blip>
                <a:srcRect/>
                <a:stretch>
                  <a:fillRect/>
                </a:stretch>
              </p:blipFill>
              <p:spPr bwMode="auto">
                <a:xfrm>
                  <a:off x="4578" y="2945"/>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6" name="Picture 1520">
                  <a:extLst>
                    <a:ext uri="{FF2B5EF4-FFF2-40B4-BE49-F238E27FC236}">
                      <a16:creationId xmlns:a16="http://schemas.microsoft.com/office/drawing/2014/main" id="{6CFCF5F4-8DDE-482E-A798-DBBD0B7475E9}"/>
                    </a:ext>
                  </a:extLst>
                </p:cNvPr>
                <p:cNvPicPr>
                  <a:picLocks noChangeAspect="1" noChangeArrowheads="1"/>
                </p:cNvPicPr>
                <p:nvPr/>
              </p:nvPicPr>
              <p:blipFill>
                <a:blip r:embed="rId617">
                  <a:extLst>
                    <a:ext uri="{28A0092B-C50C-407E-A947-70E740481C1C}">
                      <a14:useLocalDpi xmlns:a14="http://schemas.microsoft.com/office/drawing/2010/main" val="0"/>
                    </a:ext>
                  </a:extLst>
                </a:blip>
                <a:srcRect/>
                <a:stretch>
                  <a:fillRect/>
                </a:stretch>
              </p:blipFill>
              <p:spPr bwMode="auto">
                <a:xfrm>
                  <a:off x="4578" y="2946"/>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7" name="Picture 1521">
                  <a:extLst>
                    <a:ext uri="{FF2B5EF4-FFF2-40B4-BE49-F238E27FC236}">
                      <a16:creationId xmlns:a16="http://schemas.microsoft.com/office/drawing/2014/main" id="{198FD116-5D27-4FD6-832A-C4E07EDBDAF0}"/>
                    </a:ext>
                  </a:extLst>
                </p:cNvPr>
                <p:cNvPicPr>
                  <a:picLocks noChangeAspect="1" noChangeArrowheads="1"/>
                </p:cNvPicPr>
                <p:nvPr/>
              </p:nvPicPr>
              <p:blipFill>
                <a:blip r:embed="rId618">
                  <a:extLst>
                    <a:ext uri="{28A0092B-C50C-407E-A947-70E740481C1C}">
                      <a14:useLocalDpi xmlns:a14="http://schemas.microsoft.com/office/drawing/2010/main" val="0"/>
                    </a:ext>
                  </a:extLst>
                </a:blip>
                <a:srcRect/>
                <a:stretch>
                  <a:fillRect/>
                </a:stretch>
              </p:blipFill>
              <p:spPr bwMode="auto">
                <a:xfrm>
                  <a:off x="4578" y="294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8" name="Picture 1522">
                  <a:extLst>
                    <a:ext uri="{FF2B5EF4-FFF2-40B4-BE49-F238E27FC236}">
                      <a16:creationId xmlns:a16="http://schemas.microsoft.com/office/drawing/2014/main" id="{6D7FC1C9-A50F-4C86-A790-C5DDCAD4E539}"/>
                    </a:ext>
                  </a:extLst>
                </p:cNvPr>
                <p:cNvPicPr>
                  <a:picLocks noChangeAspect="1" noChangeArrowheads="1"/>
                </p:cNvPicPr>
                <p:nvPr/>
              </p:nvPicPr>
              <p:blipFill>
                <a:blip r:embed="rId619">
                  <a:extLst>
                    <a:ext uri="{28A0092B-C50C-407E-A947-70E740481C1C}">
                      <a14:useLocalDpi xmlns:a14="http://schemas.microsoft.com/office/drawing/2010/main" val="0"/>
                    </a:ext>
                  </a:extLst>
                </a:blip>
                <a:srcRect/>
                <a:stretch>
                  <a:fillRect/>
                </a:stretch>
              </p:blipFill>
              <p:spPr bwMode="auto">
                <a:xfrm>
                  <a:off x="4578" y="2948"/>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9" name="Picture 1523">
                  <a:extLst>
                    <a:ext uri="{FF2B5EF4-FFF2-40B4-BE49-F238E27FC236}">
                      <a16:creationId xmlns:a16="http://schemas.microsoft.com/office/drawing/2014/main" id="{AA7B6850-C335-4539-BA35-36D3964CA41B}"/>
                    </a:ext>
                  </a:extLst>
                </p:cNvPr>
                <p:cNvPicPr>
                  <a:picLocks noChangeAspect="1" noChangeArrowheads="1"/>
                </p:cNvPicPr>
                <p:nvPr/>
              </p:nvPicPr>
              <p:blipFill>
                <a:blip r:embed="rId620">
                  <a:extLst>
                    <a:ext uri="{28A0092B-C50C-407E-A947-70E740481C1C}">
                      <a14:useLocalDpi xmlns:a14="http://schemas.microsoft.com/office/drawing/2010/main" val="0"/>
                    </a:ext>
                  </a:extLst>
                </a:blip>
                <a:srcRect/>
                <a:stretch>
                  <a:fillRect/>
                </a:stretch>
              </p:blipFill>
              <p:spPr bwMode="auto">
                <a:xfrm>
                  <a:off x="4578" y="2949"/>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 name="Picture 1524">
                  <a:extLst>
                    <a:ext uri="{FF2B5EF4-FFF2-40B4-BE49-F238E27FC236}">
                      <a16:creationId xmlns:a16="http://schemas.microsoft.com/office/drawing/2014/main" id="{98971922-E37D-4D18-AE13-6502EECDE87E}"/>
                    </a:ext>
                  </a:extLst>
                </p:cNvPr>
                <p:cNvPicPr>
                  <a:picLocks noChangeAspect="1" noChangeArrowheads="1"/>
                </p:cNvPicPr>
                <p:nvPr/>
              </p:nvPicPr>
              <p:blipFill>
                <a:blip r:embed="rId621">
                  <a:extLst>
                    <a:ext uri="{28A0092B-C50C-407E-A947-70E740481C1C}">
                      <a14:useLocalDpi xmlns:a14="http://schemas.microsoft.com/office/drawing/2010/main" val="0"/>
                    </a:ext>
                  </a:extLst>
                </a:blip>
                <a:srcRect/>
                <a:stretch>
                  <a:fillRect/>
                </a:stretch>
              </p:blipFill>
              <p:spPr bwMode="auto">
                <a:xfrm>
                  <a:off x="4578" y="2950"/>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 name="Picture 1525">
                  <a:extLst>
                    <a:ext uri="{FF2B5EF4-FFF2-40B4-BE49-F238E27FC236}">
                      <a16:creationId xmlns:a16="http://schemas.microsoft.com/office/drawing/2014/main" id="{A09F726B-E7C7-4A09-83D7-E6B7D454AB5A}"/>
                    </a:ext>
                  </a:extLst>
                </p:cNvPr>
                <p:cNvPicPr>
                  <a:picLocks noChangeAspect="1" noChangeArrowheads="1"/>
                </p:cNvPicPr>
                <p:nvPr/>
              </p:nvPicPr>
              <p:blipFill>
                <a:blip r:embed="rId622">
                  <a:extLst>
                    <a:ext uri="{28A0092B-C50C-407E-A947-70E740481C1C}">
                      <a14:useLocalDpi xmlns:a14="http://schemas.microsoft.com/office/drawing/2010/main" val="0"/>
                    </a:ext>
                  </a:extLst>
                </a:blip>
                <a:srcRect/>
                <a:stretch>
                  <a:fillRect/>
                </a:stretch>
              </p:blipFill>
              <p:spPr bwMode="auto">
                <a:xfrm>
                  <a:off x="4578" y="295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2" name="Picture 1526">
                  <a:extLst>
                    <a:ext uri="{FF2B5EF4-FFF2-40B4-BE49-F238E27FC236}">
                      <a16:creationId xmlns:a16="http://schemas.microsoft.com/office/drawing/2014/main" id="{B858CA96-B006-41DD-AA61-C0EAB6F6CC50}"/>
                    </a:ext>
                  </a:extLst>
                </p:cNvPr>
                <p:cNvPicPr>
                  <a:picLocks noChangeAspect="1" noChangeArrowheads="1"/>
                </p:cNvPicPr>
                <p:nvPr/>
              </p:nvPicPr>
              <p:blipFill>
                <a:blip r:embed="rId623">
                  <a:extLst>
                    <a:ext uri="{28A0092B-C50C-407E-A947-70E740481C1C}">
                      <a14:useLocalDpi xmlns:a14="http://schemas.microsoft.com/office/drawing/2010/main" val="0"/>
                    </a:ext>
                  </a:extLst>
                </a:blip>
                <a:srcRect/>
                <a:stretch>
                  <a:fillRect/>
                </a:stretch>
              </p:blipFill>
              <p:spPr bwMode="auto">
                <a:xfrm>
                  <a:off x="4578" y="2952"/>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 name="Picture 1527">
                  <a:extLst>
                    <a:ext uri="{FF2B5EF4-FFF2-40B4-BE49-F238E27FC236}">
                      <a16:creationId xmlns:a16="http://schemas.microsoft.com/office/drawing/2014/main" id="{3C424AC0-A70F-4E7C-A4FD-DB197D31E4DB}"/>
                    </a:ext>
                  </a:extLst>
                </p:cNvPr>
                <p:cNvPicPr>
                  <a:picLocks noChangeAspect="1" noChangeArrowheads="1"/>
                </p:cNvPicPr>
                <p:nvPr/>
              </p:nvPicPr>
              <p:blipFill>
                <a:blip r:embed="rId624">
                  <a:extLst>
                    <a:ext uri="{28A0092B-C50C-407E-A947-70E740481C1C}">
                      <a14:useLocalDpi xmlns:a14="http://schemas.microsoft.com/office/drawing/2010/main" val="0"/>
                    </a:ext>
                  </a:extLst>
                </a:blip>
                <a:srcRect/>
                <a:stretch>
                  <a:fillRect/>
                </a:stretch>
              </p:blipFill>
              <p:spPr bwMode="auto">
                <a:xfrm>
                  <a:off x="4578" y="295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4" name="Picture 1528">
                  <a:extLst>
                    <a:ext uri="{FF2B5EF4-FFF2-40B4-BE49-F238E27FC236}">
                      <a16:creationId xmlns:a16="http://schemas.microsoft.com/office/drawing/2014/main" id="{3D890EAD-3A67-4622-9123-AC25F53EB15E}"/>
                    </a:ext>
                  </a:extLst>
                </p:cNvPr>
                <p:cNvPicPr>
                  <a:picLocks noChangeAspect="1" noChangeArrowheads="1"/>
                </p:cNvPicPr>
                <p:nvPr/>
              </p:nvPicPr>
              <p:blipFill>
                <a:blip r:embed="rId625">
                  <a:extLst>
                    <a:ext uri="{28A0092B-C50C-407E-A947-70E740481C1C}">
                      <a14:useLocalDpi xmlns:a14="http://schemas.microsoft.com/office/drawing/2010/main" val="0"/>
                    </a:ext>
                  </a:extLst>
                </a:blip>
                <a:srcRect/>
                <a:stretch>
                  <a:fillRect/>
                </a:stretch>
              </p:blipFill>
              <p:spPr bwMode="auto">
                <a:xfrm>
                  <a:off x="4578" y="295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5" name="Picture 1529">
                  <a:extLst>
                    <a:ext uri="{FF2B5EF4-FFF2-40B4-BE49-F238E27FC236}">
                      <a16:creationId xmlns:a16="http://schemas.microsoft.com/office/drawing/2014/main" id="{BB49BEBD-2F1C-4957-BEF5-40181806A0BC}"/>
                    </a:ext>
                  </a:extLst>
                </p:cNvPr>
                <p:cNvPicPr>
                  <a:picLocks noChangeAspect="1" noChangeArrowheads="1"/>
                </p:cNvPicPr>
                <p:nvPr/>
              </p:nvPicPr>
              <p:blipFill>
                <a:blip r:embed="rId626">
                  <a:extLst>
                    <a:ext uri="{28A0092B-C50C-407E-A947-70E740481C1C}">
                      <a14:useLocalDpi xmlns:a14="http://schemas.microsoft.com/office/drawing/2010/main" val="0"/>
                    </a:ext>
                  </a:extLst>
                </a:blip>
                <a:srcRect/>
                <a:stretch>
                  <a:fillRect/>
                </a:stretch>
              </p:blipFill>
              <p:spPr bwMode="auto">
                <a:xfrm>
                  <a:off x="4578" y="2955"/>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6" name="Picture 1530">
                  <a:extLst>
                    <a:ext uri="{FF2B5EF4-FFF2-40B4-BE49-F238E27FC236}">
                      <a16:creationId xmlns:a16="http://schemas.microsoft.com/office/drawing/2014/main" id="{A3CB6D0A-F4BC-4C8A-B688-3A6E4E769995}"/>
                    </a:ext>
                  </a:extLst>
                </p:cNvPr>
                <p:cNvPicPr>
                  <a:picLocks noChangeAspect="1" noChangeArrowheads="1"/>
                </p:cNvPicPr>
                <p:nvPr/>
              </p:nvPicPr>
              <p:blipFill>
                <a:blip r:embed="rId627">
                  <a:extLst>
                    <a:ext uri="{28A0092B-C50C-407E-A947-70E740481C1C}">
                      <a14:useLocalDpi xmlns:a14="http://schemas.microsoft.com/office/drawing/2010/main" val="0"/>
                    </a:ext>
                  </a:extLst>
                </a:blip>
                <a:srcRect/>
                <a:stretch>
                  <a:fillRect/>
                </a:stretch>
              </p:blipFill>
              <p:spPr bwMode="auto">
                <a:xfrm>
                  <a:off x="4578" y="2956"/>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7" name="Picture 1531">
                  <a:extLst>
                    <a:ext uri="{FF2B5EF4-FFF2-40B4-BE49-F238E27FC236}">
                      <a16:creationId xmlns:a16="http://schemas.microsoft.com/office/drawing/2014/main" id="{D321D1C3-B9B3-4AFE-BF09-225514BD3547}"/>
                    </a:ext>
                  </a:extLst>
                </p:cNvPr>
                <p:cNvPicPr>
                  <a:picLocks noChangeAspect="1" noChangeArrowheads="1"/>
                </p:cNvPicPr>
                <p:nvPr/>
              </p:nvPicPr>
              <p:blipFill>
                <a:blip r:embed="rId628">
                  <a:extLst>
                    <a:ext uri="{28A0092B-C50C-407E-A947-70E740481C1C}">
                      <a14:useLocalDpi xmlns:a14="http://schemas.microsoft.com/office/drawing/2010/main" val="0"/>
                    </a:ext>
                  </a:extLst>
                </a:blip>
                <a:srcRect/>
                <a:stretch>
                  <a:fillRect/>
                </a:stretch>
              </p:blipFill>
              <p:spPr bwMode="auto">
                <a:xfrm>
                  <a:off x="4578" y="295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8" name="Picture 1532">
                  <a:extLst>
                    <a:ext uri="{FF2B5EF4-FFF2-40B4-BE49-F238E27FC236}">
                      <a16:creationId xmlns:a16="http://schemas.microsoft.com/office/drawing/2014/main" id="{C4C9560B-0A80-4982-959C-111236646C6E}"/>
                    </a:ext>
                  </a:extLst>
                </p:cNvPr>
                <p:cNvPicPr>
                  <a:picLocks noChangeAspect="1" noChangeArrowheads="1"/>
                </p:cNvPicPr>
                <p:nvPr/>
              </p:nvPicPr>
              <p:blipFill>
                <a:blip r:embed="rId629">
                  <a:extLst>
                    <a:ext uri="{28A0092B-C50C-407E-A947-70E740481C1C}">
                      <a14:useLocalDpi xmlns:a14="http://schemas.microsoft.com/office/drawing/2010/main" val="0"/>
                    </a:ext>
                  </a:extLst>
                </a:blip>
                <a:srcRect/>
                <a:stretch>
                  <a:fillRect/>
                </a:stretch>
              </p:blipFill>
              <p:spPr bwMode="auto">
                <a:xfrm>
                  <a:off x="4578" y="2958"/>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9" name="Picture 1533">
                  <a:extLst>
                    <a:ext uri="{FF2B5EF4-FFF2-40B4-BE49-F238E27FC236}">
                      <a16:creationId xmlns:a16="http://schemas.microsoft.com/office/drawing/2014/main" id="{16C14F8E-F21F-4521-91E9-9258875EEF98}"/>
                    </a:ext>
                  </a:extLst>
                </p:cNvPr>
                <p:cNvPicPr>
                  <a:picLocks noChangeAspect="1" noChangeArrowheads="1"/>
                </p:cNvPicPr>
                <p:nvPr/>
              </p:nvPicPr>
              <p:blipFill>
                <a:blip r:embed="rId630">
                  <a:extLst>
                    <a:ext uri="{28A0092B-C50C-407E-A947-70E740481C1C}">
                      <a14:useLocalDpi xmlns:a14="http://schemas.microsoft.com/office/drawing/2010/main" val="0"/>
                    </a:ext>
                  </a:extLst>
                </a:blip>
                <a:srcRect/>
                <a:stretch>
                  <a:fillRect/>
                </a:stretch>
              </p:blipFill>
              <p:spPr bwMode="auto">
                <a:xfrm>
                  <a:off x="4578" y="2959"/>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 name="Picture 1534">
                  <a:extLst>
                    <a:ext uri="{FF2B5EF4-FFF2-40B4-BE49-F238E27FC236}">
                      <a16:creationId xmlns:a16="http://schemas.microsoft.com/office/drawing/2014/main" id="{B74F3A8E-6091-453B-A873-F04EC093C42B}"/>
                    </a:ext>
                  </a:extLst>
                </p:cNvPr>
                <p:cNvPicPr>
                  <a:picLocks noChangeAspect="1" noChangeArrowheads="1"/>
                </p:cNvPicPr>
                <p:nvPr/>
              </p:nvPicPr>
              <p:blipFill>
                <a:blip r:embed="rId631">
                  <a:extLst>
                    <a:ext uri="{28A0092B-C50C-407E-A947-70E740481C1C}">
                      <a14:useLocalDpi xmlns:a14="http://schemas.microsoft.com/office/drawing/2010/main" val="0"/>
                    </a:ext>
                  </a:extLst>
                </a:blip>
                <a:srcRect/>
                <a:stretch>
                  <a:fillRect/>
                </a:stretch>
              </p:blipFill>
              <p:spPr bwMode="auto">
                <a:xfrm>
                  <a:off x="4578" y="2960"/>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 name="Picture 1535">
                  <a:extLst>
                    <a:ext uri="{FF2B5EF4-FFF2-40B4-BE49-F238E27FC236}">
                      <a16:creationId xmlns:a16="http://schemas.microsoft.com/office/drawing/2014/main" id="{61C00647-76A7-4DDF-A3E0-583D580387C5}"/>
                    </a:ext>
                  </a:extLst>
                </p:cNvPr>
                <p:cNvPicPr>
                  <a:picLocks noChangeAspect="1" noChangeArrowheads="1"/>
                </p:cNvPicPr>
                <p:nvPr/>
              </p:nvPicPr>
              <p:blipFill>
                <a:blip r:embed="rId632">
                  <a:extLst>
                    <a:ext uri="{28A0092B-C50C-407E-A947-70E740481C1C}">
                      <a14:useLocalDpi xmlns:a14="http://schemas.microsoft.com/office/drawing/2010/main" val="0"/>
                    </a:ext>
                  </a:extLst>
                </a:blip>
                <a:srcRect/>
                <a:stretch>
                  <a:fillRect/>
                </a:stretch>
              </p:blipFill>
              <p:spPr bwMode="auto">
                <a:xfrm>
                  <a:off x="4578" y="296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2" name="Picture 1536">
                  <a:extLst>
                    <a:ext uri="{FF2B5EF4-FFF2-40B4-BE49-F238E27FC236}">
                      <a16:creationId xmlns:a16="http://schemas.microsoft.com/office/drawing/2014/main" id="{3D9E8849-C118-4824-81E1-7117990072B2}"/>
                    </a:ext>
                  </a:extLst>
                </p:cNvPr>
                <p:cNvPicPr>
                  <a:picLocks noChangeAspect="1" noChangeArrowheads="1"/>
                </p:cNvPicPr>
                <p:nvPr/>
              </p:nvPicPr>
              <p:blipFill>
                <a:blip r:embed="rId633">
                  <a:extLst>
                    <a:ext uri="{28A0092B-C50C-407E-A947-70E740481C1C}">
                      <a14:useLocalDpi xmlns:a14="http://schemas.microsoft.com/office/drawing/2010/main" val="0"/>
                    </a:ext>
                  </a:extLst>
                </a:blip>
                <a:srcRect/>
                <a:stretch>
                  <a:fillRect/>
                </a:stretch>
              </p:blipFill>
              <p:spPr bwMode="auto">
                <a:xfrm>
                  <a:off x="4578" y="296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3" name="Picture 1537">
                  <a:extLst>
                    <a:ext uri="{FF2B5EF4-FFF2-40B4-BE49-F238E27FC236}">
                      <a16:creationId xmlns:a16="http://schemas.microsoft.com/office/drawing/2014/main" id="{839F7219-C5B0-49B9-B4BD-AC1795C8915B}"/>
                    </a:ext>
                  </a:extLst>
                </p:cNvPr>
                <p:cNvPicPr>
                  <a:picLocks noChangeAspect="1" noChangeArrowheads="1"/>
                </p:cNvPicPr>
                <p:nvPr/>
              </p:nvPicPr>
              <p:blipFill>
                <a:blip r:embed="rId634">
                  <a:extLst>
                    <a:ext uri="{28A0092B-C50C-407E-A947-70E740481C1C}">
                      <a14:useLocalDpi xmlns:a14="http://schemas.microsoft.com/office/drawing/2010/main" val="0"/>
                    </a:ext>
                  </a:extLst>
                </a:blip>
                <a:srcRect/>
                <a:stretch>
                  <a:fillRect/>
                </a:stretch>
              </p:blipFill>
              <p:spPr bwMode="auto">
                <a:xfrm>
                  <a:off x="4578" y="2962"/>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4" name="Picture 1538">
                  <a:extLst>
                    <a:ext uri="{FF2B5EF4-FFF2-40B4-BE49-F238E27FC236}">
                      <a16:creationId xmlns:a16="http://schemas.microsoft.com/office/drawing/2014/main" id="{E7B96403-1CA2-4392-90DB-ADDC7CDB473E}"/>
                    </a:ext>
                  </a:extLst>
                </p:cNvPr>
                <p:cNvPicPr>
                  <a:picLocks noChangeAspect="1" noChangeArrowheads="1"/>
                </p:cNvPicPr>
                <p:nvPr/>
              </p:nvPicPr>
              <p:blipFill>
                <a:blip r:embed="rId635">
                  <a:extLst>
                    <a:ext uri="{28A0092B-C50C-407E-A947-70E740481C1C}">
                      <a14:useLocalDpi xmlns:a14="http://schemas.microsoft.com/office/drawing/2010/main" val="0"/>
                    </a:ext>
                  </a:extLst>
                </a:blip>
                <a:srcRect/>
                <a:stretch>
                  <a:fillRect/>
                </a:stretch>
              </p:blipFill>
              <p:spPr bwMode="auto">
                <a:xfrm>
                  <a:off x="4578" y="296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5" name="Picture 1539">
                  <a:extLst>
                    <a:ext uri="{FF2B5EF4-FFF2-40B4-BE49-F238E27FC236}">
                      <a16:creationId xmlns:a16="http://schemas.microsoft.com/office/drawing/2014/main" id="{5859AEF7-C0F0-4917-A68D-E2CE9C4B371E}"/>
                    </a:ext>
                  </a:extLst>
                </p:cNvPr>
                <p:cNvPicPr>
                  <a:picLocks noChangeAspect="1" noChangeArrowheads="1"/>
                </p:cNvPicPr>
                <p:nvPr/>
              </p:nvPicPr>
              <p:blipFill>
                <a:blip r:embed="rId636">
                  <a:extLst>
                    <a:ext uri="{28A0092B-C50C-407E-A947-70E740481C1C}">
                      <a14:useLocalDpi xmlns:a14="http://schemas.microsoft.com/office/drawing/2010/main" val="0"/>
                    </a:ext>
                  </a:extLst>
                </a:blip>
                <a:srcRect/>
                <a:stretch>
                  <a:fillRect/>
                </a:stretch>
              </p:blipFill>
              <p:spPr bwMode="auto">
                <a:xfrm>
                  <a:off x="4578" y="296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6" name="Picture 1540">
                  <a:extLst>
                    <a:ext uri="{FF2B5EF4-FFF2-40B4-BE49-F238E27FC236}">
                      <a16:creationId xmlns:a16="http://schemas.microsoft.com/office/drawing/2014/main" id="{308E89A2-1EED-4D07-9B72-AA73B00751EA}"/>
                    </a:ext>
                  </a:extLst>
                </p:cNvPr>
                <p:cNvPicPr>
                  <a:picLocks noChangeAspect="1" noChangeArrowheads="1"/>
                </p:cNvPicPr>
                <p:nvPr/>
              </p:nvPicPr>
              <p:blipFill>
                <a:blip r:embed="rId637">
                  <a:extLst>
                    <a:ext uri="{28A0092B-C50C-407E-A947-70E740481C1C}">
                      <a14:useLocalDpi xmlns:a14="http://schemas.microsoft.com/office/drawing/2010/main" val="0"/>
                    </a:ext>
                  </a:extLst>
                </a:blip>
                <a:srcRect/>
                <a:stretch>
                  <a:fillRect/>
                </a:stretch>
              </p:blipFill>
              <p:spPr bwMode="auto">
                <a:xfrm>
                  <a:off x="4578" y="2965"/>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7" name="Picture 1541">
                  <a:extLst>
                    <a:ext uri="{FF2B5EF4-FFF2-40B4-BE49-F238E27FC236}">
                      <a16:creationId xmlns:a16="http://schemas.microsoft.com/office/drawing/2014/main" id="{D2C95700-8DA3-4C5A-BEB3-3CE3F9ED8F4C}"/>
                    </a:ext>
                  </a:extLst>
                </p:cNvPr>
                <p:cNvPicPr>
                  <a:picLocks noChangeAspect="1" noChangeArrowheads="1"/>
                </p:cNvPicPr>
                <p:nvPr/>
              </p:nvPicPr>
              <p:blipFill>
                <a:blip r:embed="rId638">
                  <a:extLst>
                    <a:ext uri="{28A0092B-C50C-407E-A947-70E740481C1C}">
                      <a14:useLocalDpi xmlns:a14="http://schemas.microsoft.com/office/drawing/2010/main" val="0"/>
                    </a:ext>
                  </a:extLst>
                </a:blip>
                <a:srcRect/>
                <a:stretch>
                  <a:fillRect/>
                </a:stretch>
              </p:blipFill>
              <p:spPr bwMode="auto">
                <a:xfrm>
                  <a:off x="4578" y="2966"/>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8" name="Picture 1542">
                  <a:extLst>
                    <a:ext uri="{FF2B5EF4-FFF2-40B4-BE49-F238E27FC236}">
                      <a16:creationId xmlns:a16="http://schemas.microsoft.com/office/drawing/2014/main" id="{7849B06D-B8FB-4B47-8AD6-F0C50EBE58B7}"/>
                    </a:ext>
                  </a:extLst>
                </p:cNvPr>
                <p:cNvPicPr>
                  <a:picLocks noChangeAspect="1" noChangeArrowheads="1"/>
                </p:cNvPicPr>
                <p:nvPr/>
              </p:nvPicPr>
              <p:blipFill>
                <a:blip r:embed="rId639">
                  <a:extLst>
                    <a:ext uri="{28A0092B-C50C-407E-A947-70E740481C1C}">
                      <a14:useLocalDpi xmlns:a14="http://schemas.microsoft.com/office/drawing/2010/main" val="0"/>
                    </a:ext>
                  </a:extLst>
                </a:blip>
                <a:srcRect/>
                <a:stretch>
                  <a:fillRect/>
                </a:stretch>
              </p:blipFill>
              <p:spPr bwMode="auto">
                <a:xfrm>
                  <a:off x="4578" y="296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9" name="Picture 1543">
                  <a:extLst>
                    <a:ext uri="{FF2B5EF4-FFF2-40B4-BE49-F238E27FC236}">
                      <a16:creationId xmlns:a16="http://schemas.microsoft.com/office/drawing/2014/main" id="{B02F315E-014C-4BA9-94BA-6CA2090ECF18}"/>
                    </a:ext>
                  </a:extLst>
                </p:cNvPr>
                <p:cNvPicPr>
                  <a:picLocks noChangeAspect="1" noChangeArrowheads="1"/>
                </p:cNvPicPr>
                <p:nvPr/>
              </p:nvPicPr>
              <p:blipFill>
                <a:blip r:embed="rId640">
                  <a:extLst>
                    <a:ext uri="{28A0092B-C50C-407E-A947-70E740481C1C}">
                      <a14:useLocalDpi xmlns:a14="http://schemas.microsoft.com/office/drawing/2010/main" val="0"/>
                    </a:ext>
                  </a:extLst>
                </a:blip>
                <a:srcRect/>
                <a:stretch>
                  <a:fillRect/>
                </a:stretch>
              </p:blipFill>
              <p:spPr bwMode="auto">
                <a:xfrm>
                  <a:off x="4578" y="2968"/>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0" name="Picture 1544">
                  <a:extLst>
                    <a:ext uri="{FF2B5EF4-FFF2-40B4-BE49-F238E27FC236}">
                      <a16:creationId xmlns:a16="http://schemas.microsoft.com/office/drawing/2014/main" id="{9EAE64D5-8BD6-4B8B-BA30-D9574D17D4C6}"/>
                    </a:ext>
                  </a:extLst>
                </p:cNvPr>
                <p:cNvPicPr>
                  <a:picLocks noChangeAspect="1" noChangeArrowheads="1"/>
                </p:cNvPicPr>
                <p:nvPr/>
              </p:nvPicPr>
              <p:blipFill>
                <a:blip r:embed="rId641">
                  <a:extLst>
                    <a:ext uri="{28A0092B-C50C-407E-A947-70E740481C1C}">
                      <a14:useLocalDpi xmlns:a14="http://schemas.microsoft.com/office/drawing/2010/main" val="0"/>
                    </a:ext>
                  </a:extLst>
                </a:blip>
                <a:srcRect/>
                <a:stretch>
                  <a:fillRect/>
                </a:stretch>
              </p:blipFill>
              <p:spPr bwMode="auto">
                <a:xfrm>
                  <a:off x="4578" y="2969"/>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 name="Picture 1545">
                  <a:extLst>
                    <a:ext uri="{FF2B5EF4-FFF2-40B4-BE49-F238E27FC236}">
                      <a16:creationId xmlns:a16="http://schemas.microsoft.com/office/drawing/2014/main" id="{397860A5-1033-4784-AF10-60559FF1B5F5}"/>
                    </a:ext>
                  </a:extLst>
                </p:cNvPr>
                <p:cNvPicPr>
                  <a:picLocks noChangeAspect="1" noChangeArrowheads="1"/>
                </p:cNvPicPr>
                <p:nvPr/>
              </p:nvPicPr>
              <p:blipFill>
                <a:blip r:embed="rId642">
                  <a:extLst>
                    <a:ext uri="{28A0092B-C50C-407E-A947-70E740481C1C}">
                      <a14:useLocalDpi xmlns:a14="http://schemas.microsoft.com/office/drawing/2010/main" val="0"/>
                    </a:ext>
                  </a:extLst>
                </a:blip>
                <a:srcRect/>
                <a:stretch>
                  <a:fillRect/>
                </a:stretch>
              </p:blipFill>
              <p:spPr bwMode="auto">
                <a:xfrm>
                  <a:off x="4578" y="2970"/>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2" name="Picture 1546">
                  <a:extLst>
                    <a:ext uri="{FF2B5EF4-FFF2-40B4-BE49-F238E27FC236}">
                      <a16:creationId xmlns:a16="http://schemas.microsoft.com/office/drawing/2014/main" id="{B09F30B0-7877-44CF-AD58-E142A62DBB93}"/>
                    </a:ext>
                  </a:extLst>
                </p:cNvPr>
                <p:cNvPicPr>
                  <a:picLocks noChangeAspect="1" noChangeArrowheads="1"/>
                </p:cNvPicPr>
                <p:nvPr/>
              </p:nvPicPr>
              <p:blipFill>
                <a:blip r:embed="rId643">
                  <a:extLst>
                    <a:ext uri="{28A0092B-C50C-407E-A947-70E740481C1C}">
                      <a14:useLocalDpi xmlns:a14="http://schemas.microsoft.com/office/drawing/2010/main" val="0"/>
                    </a:ext>
                  </a:extLst>
                </a:blip>
                <a:srcRect/>
                <a:stretch>
                  <a:fillRect/>
                </a:stretch>
              </p:blipFill>
              <p:spPr bwMode="auto">
                <a:xfrm>
                  <a:off x="4578" y="297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3" name="Picture 1547">
                  <a:extLst>
                    <a:ext uri="{FF2B5EF4-FFF2-40B4-BE49-F238E27FC236}">
                      <a16:creationId xmlns:a16="http://schemas.microsoft.com/office/drawing/2014/main" id="{8C7E68EE-2EBE-4B1C-9ED0-1A77AEF79D48}"/>
                    </a:ext>
                  </a:extLst>
                </p:cNvPr>
                <p:cNvPicPr>
                  <a:picLocks noChangeAspect="1" noChangeArrowheads="1"/>
                </p:cNvPicPr>
                <p:nvPr/>
              </p:nvPicPr>
              <p:blipFill>
                <a:blip r:embed="rId644">
                  <a:extLst>
                    <a:ext uri="{28A0092B-C50C-407E-A947-70E740481C1C}">
                      <a14:useLocalDpi xmlns:a14="http://schemas.microsoft.com/office/drawing/2010/main" val="0"/>
                    </a:ext>
                  </a:extLst>
                </a:blip>
                <a:srcRect/>
                <a:stretch>
                  <a:fillRect/>
                </a:stretch>
              </p:blipFill>
              <p:spPr bwMode="auto">
                <a:xfrm>
                  <a:off x="4578" y="2972"/>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4" name="Picture 1548">
                  <a:extLst>
                    <a:ext uri="{FF2B5EF4-FFF2-40B4-BE49-F238E27FC236}">
                      <a16:creationId xmlns:a16="http://schemas.microsoft.com/office/drawing/2014/main" id="{292C7064-9F2C-4F99-9A2F-A0F0CFDFEE6B}"/>
                    </a:ext>
                  </a:extLst>
                </p:cNvPr>
                <p:cNvPicPr>
                  <a:picLocks noChangeAspect="1" noChangeArrowheads="1"/>
                </p:cNvPicPr>
                <p:nvPr/>
              </p:nvPicPr>
              <p:blipFill>
                <a:blip r:embed="rId645">
                  <a:extLst>
                    <a:ext uri="{28A0092B-C50C-407E-A947-70E740481C1C}">
                      <a14:useLocalDpi xmlns:a14="http://schemas.microsoft.com/office/drawing/2010/main" val="0"/>
                    </a:ext>
                  </a:extLst>
                </a:blip>
                <a:srcRect/>
                <a:stretch>
                  <a:fillRect/>
                </a:stretch>
              </p:blipFill>
              <p:spPr bwMode="auto">
                <a:xfrm>
                  <a:off x="4578" y="297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5" name="Picture 1549">
                  <a:extLst>
                    <a:ext uri="{FF2B5EF4-FFF2-40B4-BE49-F238E27FC236}">
                      <a16:creationId xmlns:a16="http://schemas.microsoft.com/office/drawing/2014/main" id="{C8D30CD2-E359-4912-8A6F-E91CE7B7CA45}"/>
                    </a:ext>
                  </a:extLst>
                </p:cNvPr>
                <p:cNvPicPr>
                  <a:picLocks noChangeAspect="1" noChangeArrowheads="1"/>
                </p:cNvPicPr>
                <p:nvPr/>
              </p:nvPicPr>
              <p:blipFill>
                <a:blip r:embed="rId646">
                  <a:extLst>
                    <a:ext uri="{28A0092B-C50C-407E-A947-70E740481C1C}">
                      <a14:useLocalDpi xmlns:a14="http://schemas.microsoft.com/office/drawing/2010/main" val="0"/>
                    </a:ext>
                  </a:extLst>
                </a:blip>
                <a:srcRect/>
                <a:stretch>
                  <a:fillRect/>
                </a:stretch>
              </p:blipFill>
              <p:spPr bwMode="auto">
                <a:xfrm>
                  <a:off x="4578" y="297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6" name="Picture 1550">
                  <a:extLst>
                    <a:ext uri="{FF2B5EF4-FFF2-40B4-BE49-F238E27FC236}">
                      <a16:creationId xmlns:a16="http://schemas.microsoft.com/office/drawing/2014/main" id="{37F495BC-464C-4883-9B61-89C1BDE24017}"/>
                    </a:ext>
                  </a:extLst>
                </p:cNvPr>
                <p:cNvPicPr>
                  <a:picLocks noChangeAspect="1" noChangeArrowheads="1"/>
                </p:cNvPicPr>
                <p:nvPr/>
              </p:nvPicPr>
              <p:blipFill>
                <a:blip r:embed="rId647">
                  <a:extLst>
                    <a:ext uri="{28A0092B-C50C-407E-A947-70E740481C1C}">
                      <a14:useLocalDpi xmlns:a14="http://schemas.microsoft.com/office/drawing/2010/main" val="0"/>
                    </a:ext>
                  </a:extLst>
                </a:blip>
                <a:srcRect/>
                <a:stretch>
                  <a:fillRect/>
                </a:stretch>
              </p:blipFill>
              <p:spPr bwMode="auto">
                <a:xfrm>
                  <a:off x="4578" y="2975"/>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7" name="Picture 1551">
                  <a:extLst>
                    <a:ext uri="{FF2B5EF4-FFF2-40B4-BE49-F238E27FC236}">
                      <a16:creationId xmlns:a16="http://schemas.microsoft.com/office/drawing/2014/main" id="{113C4652-84A8-40E4-B824-4A8B7BD71764}"/>
                    </a:ext>
                  </a:extLst>
                </p:cNvPr>
                <p:cNvPicPr>
                  <a:picLocks noChangeAspect="1" noChangeArrowheads="1"/>
                </p:cNvPicPr>
                <p:nvPr/>
              </p:nvPicPr>
              <p:blipFill>
                <a:blip r:embed="rId648">
                  <a:extLst>
                    <a:ext uri="{28A0092B-C50C-407E-A947-70E740481C1C}">
                      <a14:useLocalDpi xmlns:a14="http://schemas.microsoft.com/office/drawing/2010/main" val="0"/>
                    </a:ext>
                  </a:extLst>
                </a:blip>
                <a:srcRect/>
                <a:stretch>
                  <a:fillRect/>
                </a:stretch>
              </p:blipFill>
              <p:spPr bwMode="auto">
                <a:xfrm>
                  <a:off x="4578" y="2976"/>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8" name="Picture 1552">
                  <a:extLst>
                    <a:ext uri="{FF2B5EF4-FFF2-40B4-BE49-F238E27FC236}">
                      <a16:creationId xmlns:a16="http://schemas.microsoft.com/office/drawing/2014/main" id="{A81DC0BF-ED5B-4ECF-8FE7-43427777E502}"/>
                    </a:ext>
                  </a:extLst>
                </p:cNvPr>
                <p:cNvPicPr>
                  <a:picLocks noChangeAspect="1" noChangeArrowheads="1"/>
                </p:cNvPicPr>
                <p:nvPr/>
              </p:nvPicPr>
              <p:blipFill>
                <a:blip r:embed="rId649">
                  <a:extLst>
                    <a:ext uri="{28A0092B-C50C-407E-A947-70E740481C1C}">
                      <a14:useLocalDpi xmlns:a14="http://schemas.microsoft.com/office/drawing/2010/main" val="0"/>
                    </a:ext>
                  </a:extLst>
                </a:blip>
                <a:srcRect/>
                <a:stretch>
                  <a:fillRect/>
                </a:stretch>
              </p:blipFill>
              <p:spPr bwMode="auto">
                <a:xfrm>
                  <a:off x="4578" y="297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9" name="Picture 1553">
                  <a:extLst>
                    <a:ext uri="{FF2B5EF4-FFF2-40B4-BE49-F238E27FC236}">
                      <a16:creationId xmlns:a16="http://schemas.microsoft.com/office/drawing/2014/main" id="{63CD5AC6-FDE6-41DA-911A-28D314100F78}"/>
                    </a:ext>
                  </a:extLst>
                </p:cNvPr>
                <p:cNvPicPr>
                  <a:picLocks noChangeAspect="1" noChangeArrowheads="1"/>
                </p:cNvPicPr>
                <p:nvPr/>
              </p:nvPicPr>
              <p:blipFill>
                <a:blip r:embed="rId650">
                  <a:extLst>
                    <a:ext uri="{28A0092B-C50C-407E-A947-70E740481C1C}">
                      <a14:useLocalDpi xmlns:a14="http://schemas.microsoft.com/office/drawing/2010/main" val="0"/>
                    </a:ext>
                  </a:extLst>
                </a:blip>
                <a:srcRect/>
                <a:stretch>
                  <a:fillRect/>
                </a:stretch>
              </p:blipFill>
              <p:spPr bwMode="auto">
                <a:xfrm>
                  <a:off x="4578" y="2978"/>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0" name="Picture 1554">
                  <a:extLst>
                    <a:ext uri="{FF2B5EF4-FFF2-40B4-BE49-F238E27FC236}">
                      <a16:creationId xmlns:a16="http://schemas.microsoft.com/office/drawing/2014/main" id="{4A09A730-04F9-4864-94F0-56FEE1FB39ED}"/>
                    </a:ext>
                  </a:extLst>
                </p:cNvPr>
                <p:cNvPicPr>
                  <a:picLocks noChangeAspect="1" noChangeArrowheads="1"/>
                </p:cNvPicPr>
                <p:nvPr/>
              </p:nvPicPr>
              <p:blipFill>
                <a:blip r:embed="rId651">
                  <a:extLst>
                    <a:ext uri="{28A0092B-C50C-407E-A947-70E740481C1C}">
                      <a14:useLocalDpi xmlns:a14="http://schemas.microsoft.com/office/drawing/2010/main" val="0"/>
                    </a:ext>
                  </a:extLst>
                </a:blip>
                <a:srcRect/>
                <a:stretch>
                  <a:fillRect/>
                </a:stretch>
              </p:blipFill>
              <p:spPr bwMode="auto">
                <a:xfrm>
                  <a:off x="4578" y="2979"/>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 name="Picture 1555">
                  <a:extLst>
                    <a:ext uri="{FF2B5EF4-FFF2-40B4-BE49-F238E27FC236}">
                      <a16:creationId xmlns:a16="http://schemas.microsoft.com/office/drawing/2014/main" id="{0FD33BE8-F2BB-4DE3-BE4B-D83599C310CE}"/>
                    </a:ext>
                  </a:extLst>
                </p:cNvPr>
                <p:cNvPicPr>
                  <a:picLocks noChangeAspect="1" noChangeArrowheads="1"/>
                </p:cNvPicPr>
                <p:nvPr/>
              </p:nvPicPr>
              <p:blipFill>
                <a:blip r:embed="rId652">
                  <a:extLst>
                    <a:ext uri="{28A0092B-C50C-407E-A947-70E740481C1C}">
                      <a14:useLocalDpi xmlns:a14="http://schemas.microsoft.com/office/drawing/2010/main" val="0"/>
                    </a:ext>
                  </a:extLst>
                </a:blip>
                <a:srcRect/>
                <a:stretch>
                  <a:fillRect/>
                </a:stretch>
              </p:blipFill>
              <p:spPr bwMode="auto">
                <a:xfrm>
                  <a:off x="4578" y="2980"/>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2" name="Picture 1556">
                  <a:extLst>
                    <a:ext uri="{FF2B5EF4-FFF2-40B4-BE49-F238E27FC236}">
                      <a16:creationId xmlns:a16="http://schemas.microsoft.com/office/drawing/2014/main" id="{A9A43ABD-44F2-4AD7-999A-B3760CA2E21A}"/>
                    </a:ext>
                  </a:extLst>
                </p:cNvPr>
                <p:cNvPicPr>
                  <a:picLocks noChangeAspect="1" noChangeArrowheads="1"/>
                </p:cNvPicPr>
                <p:nvPr/>
              </p:nvPicPr>
              <p:blipFill>
                <a:blip r:embed="rId653">
                  <a:extLst>
                    <a:ext uri="{28A0092B-C50C-407E-A947-70E740481C1C}">
                      <a14:useLocalDpi xmlns:a14="http://schemas.microsoft.com/office/drawing/2010/main" val="0"/>
                    </a:ext>
                  </a:extLst>
                </a:blip>
                <a:srcRect/>
                <a:stretch>
                  <a:fillRect/>
                </a:stretch>
              </p:blipFill>
              <p:spPr bwMode="auto">
                <a:xfrm>
                  <a:off x="4578" y="298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3" name="Picture 1557">
                  <a:extLst>
                    <a:ext uri="{FF2B5EF4-FFF2-40B4-BE49-F238E27FC236}">
                      <a16:creationId xmlns:a16="http://schemas.microsoft.com/office/drawing/2014/main" id="{4DB4BD58-21A8-499F-A2FC-8C83A4AD8452}"/>
                    </a:ext>
                  </a:extLst>
                </p:cNvPr>
                <p:cNvPicPr>
                  <a:picLocks noChangeAspect="1" noChangeArrowheads="1"/>
                </p:cNvPicPr>
                <p:nvPr/>
              </p:nvPicPr>
              <p:blipFill>
                <a:blip r:embed="rId654">
                  <a:extLst>
                    <a:ext uri="{28A0092B-C50C-407E-A947-70E740481C1C}">
                      <a14:useLocalDpi xmlns:a14="http://schemas.microsoft.com/office/drawing/2010/main" val="0"/>
                    </a:ext>
                  </a:extLst>
                </a:blip>
                <a:srcRect/>
                <a:stretch>
                  <a:fillRect/>
                </a:stretch>
              </p:blipFill>
              <p:spPr bwMode="auto">
                <a:xfrm>
                  <a:off x="4578" y="2982"/>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4" name="Picture 1558">
                  <a:extLst>
                    <a:ext uri="{FF2B5EF4-FFF2-40B4-BE49-F238E27FC236}">
                      <a16:creationId xmlns:a16="http://schemas.microsoft.com/office/drawing/2014/main" id="{7A703B9B-DB59-4D65-9087-8E265BF0722A}"/>
                    </a:ext>
                  </a:extLst>
                </p:cNvPr>
                <p:cNvPicPr>
                  <a:picLocks noChangeAspect="1" noChangeArrowheads="1"/>
                </p:cNvPicPr>
                <p:nvPr/>
              </p:nvPicPr>
              <p:blipFill>
                <a:blip r:embed="rId655">
                  <a:extLst>
                    <a:ext uri="{28A0092B-C50C-407E-A947-70E740481C1C}">
                      <a14:useLocalDpi xmlns:a14="http://schemas.microsoft.com/office/drawing/2010/main" val="0"/>
                    </a:ext>
                  </a:extLst>
                </a:blip>
                <a:srcRect/>
                <a:stretch>
                  <a:fillRect/>
                </a:stretch>
              </p:blipFill>
              <p:spPr bwMode="auto">
                <a:xfrm>
                  <a:off x="4578" y="298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5" name="Picture 1559">
                  <a:extLst>
                    <a:ext uri="{FF2B5EF4-FFF2-40B4-BE49-F238E27FC236}">
                      <a16:creationId xmlns:a16="http://schemas.microsoft.com/office/drawing/2014/main" id="{70316491-5C75-4906-9D31-AF7E87BC1885}"/>
                    </a:ext>
                  </a:extLst>
                </p:cNvPr>
                <p:cNvPicPr>
                  <a:picLocks noChangeAspect="1" noChangeArrowheads="1"/>
                </p:cNvPicPr>
                <p:nvPr/>
              </p:nvPicPr>
              <p:blipFill>
                <a:blip r:embed="rId656">
                  <a:extLst>
                    <a:ext uri="{28A0092B-C50C-407E-A947-70E740481C1C}">
                      <a14:useLocalDpi xmlns:a14="http://schemas.microsoft.com/office/drawing/2010/main" val="0"/>
                    </a:ext>
                  </a:extLst>
                </a:blip>
                <a:srcRect/>
                <a:stretch>
                  <a:fillRect/>
                </a:stretch>
              </p:blipFill>
              <p:spPr bwMode="auto">
                <a:xfrm>
                  <a:off x="4578" y="298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6" name="Picture 1560">
                  <a:extLst>
                    <a:ext uri="{FF2B5EF4-FFF2-40B4-BE49-F238E27FC236}">
                      <a16:creationId xmlns:a16="http://schemas.microsoft.com/office/drawing/2014/main" id="{89D47053-FADE-4C31-BE0F-B542E1BFCEF3}"/>
                    </a:ext>
                  </a:extLst>
                </p:cNvPr>
                <p:cNvPicPr>
                  <a:picLocks noChangeAspect="1" noChangeArrowheads="1"/>
                </p:cNvPicPr>
                <p:nvPr/>
              </p:nvPicPr>
              <p:blipFill>
                <a:blip r:embed="rId657">
                  <a:extLst>
                    <a:ext uri="{28A0092B-C50C-407E-A947-70E740481C1C}">
                      <a14:useLocalDpi xmlns:a14="http://schemas.microsoft.com/office/drawing/2010/main" val="0"/>
                    </a:ext>
                  </a:extLst>
                </a:blip>
                <a:srcRect/>
                <a:stretch>
                  <a:fillRect/>
                </a:stretch>
              </p:blipFill>
              <p:spPr bwMode="auto">
                <a:xfrm>
                  <a:off x="4576" y="2985"/>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7" name="Picture 1561">
                  <a:extLst>
                    <a:ext uri="{FF2B5EF4-FFF2-40B4-BE49-F238E27FC236}">
                      <a16:creationId xmlns:a16="http://schemas.microsoft.com/office/drawing/2014/main" id="{E8F2E23B-B8BD-4CBF-8BE4-C5BBDA655898}"/>
                    </a:ext>
                  </a:extLst>
                </p:cNvPr>
                <p:cNvPicPr>
                  <a:picLocks noChangeAspect="1" noChangeArrowheads="1"/>
                </p:cNvPicPr>
                <p:nvPr/>
              </p:nvPicPr>
              <p:blipFill>
                <a:blip r:embed="rId658">
                  <a:extLst>
                    <a:ext uri="{28A0092B-C50C-407E-A947-70E740481C1C}">
                      <a14:useLocalDpi xmlns:a14="http://schemas.microsoft.com/office/drawing/2010/main" val="0"/>
                    </a:ext>
                  </a:extLst>
                </a:blip>
                <a:srcRect/>
                <a:stretch>
                  <a:fillRect/>
                </a:stretch>
              </p:blipFill>
              <p:spPr bwMode="auto">
                <a:xfrm>
                  <a:off x="4576" y="2985"/>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8" name="Picture 1562">
                  <a:extLst>
                    <a:ext uri="{FF2B5EF4-FFF2-40B4-BE49-F238E27FC236}">
                      <a16:creationId xmlns:a16="http://schemas.microsoft.com/office/drawing/2014/main" id="{6DB2211E-E383-4C65-A845-052118A8A9BA}"/>
                    </a:ext>
                  </a:extLst>
                </p:cNvPr>
                <p:cNvPicPr>
                  <a:picLocks noChangeAspect="1" noChangeArrowheads="1"/>
                </p:cNvPicPr>
                <p:nvPr/>
              </p:nvPicPr>
              <p:blipFill>
                <a:blip r:embed="rId659">
                  <a:extLst>
                    <a:ext uri="{28A0092B-C50C-407E-A947-70E740481C1C}">
                      <a14:useLocalDpi xmlns:a14="http://schemas.microsoft.com/office/drawing/2010/main" val="0"/>
                    </a:ext>
                  </a:extLst>
                </a:blip>
                <a:srcRect/>
                <a:stretch>
                  <a:fillRect/>
                </a:stretch>
              </p:blipFill>
              <p:spPr bwMode="auto">
                <a:xfrm>
                  <a:off x="4575" y="2986"/>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9" name="Picture 1563">
                  <a:extLst>
                    <a:ext uri="{FF2B5EF4-FFF2-40B4-BE49-F238E27FC236}">
                      <a16:creationId xmlns:a16="http://schemas.microsoft.com/office/drawing/2014/main" id="{F790DFEE-3528-45FA-A740-F897492F5DC7}"/>
                    </a:ext>
                  </a:extLst>
                </p:cNvPr>
                <p:cNvPicPr>
                  <a:picLocks noChangeAspect="1" noChangeArrowheads="1"/>
                </p:cNvPicPr>
                <p:nvPr/>
              </p:nvPicPr>
              <p:blipFill>
                <a:blip r:embed="rId660">
                  <a:extLst>
                    <a:ext uri="{28A0092B-C50C-407E-A947-70E740481C1C}">
                      <a14:useLocalDpi xmlns:a14="http://schemas.microsoft.com/office/drawing/2010/main" val="0"/>
                    </a:ext>
                  </a:extLst>
                </a:blip>
                <a:srcRect/>
                <a:stretch>
                  <a:fillRect/>
                </a:stretch>
              </p:blipFill>
              <p:spPr bwMode="auto">
                <a:xfrm>
                  <a:off x="4575" y="2987"/>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0" name="Picture 1564">
                  <a:extLst>
                    <a:ext uri="{FF2B5EF4-FFF2-40B4-BE49-F238E27FC236}">
                      <a16:creationId xmlns:a16="http://schemas.microsoft.com/office/drawing/2014/main" id="{9264C966-A1A9-41BD-8AD4-3FDB95DBC498}"/>
                    </a:ext>
                  </a:extLst>
                </p:cNvPr>
                <p:cNvPicPr>
                  <a:picLocks noChangeAspect="1" noChangeArrowheads="1"/>
                </p:cNvPicPr>
                <p:nvPr/>
              </p:nvPicPr>
              <p:blipFill>
                <a:blip r:embed="rId661">
                  <a:extLst>
                    <a:ext uri="{28A0092B-C50C-407E-A947-70E740481C1C}">
                      <a14:useLocalDpi xmlns:a14="http://schemas.microsoft.com/office/drawing/2010/main" val="0"/>
                    </a:ext>
                  </a:extLst>
                </a:blip>
                <a:srcRect/>
                <a:stretch>
                  <a:fillRect/>
                </a:stretch>
              </p:blipFill>
              <p:spPr bwMode="auto">
                <a:xfrm>
                  <a:off x="4574" y="2988"/>
                  <a:ext cx="2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 name="Picture 1565">
                  <a:extLst>
                    <a:ext uri="{FF2B5EF4-FFF2-40B4-BE49-F238E27FC236}">
                      <a16:creationId xmlns:a16="http://schemas.microsoft.com/office/drawing/2014/main" id="{1BDEBE9A-4576-4F7F-BCE5-5C8855C05E10}"/>
                    </a:ext>
                  </a:extLst>
                </p:cNvPr>
                <p:cNvPicPr>
                  <a:picLocks noChangeAspect="1" noChangeArrowheads="1"/>
                </p:cNvPicPr>
                <p:nvPr/>
              </p:nvPicPr>
              <p:blipFill>
                <a:blip r:embed="rId662">
                  <a:extLst>
                    <a:ext uri="{28A0092B-C50C-407E-A947-70E740481C1C}">
                      <a14:useLocalDpi xmlns:a14="http://schemas.microsoft.com/office/drawing/2010/main" val="0"/>
                    </a:ext>
                  </a:extLst>
                </a:blip>
                <a:srcRect/>
                <a:stretch>
                  <a:fillRect/>
                </a:stretch>
              </p:blipFill>
              <p:spPr bwMode="auto">
                <a:xfrm>
                  <a:off x="4573" y="2989"/>
                  <a:ext cx="2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 name="Picture 1566">
                  <a:extLst>
                    <a:ext uri="{FF2B5EF4-FFF2-40B4-BE49-F238E27FC236}">
                      <a16:creationId xmlns:a16="http://schemas.microsoft.com/office/drawing/2014/main" id="{E6E5CA80-734E-4DB7-943E-43018214E0FB}"/>
                    </a:ext>
                  </a:extLst>
                </p:cNvPr>
                <p:cNvPicPr>
                  <a:picLocks noChangeAspect="1" noChangeArrowheads="1"/>
                </p:cNvPicPr>
                <p:nvPr/>
              </p:nvPicPr>
              <p:blipFill>
                <a:blip r:embed="rId663">
                  <a:extLst>
                    <a:ext uri="{28A0092B-C50C-407E-A947-70E740481C1C}">
                      <a14:useLocalDpi xmlns:a14="http://schemas.microsoft.com/office/drawing/2010/main" val="0"/>
                    </a:ext>
                  </a:extLst>
                </a:blip>
                <a:srcRect/>
                <a:stretch>
                  <a:fillRect/>
                </a:stretch>
              </p:blipFill>
              <p:spPr bwMode="auto">
                <a:xfrm>
                  <a:off x="4573" y="2990"/>
                  <a:ext cx="2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3" name="Picture 1567">
                  <a:extLst>
                    <a:ext uri="{FF2B5EF4-FFF2-40B4-BE49-F238E27FC236}">
                      <a16:creationId xmlns:a16="http://schemas.microsoft.com/office/drawing/2014/main" id="{40EA1498-11E0-4D4B-B479-E7BF91D4E782}"/>
                    </a:ext>
                  </a:extLst>
                </p:cNvPr>
                <p:cNvPicPr>
                  <a:picLocks noChangeAspect="1" noChangeArrowheads="1"/>
                </p:cNvPicPr>
                <p:nvPr/>
              </p:nvPicPr>
              <p:blipFill>
                <a:blip r:embed="rId664">
                  <a:extLst>
                    <a:ext uri="{28A0092B-C50C-407E-A947-70E740481C1C}">
                      <a14:useLocalDpi xmlns:a14="http://schemas.microsoft.com/office/drawing/2010/main" val="0"/>
                    </a:ext>
                  </a:extLst>
                </a:blip>
                <a:srcRect/>
                <a:stretch>
                  <a:fillRect/>
                </a:stretch>
              </p:blipFill>
              <p:spPr bwMode="auto">
                <a:xfrm>
                  <a:off x="4572" y="2991"/>
                  <a:ext cx="2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4" name="Picture 1568">
                  <a:extLst>
                    <a:ext uri="{FF2B5EF4-FFF2-40B4-BE49-F238E27FC236}">
                      <a16:creationId xmlns:a16="http://schemas.microsoft.com/office/drawing/2014/main" id="{5E4D54F6-498C-4939-993E-540AC18E6043}"/>
                    </a:ext>
                  </a:extLst>
                </p:cNvPr>
                <p:cNvPicPr>
                  <a:picLocks noChangeAspect="1" noChangeArrowheads="1"/>
                </p:cNvPicPr>
                <p:nvPr/>
              </p:nvPicPr>
              <p:blipFill>
                <a:blip r:embed="rId665">
                  <a:extLst>
                    <a:ext uri="{28A0092B-C50C-407E-A947-70E740481C1C}">
                      <a14:useLocalDpi xmlns:a14="http://schemas.microsoft.com/office/drawing/2010/main" val="0"/>
                    </a:ext>
                  </a:extLst>
                </a:blip>
                <a:srcRect/>
                <a:stretch>
                  <a:fillRect/>
                </a:stretch>
              </p:blipFill>
              <p:spPr bwMode="auto">
                <a:xfrm>
                  <a:off x="4572" y="2992"/>
                  <a:ext cx="2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5" name="Picture 1569">
                  <a:extLst>
                    <a:ext uri="{FF2B5EF4-FFF2-40B4-BE49-F238E27FC236}">
                      <a16:creationId xmlns:a16="http://schemas.microsoft.com/office/drawing/2014/main" id="{083862AD-986B-48C1-9719-B5AFBEA53B28}"/>
                    </a:ext>
                  </a:extLst>
                </p:cNvPr>
                <p:cNvPicPr>
                  <a:picLocks noChangeAspect="1" noChangeArrowheads="1"/>
                </p:cNvPicPr>
                <p:nvPr/>
              </p:nvPicPr>
              <p:blipFill>
                <a:blip r:embed="rId666">
                  <a:extLst>
                    <a:ext uri="{28A0092B-C50C-407E-A947-70E740481C1C}">
                      <a14:useLocalDpi xmlns:a14="http://schemas.microsoft.com/office/drawing/2010/main" val="0"/>
                    </a:ext>
                  </a:extLst>
                </a:blip>
                <a:srcRect/>
                <a:stretch>
                  <a:fillRect/>
                </a:stretch>
              </p:blipFill>
              <p:spPr bwMode="auto">
                <a:xfrm>
                  <a:off x="4571" y="2993"/>
                  <a:ext cx="2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6" name="Picture 1570">
                  <a:extLst>
                    <a:ext uri="{FF2B5EF4-FFF2-40B4-BE49-F238E27FC236}">
                      <a16:creationId xmlns:a16="http://schemas.microsoft.com/office/drawing/2014/main" id="{ADA68BA1-CC37-42A6-B55A-0866A09765B9}"/>
                    </a:ext>
                  </a:extLst>
                </p:cNvPr>
                <p:cNvPicPr>
                  <a:picLocks noChangeAspect="1" noChangeArrowheads="1"/>
                </p:cNvPicPr>
                <p:nvPr/>
              </p:nvPicPr>
              <p:blipFill>
                <a:blip r:embed="rId667">
                  <a:extLst>
                    <a:ext uri="{28A0092B-C50C-407E-A947-70E740481C1C}">
                      <a14:useLocalDpi xmlns:a14="http://schemas.microsoft.com/office/drawing/2010/main" val="0"/>
                    </a:ext>
                  </a:extLst>
                </a:blip>
                <a:srcRect/>
                <a:stretch>
                  <a:fillRect/>
                </a:stretch>
              </p:blipFill>
              <p:spPr bwMode="auto">
                <a:xfrm>
                  <a:off x="4570" y="2994"/>
                  <a:ext cx="2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7" name="Picture 1571">
                  <a:extLst>
                    <a:ext uri="{FF2B5EF4-FFF2-40B4-BE49-F238E27FC236}">
                      <a16:creationId xmlns:a16="http://schemas.microsoft.com/office/drawing/2014/main" id="{3D9BB3B5-1B4A-4505-8FFE-ED7141E5802D}"/>
                    </a:ext>
                  </a:extLst>
                </p:cNvPr>
                <p:cNvPicPr>
                  <a:picLocks noChangeAspect="1" noChangeArrowheads="1"/>
                </p:cNvPicPr>
                <p:nvPr/>
              </p:nvPicPr>
              <p:blipFill>
                <a:blip r:embed="rId668">
                  <a:extLst>
                    <a:ext uri="{28A0092B-C50C-407E-A947-70E740481C1C}">
                      <a14:useLocalDpi xmlns:a14="http://schemas.microsoft.com/office/drawing/2010/main" val="0"/>
                    </a:ext>
                  </a:extLst>
                </a:blip>
                <a:srcRect/>
                <a:stretch>
                  <a:fillRect/>
                </a:stretch>
              </p:blipFill>
              <p:spPr bwMode="auto">
                <a:xfrm>
                  <a:off x="4570" y="2995"/>
                  <a:ext cx="2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8" name="Picture 1572">
                  <a:extLst>
                    <a:ext uri="{FF2B5EF4-FFF2-40B4-BE49-F238E27FC236}">
                      <a16:creationId xmlns:a16="http://schemas.microsoft.com/office/drawing/2014/main" id="{3071291B-18B4-40D0-8527-5E02AD2E9B2A}"/>
                    </a:ext>
                  </a:extLst>
                </p:cNvPr>
                <p:cNvPicPr>
                  <a:picLocks noChangeAspect="1" noChangeArrowheads="1"/>
                </p:cNvPicPr>
                <p:nvPr/>
              </p:nvPicPr>
              <p:blipFill>
                <a:blip r:embed="rId669">
                  <a:extLst>
                    <a:ext uri="{28A0092B-C50C-407E-A947-70E740481C1C}">
                      <a14:useLocalDpi xmlns:a14="http://schemas.microsoft.com/office/drawing/2010/main" val="0"/>
                    </a:ext>
                  </a:extLst>
                </a:blip>
                <a:srcRect/>
                <a:stretch>
                  <a:fillRect/>
                </a:stretch>
              </p:blipFill>
              <p:spPr bwMode="auto">
                <a:xfrm>
                  <a:off x="4569" y="2996"/>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9" name="Picture 1573">
                  <a:extLst>
                    <a:ext uri="{FF2B5EF4-FFF2-40B4-BE49-F238E27FC236}">
                      <a16:creationId xmlns:a16="http://schemas.microsoft.com/office/drawing/2014/main" id="{1621B687-C093-4FEA-AB00-93054FEBC6D5}"/>
                    </a:ext>
                  </a:extLst>
                </p:cNvPr>
                <p:cNvPicPr>
                  <a:picLocks noChangeAspect="1" noChangeArrowheads="1"/>
                </p:cNvPicPr>
                <p:nvPr/>
              </p:nvPicPr>
              <p:blipFill>
                <a:blip r:embed="rId670">
                  <a:extLst>
                    <a:ext uri="{28A0092B-C50C-407E-A947-70E740481C1C}">
                      <a14:useLocalDpi xmlns:a14="http://schemas.microsoft.com/office/drawing/2010/main" val="0"/>
                    </a:ext>
                  </a:extLst>
                </a:blip>
                <a:srcRect/>
                <a:stretch>
                  <a:fillRect/>
                </a:stretch>
              </p:blipFill>
              <p:spPr bwMode="auto">
                <a:xfrm>
                  <a:off x="4569" y="2997"/>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0" name="Picture 1574">
                  <a:extLst>
                    <a:ext uri="{FF2B5EF4-FFF2-40B4-BE49-F238E27FC236}">
                      <a16:creationId xmlns:a16="http://schemas.microsoft.com/office/drawing/2014/main" id="{5C130E6A-6ADB-4A20-A5A0-AA705B712375}"/>
                    </a:ext>
                  </a:extLst>
                </p:cNvPr>
                <p:cNvPicPr>
                  <a:picLocks noChangeAspect="1" noChangeArrowheads="1"/>
                </p:cNvPicPr>
                <p:nvPr/>
              </p:nvPicPr>
              <p:blipFill>
                <a:blip r:embed="rId671">
                  <a:extLst>
                    <a:ext uri="{28A0092B-C50C-407E-A947-70E740481C1C}">
                      <a14:useLocalDpi xmlns:a14="http://schemas.microsoft.com/office/drawing/2010/main" val="0"/>
                    </a:ext>
                  </a:extLst>
                </a:blip>
                <a:srcRect/>
                <a:stretch>
                  <a:fillRect/>
                </a:stretch>
              </p:blipFill>
              <p:spPr bwMode="auto">
                <a:xfrm>
                  <a:off x="4569" y="2998"/>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 name="Picture 1575">
                  <a:extLst>
                    <a:ext uri="{FF2B5EF4-FFF2-40B4-BE49-F238E27FC236}">
                      <a16:creationId xmlns:a16="http://schemas.microsoft.com/office/drawing/2014/main" id="{9D9E3F90-3021-4F5D-843C-C1A2E05749C0}"/>
                    </a:ext>
                  </a:extLst>
                </p:cNvPr>
                <p:cNvPicPr>
                  <a:picLocks noChangeAspect="1" noChangeArrowheads="1"/>
                </p:cNvPicPr>
                <p:nvPr/>
              </p:nvPicPr>
              <p:blipFill>
                <a:blip r:embed="rId672">
                  <a:extLst>
                    <a:ext uri="{28A0092B-C50C-407E-A947-70E740481C1C}">
                      <a14:useLocalDpi xmlns:a14="http://schemas.microsoft.com/office/drawing/2010/main" val="0"/>
                    </a:ext>
                  </a:extLst>
                </a:blip>
                <a:srcRect/>
                <a:stretch>
                  <a:fillRect/>
                </a:stretch>
              </p:blipFill>
              <p:spPr bwMode="auto">
                <a:xfrm>
                  <a:off x="4569" y="2999"/>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2" name="Picture 1576">
                  <a:extLst>
                    <a:ext uri="{FF2B5EF4-FFF2-40B4-BE49-F238E27FC236}">
                      <a16:creationId xmlns:a16="http://schemas.microsoft.com/office/drawing/2014/main" id="{7FA9EE70-278F-4BED-81D3-E1F66F39349C}"/>
                    </a:ext>
                  </a:extLst>
                </p:cNvPr>
                <p:cNvPicPr>
                  <a:picLocks noChangeAspect="1" noChangeArrowheads="1"/>
                </p:cNvPicPr>
                <p:nvPr/>
              </p:nvPicPr>
              <p:blipFill>
                <a:blip r:embed="rId673">
                  <a:extLst>
                    <a:ext uri="{28A0092B-C50C-407E-A947-70E740481C1C}">
                      <a14:useLocalDpi xmlns:a14="http://schemas.microsoft.com/office/drawing/2010/main" val="0"/>
                    </a:ext>
                  </a:extLst>
                </a:blip>
                <a:srcRect/>
                <a:stretch>
                  <a:fillRect/>
                </a:stretch>
              </p:blipFill>
              <p:spPr bwMode="auto">
                <a:xfrm>
                  <a:off x="4569" y="3000"/>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3" name="Picture 1577">
                  <a:extLst>
                    <a:ext uri="{FF2B5EF4-FFF2-40B4-BE49-F238E27FC236}">
                      <a16:creationId xmlns:a16="http://schemas.microsoft.com/office/drawing/2014/main" id="{05D262DE-2D8F-4471-8DF1-4CEB1EA9A49D}"/>
                    </a:ext>
                  </a:extLst>
                </p:cNvPr>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4569" y="3001"/>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4" name="Picture 1578">
                  <a:extLst>
                    <a:ext uri="{FF2B5EF4-FFF2-40B4-BE49-F238E27FC236}">
                      <a16:creationId xmlns:a16="http://schemas.microsoft.com/office/drawing/2014/main" id="{65D03708-7A98-4C88-ABC6-49AC020A3077}"/>
                    </a:ext>
                  </a:extLst>
                </p:cNvPr>
                <p:cNvPicPr>
                  <a:picLocks noChangeAspect="1" noChangeArrowheads="1"/>
                </p:cNvPicPr>
                <p:nvPr/>
              </p:nvPicPr>
              <p:blipFill>
                <a:blip r:embed="rId674">
                  <a:extLst>
                    <a:ext uri="{28A0092B-C50C-407E-A947-70E740481C1C}">
                      <a14:useLocalDpi xmlns:a14="http://schemas.microsoft.com/office/drawing/2010/main" val="0"/>
                    </a:ext>
                  </a:extLst>
                </a:blip>
                <a:srcRect/>
                <a:stretch>
                  <a:fillRect/>
                </a:stretch>
              </p:blipFill>
              <p:spPr bwMode="auto">
                <a:xfrm>
                  <a:off x="4569" y="3002"/>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5" name="Picture 1579">
                  <a:extLst>
                    <a:ext uri="{FF2B5EF4-FFF2-40B4-BE49-F238E27FC236}">
                      <a16:creationId xmlns:a16="http://schemas.microsoft.com/office/drawing/2014/main" id="{21B1B710-2258-4C7C-A38A-0A7D672401B3}"/>
                    </a:ext>
                  </a:extLst>
                </p:cNvPr>
                <p:cNvPicPr>
                  <a:picLocks noChangeAspect="1" noChangeArrowheads="1"/>
                </p:cNvPicPr>
                <p:nvPr/>
              </p:nvPicPr>
              <p:blipFill>
                <a:blip r:embed="rId675">
                  <a:extLst>
                    <a:ext uri="{28A0092B-C50C-407E-A947-70E740481C1C}">
                      <a14:useLocalDpi xmlns:a14="http://schemas.microsoft.com/office/drawing/2010/main" val="0"/>
                    </a:ext>
                  </a:extLst>
                </a:blip>
                <a:srcRect/>
                <a:stretch>
                  <a:fillRect/>
                </a:stretch>
              </p:blipFill>
              <p:spPr bwMode="auto">
                <a:xfrm>
                  <a:off x="4575" y="3003"/>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6" name="Picture 1580">
                  <a:extLst>
                    <a:ext uri="{FF2B5EF4-FFF2-40B4-BE49-F238E27FC236}">
                      <a16:creationId xmlns:a16="http://schemas.microsoft.com/office/drawing/2014/main" id="{4863C035-B4BE-4812-9E60-45ABFA6731FB}"/>
                    </a:ext>
                  </a:extLst>
                </p:cNvPr>
                <p:cNvPicPr>
                  <a:picLocks noChangeAspect="1" noChangeArrowheads="1"/>
                </p:cNvPicPr>
                <p:nvPr/>
              </p:nvPicPr>
              <p:blipFill>
                <a:blip r:embed="rId676">
                  <a:extLst>
                    <a:ext uri="{28A0092B-C50C-407E-A947-70E740481C1C}">
                      <a14:useLocalDpi xmlns:a14="http://schemas.microsoft.com/office/drawing/2010/main" val="0"/>
                    </a:ext>
                  </a:extLst>
                </a:blip>
                <a:srcRect/>
                <a:stretch>
                  <a:fillRect/>
                </a:stretch>
              </p:blipFill>
              <p:spPr bwMode="auto">
                <a:xfrm>
                  <a:off x="4575" y="3004"/>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7" name="Picture 1581">
                  <a:extLst>
                    <a:ext uri="{FF2B5EF4-FFF2-40B4-BE49-F238E27FC236}">
                      <a16:creationId xmlns:a16="http://schemas.microsoft.com/office/drawing/2014/main" id="{3CED5F37-E38B-49D6-80F0-1ED582B09D18}"/>
                    </a:ext>
                  </a:extLst>
                </p:cNvPr>
                <p:cNvPicPr>
                  <a:picLocks noChangeAspect="1" noChangeArrowheads="1"/>
                </p:cNvPicPr>
                <p:nvPr/>
              </p:nvPicPr>
              <p:blipFill>
                <a:blip r:embed="rId677">
                  <a:extLst>
                    <a:ext uri="{28A0092B-C50C-407E-A947-70E740481C1C}">
                      <a14:useLocalDpi xmlns:a14="http://schemas.microsoft.com/office/drawing/2010/main" val="0"/>
                    </a:ext>
                  </a:extLst>
                </a:blip>
                <a:srcRect/>
                <a:stretch>
                  <a:fillRect/>
                </a:stretch>
              </p:blipFill>
              <p:spPr bwMode="auto">
                <a:xfrm>
                  <a:off x="4575" y="3005"/>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8" name="Picture 1582">
                  <a:extLst>
                    <a:ext uri="{FF2B5EF4-FFF2-40B4-BE49-F238E27FC236}">
                      <a16:creationId xmlns:a16="http://schemas.microsoft.com/office/drawing/2014/main" id="{F52C52B7-15A4-4AEE-8CCD-2C3D9472A6BE}"/>
                    </a:ext>
                  </a:extLst>
                </p:cNvPr>
                <p:cNvPicPr>
                  <a:picLocks noChangeAspect="1" noChangeArrowheads="1"/>
                </p:cNvPicPr>
                <p:nvPr/>
              </p:nvPicPr>
              <p:blipFill>
                <a:blip r:embed="rId678">
                  <a:extLst>
                    <a:ext uri="{28A0092B-C50C-407E-A947-70E740481C1C}">
                      <a14:useLocalDpi xmlns:a14="http://schemas.microsoft.com/office/drawing/2010/main" val="0"/>
                    </a:ext>
                  </a:extLst>
                </a:blip>
                <a:srcRect/>
                <a:stretch>
                  <a:fillRect/>
                </a:stretch>
              </p:blipFill>
              <p:spPr bwMode="auto">
                <a:xfrm>
                  <a:off x="4575" y="3006"/>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9" name="Picture 1583">
                  <a:extLst>
                    <a:ext uri="{FF2B5EF4-FFF2-40B4-BE49-F238E27FC236}">
                      <a16:creationId xmlns:a16="http://schemas.microsoft.com/office/drawing/2014/main" id="{4F600704-F9DE-4590-AFC2-443C5C5178A7}"/>
                    </a:ext>
                  </a:extLst>
                </p:cNvPr>
                <p:cNvPicPr>
                  <a:picLocks noChangeAspect="1" noChangeArrowheads="1"/>
                </p:cNvPicPr>
                <p:nvPr/>
              </p:nvPicPr>
              <p:blipFill>
                <a:blip r:embed="rId679">
                  <a:extLst>
                    <a:ext uri="{28A0092B-C50C-407E-A947-70E740481C1C}">
                      <a14:useLocalDpi xmlns:a14="http://schemas.microsoft.com/office/drawing/2010/main" val="0"/>
                    </a:ext>
                  </a:extLst>
                </a:blip>
                <a:srcRect/>
                <a:stretch>
                  <a:fillRect/>
                </a:stretch>
              </p:blipFill>
              <p:spPr bwMode="auto">
                <a:xfrm>
                  <a:off x="4575" y="3007"/>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0" name="Picture 1584">
                  <a:extLst>
                    <a:ext uri="{FF2B5EF4-FFF2-40B4-BE49-F238E27FC236}">
                      <a16:creationId xmlns:a16="http://schemas.microsoft.com/office/drawing/2014/main" id="{96C057D0-71B2-4CD2-8989-0FB77EF2F675}"/>
                    </a:ext>
                  </a:extLst>
                </p:cNvPr>
                <p:cNvPicPr>
                  <a:picLocks noChangeAspect="1" noChangeArrowheads="1"/>
                </p:cNvPicPr>
                <p:nvPr/>
              </p:nvPicPr>
              <p:blipFill>
                <a:blip r:embed="rId680">
                  <a:extLst>
                    <a:ext uri="{28A0092B-C50C-407E-A947-70E740481C1C}">
                      <a14:useLocalDpi xmlns:a14="http://schemas.microsoft.com/office/drawing/2010/main" val="0"/>
                    </a:ext>
                  </a:extLst>
                </a:blip>
                <a:srcRect/>
                <a:stretch>
                  <a:fillRect/>
                </a:stretch>
              </p:blipFill>
              <p:spPr bwMode="auto">
                <a:xfrm>
                  <a:off x="4575" y="3008"/>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1" name="Picture 1585">
                  <a:extLst>
                    <a:ext uri="{FF2B5EF4-FFF2-40B4-BE49-F238E27FC236}">
                      <a16:creationId xmlns:a16="http://schemas.microsoft.com/office/drawing/2014/main" id="{434219B4-25E8-40D9-927E-D61FD6BE7DB6}"/>
                    </a:ext>
                  </a:extLst>
                </p:cNvPr>
                <p:cNvPicPr>
                  <a:picLocks noChangeAspect="1" noChangeArrowheads="1"/>
                </p:cNvPicPr>
                <p:nvPr/>
              </p:nvPicPr>
              <p:blipFill>
                <a:blip r:embed="rId681">
                  <a:extLst>
                    <a:ext uri="{28A0092B-C50C-407E-A947-70E740481C1C}">
                      <a14:useLocalDpi xmlns:a14="http://schemas.microsoft.com/office/drawing/2010/main" val="0"/>
                    </a:ext>
                  </a:extLst>
                </a:blip>
                <a:srcRect/>
                <a:stretch>
                  <a:fillRect/>
                </a:stretch>
              </p:blipFill>
              <p:spPr bwMode="auto">
                <a:xfrm>
                  <a:off x="4575" y="3009"/>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 name="Picture 1586">
                  <a:extLst>
                    <a:ext uri="{FF2B5EF4-FFF2-40B4-BE49-F238E27FC236}">
                      <a16:creationId xmlns:a16="http://schemas.microsoft.com/office/drawing/2014/main" id="{D16CEEE5-7E94-4C93-BD7C-389BE4137D62}"/>
                    </a:ext>
                  </a:extLst>
                </p:cNvPr>
                <p:cNvPicPr>
                  <a:picLocks noChangeAspect="1" noChangeArrowheads="1"/>
                </p:cNvPicPr>
                <p:nvPr/>
              </p:nvPicPr>
              <p:blipFill>
                <a:blip r:embed="rId682">
                  <a:extLst>
                    <a:ext uri="{28A0092B-C50C-407E-A947-70E740481C1C}">
                      <a14:useLocalDpi xmlns:a14="http://schemas.microsoft.com/office/drawing/2010/main" val="0"/>
                    </a:ext>
                  </a:extLst>
                </a:blip>
                <a:srcRect/>
                <a:stretch>
                  <a:fillRect/>
                </a:stretch>
              </p:blipFill>
              <p:spPr bwMode="auto">
                <a:xfrm>
                  <a:off x="4575" y="3009"/>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3" name="Picture 1587">
                  <a:extLst>
                    <a:ext uri="{FF2B5EF4-FFF2-40B4-BE49-F238E27FC236}">
                      <a16:creationId xmlns:a16="http://schemas.microsoft.com/office/drawing/2014/main" id="{47511A14-73C2-4EC9-A439-ED55A82BE268}"/>
                    </a:ext>
                  </a:extLst>
                </p:cNvPr>
                <p:cNvPicPr>
                  <a:picLocks noChangeAspect="1" noChangeArrowheads="1"/>
                </p:cNvPicPr>
                <p:nvPr/>
              </p:nvPicPr>
              <p:blipFill>
                <a:blip r:embed="rId683">
                  <a:extLst>
                    <a:ext uri="{28A0092B-C50C-407E-A947-70E740481C1C}">
                      <a14:useLocalDpi xmlns:a14="http://schemas.microsoft.com/office/drawing/2010/main" val="0"/>
                    </a:ext>
                  </a:extLst>
                </a:blip>
                <a:srcRect/>
                <a:stretch>
                  <a:fillRect/>
                </a:stretch>
              </p:blipFill>
              <p:spPr bwMode="auto">
                <a:xfrm>
                  <a:off x="4575" y="3010"/>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4" name="Picture 1588">
                  <a:extLst>
                    <a:ext uri="{FF2B5EF4-FFF2-40B4-BE49-F238E27FC236}">
                      <a16:creationId xmlns:a16="http://schemas.microsoft.com/office/drawing/2014/main" id="{EC34AC88-20A6-4E7B-BAB0-1FC93539D8B9}"/>
                    </a:ext>
                  </a:extLst>
                </p:cNvPr>
                <p:cNvPicPr>
                  <a:picLocks noChangeAspect="1" noChangeArrowheads="1"/>
                </p:cNvPicPr>
                <p:nvPr/>
              </p:nvPicPr>
              <p:blipFill>
                <a:blip r:embed="rId684">
                  <a:extLst>
                    <a:ext uri="{28A0092B-C50C-407E-A947-70E740481C1C}">
                      <a14:useLocalDpi xmlns:a14="http://schemas.microsoft.com/office/drawing/2010/main" val="0"/>
                    </a:ext>
                  </a:extLst>
                </a:blip>
                <a:srcRect/>
                <a:stretch>
                  <a:fillRect/>
                </a:stretch>
              </p:blipFill>
              <p:spPr bwMode="auto">
                <a:xfrm>
                  <a:off x="4569" y="3011"/>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5" name="Picture 1589">
                  <a:extLst>
                    <a:ext uri="{FF2B5EF4-FFF2-40B4-BE49-F238E27FC236}">
                      <a16:creationId xmlns:a16="http://schemas.microsoft.com/office/drawing/2014/main" id="{8D920D9C-F973-4E0F-B7C7-E0FA2DC8991C}"/>
                    </a:ext>
                  </a:extLst>
                </p:cNvPr>
                <p:cNvPicPr>
                  <a:picLocks noChangeAspect="1" noChangeArrowheads="1"/>
                </p:cNvPicPr>
                <p:nvPr/>
              </p:nvPicPr>
              <p:blipFill>
                <a:blip r:embed="rId685">
                  <a:extLst>
                    <a:ext uri="{28A0092B-C50C-407E-A947-70E740481C1C}">
                      <a14:useLocalDpi xmlns:a14="http://schemas.microsoft.com/office/drawing/2010/main" val="0"/>
                    </a:ext>
                  </a:extLst>
                </a:blip>
                <a:srcRect/>
                <a:stretch>
                  <a:fillRect/>
                </a:stretch>
              </p:blipFill>
              <p:spPr bwMode="auto">
                <a:xfrm>
                  <a:off x="4569" y="3012"/>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6" name="Picture 1590">
                  <a:extLst>
                    <a:ext uri="{FF2B5EF4-FFF2-40B4-BE49-F238E27FC236}">
                      <a16:creationId xmlns:a16="http://schemas.microsoft.com/office/drawing/2014/main" id="{925A6AF0-50D4-487E-AC87-7F395A621CDE}"/>
                    </a:ext>
                  </a:extLst>
                </p:cNvPr>
                <p:cNvPicPr>
                  <a:picLocks noChangeAspect="1" noChangeArrowheads="1"/>
                </p:cNvPicPr>
                <p:nvPr/>
              </p:nvPicPr>
              <p:blipFill>
                <a:blip r:embed="rId686">
                  <a:extLst>
                    <a:ext uri="{28A0092B-C50C-407E-A947-70E740481C1C}">
                      <a14:useLocalDpi xmlns:a14="http://schemas.microsoft.com/office/drawing/2010/main" val="0"/>
                    </a:ext>
                  </a:extLst>
                </a:blip>
                <a:srcRect/>
                <a:stretch>
                  <a:fillRect/>
                </a:stretch>
              </p:blipFill>
              <p:spPr bwMode="auto">
                <a:xfrm>
                  <a:off x="4569" y="3013"/>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7" name="Picture 1591">
                  <a:extLst>
                    <a:ext uri="{FF2B5EF4-FFF2-40B4-BE49-F238E27FC236}">
                      <a16:creationId xmlns:a16="http://schemas.microsoft.com/office/drawing/2014/main" id="{C0FA117A-5466-4A26-A7BC-BB1964779690}"/>
                    </a:ext>
                  </a:extLst>
                </p:cNvPr>
                <p:cNvPicPr>
                  <a:picLocks noChangeAspect="1" noChangeArrowheads="1"/>
                </p:cNvPicPr>
                <p:nvPr/>
              </p:nvPicPr>
              <p:blipFill>
                <a:blip r:embed="rId687">
                  <a:extLst>
                    <a:ext uri="{28A0092B-C50C-407E-A947-70E740481C1C}">
                      <a14:useLocalDpi xmlns:a14="http://schemas.microsoft.com/office/drawing/2010/main" val="0"/>
                    </a:ext>
                  </a:extLst>
                </a:blip>
                <a:srcRect/>
                <a:stretch>
                  <a:fillRect/>
                </a:stretch>
              </p:blipFill>
              <p:spPr bwMode="auto">
                <a:xfrm>
                  <a:off x="4569" y="3014"/>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8" name="Picture 1592">
                  <a:extLst>
                    <a:ext uri="{FF2B5EF4-FFF2-40B4-BE49-F238E27FC236}">
                      <a16:creationId xmlns:a16="http://schemas.microsoft.com/office/drawing/2014/main" id="{578178F8-1411-49F0-B2EE-2C4F72721623}"/>
                    </a:ext>
                  </a:extLst>
                </p:cNvPr>
                <p:cNvPicPr>
                  <a:picLocks noChangeAspect="1" noChangeArrowheads="1"/>
                </p:cNvPicPr>
                <p:nvPr/>
              </p:nvPicPr>
              <p:blipFill>
                <a:blip r:embed="rId688">
                  <a:extLst>
                    <a:ext uri="{28A0092B-C50C-407E-A947-70E740481C1C}">
                      <a14:useLocalDpi xmlns:a14="http://schemas.microsoft.com/office/drawing/2010/main" val="0"/>
                    </a:ext>
                  </a:extLst>
                </a:blip>
                <a:srcRect/>
                <a:stretch>
                  <a:fillRect/>
                </a:stretch>
              </p:blipFill>
              <p:spPr bwMode="auto">
                <a:xfrm>
                  <a:off x="4569" y="3015"/>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9" name="Picture 1593">
                  <a:extLst>
                    <a:ext uri="{FF2B5EF4-FFF2-40B4-BE49-F238E27FC236}">
                      <a16:creationId xmlns:a16="http://schemas.microsoft.com/office/drawing/2014/main" id="{D70BDA2B-3FE1-4E51-AC7A-64EA1673F817}"/>
                    </a:ext>
                  </a:extLst>
                </p:cNvPr>
                <p:cNvPicPr>
                  <a:picLocks noChangeAspect="1" noChangeArrowheads="1"/>
                </p:cNvPicPr>
                <p:nvPr/>
              </p:nvPicPr>
              <p:blipFill>
                <a:blip r:embed="rId689">
                  <a:extLst>
                    <a:ext uri="{28A0092B-C50C-407E-A947-70E740481C1C}">
                      <a14:useLocalDpi xmlns:a14="http://schemas.microsoft.com/office/drawing/2010/main" val="0"/>
                    </a:ext>
                  </a:extLst>
                </a:blip>
                <a:srcRect/>
                <a:stretch>
                  <a:fillRect/>
                </a:stretch>
              </p:blipFill>
              <p:spPr bwMode="auto">
                <a:xfrm>
                  <a:off x="4569" y="3016"/>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0" name="Picture 1594">
                  <a:extLst>
                    <a:ext uri="{FF2B5EF4-FFF2-40B4-BE49-F238E27FC236}">
                      <a16:creationId xmlns:a16="http://schemas.microsoft.com/office/drawing/2014/main" id="{BAAC2ACD-84EA-4812-8410-8621E1B1CED0}"/>
                    </a:ext>
                  </a:extLst>
                </p:cNvPr>
                <p:cNvPicPr>
                  <a:picLocks noChangeAspect="1" noChangeArrowheads="1"/>
                </p:cNvPicPr>
                <p:nvPr/>
              </p:nvPicPr>
              <p:blipFill>
                <a:blip r:embed="rId690">
                  <a:extLst>
                    <a:ext uri="{28A0092B-C50C-407E-A947-70E740481C1C}">
                      <a14:useLocalDpi xmlns:a14="http://schemas.microsoft.com/office/drawing/2010/main" val="0"/>
                    </a:ext>
                  </a:extLst>
                </a:blip>
                <a:srcRect/>
                <a:stretch>
                  <a:fillRect/>
                </a:stretch>
              </p:blipFill>
              <p:spPr bwMode="auto">
                <a:xfrm>
                  <a:off x="4569" y="3017"/>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1" name="Picture 1595">
                  <a:extLst>
                    <a:ext uri="{FF2B5EF4-FFF2-40B4-BE49-F238E27FC236}">
                      <a16:creationId xmlns:a16="http://schemas.microsoft.com/office/drawing/2014/main" id="{510918D0-6D3A-4A35-91DC-9D8CE0CBFAF7}"/>
                    </a:ext>
                  </a:extLst>
                </p:cNvPr>
                <p:cNvPicPr>
                  <a:picLocks noChangeAspect="1" noChangeArrowheads="1"/>
                </p:cNvPicPr>
                <p:nvPr/>
              </p:nvPicPr>
              <p:blipFill>
                <a:blip r:embed="rId100">
                  <a:extLst>
                    <a:ext uri="{28A0092B-C50C-407E-A947-70E740481C1C}">
                      <a14:useLocalDpi xmlns:a14="http://schemas.microsoft.com/office/drawing/2010/main" val="0"/>
                    </a:ext>
                  </a:extLst>
                </a:blip>
                <a:srcRect/>
                <a:stretch>
                  <a:fillRect/>
                </a:stretch>
              </p:blipFill>
              <p:spPr bwMode="auto">
                <a:xfrm>
                  <a:off x="4569" y="3018"/>
                  <a:ext cx="2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 name="Picture 1596">
                  <a:extLst>
                    <a:ext uri="{FF2B5EF4-FFF2-40B4-BE49-F238E27FC236}">
                      <a16:creationId xmlns:a16="http://schemas.microsoft.com/office/drawing/2014/main" id="{8DA9D33E-F899-42E0-9D75-CE90A4C21491}"/>
                    </a:ext>
                  </a:extLst>
                </p:cNvPr>
                <p:cNvPicPr>
                  <a:picLocks noChangeAspect="1" noChangeArrowheads="1"/>
                </p:cNvPicPr>
                <p:nvPr/>
              </p:nvPicPr>
              <p:blipFill>
                <a:blip r:embed="rId101">
                  <a:extLst>
                    <a:ext uri="{28A0092B-C50C-407E-A947-70E740481C1C}">
                      <a14:useLocalDpi xmlns:a14="http://schemas.microsoft.com/office/drawing/2010/main" val="0"/>
                    </a:ext>
                  </a:extLst>
                </a:blip>
                <a:srcRect/>
                <a:stretch>
                  <a:fillRect/>
                </a:stretch>
              </p:blipFill>
              <p:spPr bwMode="auto">
                <a:xfrm>
                  <a:off x="4570" y="3019"/>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3" name="Picture 1597">
                  <a:extLst>
                    <a:ext uri="{FF2B5EF4-FFF2-40B4-BE49-F238E27FC236}">
                      <a16:creationId xmlns:a16="http://schemas.microsoft.com/office/drawing/2014/main" id="{7378E599-14BE-4494-B625-1C55CB1EFB37}"/>
                    </a:ext>
                  </a:extLst>
                </p:cNvPr>
                <p:cNvPicPr>
                  <a:picLocks noChangeAspect="1" noChangeArrowheads="1"/>
                </p:cNvPicPr>
                <p:nvPr/>
              </p:nvPicPr>
              <p:blipFill>
                <a:blip r:embed="rId691">
                  <a:extLst>
                    <a:ext uri="{28A0092B-C50C-407E-A947-70E740481C1C}">
                      <a14:useLocalDpi xmlns:a14="http://schemas.microsoft.com/office/drawing/2010/main" val="0"/>
                    </a:ext>
                  </a:extLst>
                </a:blip>
                <a:srcRect/>
                <a:stretch>
                  <a:fillRect/>
                </a:stretch>
              </p:blipFill>
              <p:spPr bwMode="auto">
                <a:xfrm>
                  <a:off x="4570" y="3020"/>
                  <a:ext cx="2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4" name="Picture 1598">
                  <a:extLst>
                    <a:ext uri="{FF2B5EF4-FFF2-40B4-BE49-F238E27FC236}">
                      <a16:creationId xmlns:a16="http://schemas.microsoft.com/office/drawing/2014/main" id="{2B2A1575-152F-4DA2-97A1-B7063666C375}"/>
                    </a:ext>
                  </a:extLst>
                </p:cNvPr>
                <p:cNvPicPr>
                  <a:picLocks noChangeAspect="1" noChangeArrowheads="1"/>
                </p:cNvPicPr>
                <p:nvPr/>
              </p:nvPicPr>
              <p:blipFill>
                <a:blip r:embed="rId692">
                  <a:extLst>
                    <a:ext uri="{28A0092B-C50C-407E-A947-70E740481C1C}">
                      <a14:useLocalDpi xmlns:a14="http://schemas.microsoft.com/office/drawing/2010/main" val="0"/>
                    </a:ext>
                  </a:extLst>
                </a:blip>
                <a:srcRect/>
                <a:stretch>
                  <a:fillRect/>
                </a:stretch>
              </p:blipFill>
              <p:spPr bwMode="auto">
                <a:xfrm>
                  <a:off x="4571" y="3021"/>
                  <a:ext cx="2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5" name="Picture 1599">
                  <a:extLst>
                    <a:ext uri="{FF2B5EF4-FFF2-40B4-BE49-F238E27FC236}">
                      <a16:creationId xmlns:a16="http://schemas.microsoft.com/office/drawing/2014/main" id="{0F056D87-6863-4710-AEB5-7C461E5944FB}"/>
                    </a:ext>
                  </a:extLst>
                </p:cNvPr>
                <p:cNvPicPr>
                  <a:picLocks noChangeAspect="1" noChangeArrowheads="1"/>
                </p:cNvPicPr>
                <p:nvPr/>
              </p:nvPicPr>
              <p:blipFill>
                <a:blip r:embed="rId693">
                  <a:extLst>
                    <a:ext uri="{28A0092B-C50C-407E-A947-70E740481C1C}">
                      <a14:useLocalDpi xmlns:a14="http://schemas.microsoft.com/office/drawing/2010/main" val="0"/>
                    </a:ext>
                  </a:extLst>
                </a:blip>
                <a:srcRect/>
                <a:stretch>
                  <a:fillRect/>
                </a:stretch>
              </p:blipFill>
              <p:spPr bwMode="auto">
                <a:xfrm>
                  <a:off x="4572" y="3022"/>
                  <a:ext cx="2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6" name="Picture 1600">
                  <a:extLst>
                    <a:ext uri="{FF2B5EF4-FFF2-40B4-BE49-F238E27FC236}">
                      <a16:creationId xmlns:a16="http://schemas.microsoft.com/office/drawing/2014/main" id="{82F6D1A8-2DF0-47A3-AD0A-C26952BCE4D0}"/>
                    </a:ext>
                  </a:extLst>
                </p:cNvPr>
                <p:cNvPicPr>
                  <a:picLocks noChangeAspect="1" noChangeArrowheads="1"/>
                </p:cNvPicPr>
                <p:nvPr/>
              </p:nvPicPr>
              <p:blipFill>
                <a:blip r:embed="rId694">
                  <a:extLst>
                    <a:ext uri="{28A0092B-C50C-407E-A947-70E740481C1C}">
                      <a14:useLocalDpi xmlns:a14="http://schemas.microsoft.com/office/drawing/2010/main" val="0"/>
                    </a:ext>
                  </a:extLst>
                </a:blip>
                <a:srcRect/>
                <a:stretch>
                  <a:fillRect/>
                </a:stretch>
              </p:blipFill>
              <p:spPr bwMode="auto">
                <a:xfrm>
                  <a:off x="4572" y="3023"/>
                  <a:ext cx="2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7" name="Picture 1601">
                  <a:extLst>
                    <a:ext uri="{FF2B5EF4-FFF2-40B4-BE49-F238E27FC236}">
                      <a16:creationId xmlns:a16="http://schemas.microsoft.com/office/drawing/2014/main" id="{39309D01-F3E1-4FAA-AF2B-34FD6392B076}"/>
                    </a:ext>
                  </a:extLst>
                </p:cNvPr>
                <p:cNvPicPr>
                  <a:picLocks noChangeAspect="1" noChangeArrowheads="1"/>
                </p:cNvPicPr>
                <p:nvPr/>
              </p:nvPicPr>
              <p:blipFill>
                <a:blip r:embed="rId695">
                  <a:extLst>
                    <a:ext uri="{28A0092B-C50C-407E-A947-70E740481C1C}">
                      <a14:useLocalDpi xmlns:a14="http://schemas.microsoft.com/office/drawing/2010/main" val="0"/>
                    </a:ext>
                  </a:extLst>
                </a:blip>
                <a:srcRect/>
                <a:stretch>
                  <a:fillRect/>
                </a:stretch>
              </p:blipFill>
              <p:spPr bwMode="auto">
                <a:xfrm>
                  <a:off x="4573" y="3024"/>
                  <a:ext cx="2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8" name="Picture 1602">
                  <a:extLst>
                    <a:ext uri="{FF2B5EF4-FFF2-40B4-BE49-F238E27FC236}">
                      <a16:creationId xmlns:a16="http://schemas.microsoft.com/office/drawing/2014/main" id="{5623E1D5-4697-4796-9590-960BDD5C6D56}"/>
                    </a:ext>
                  </a:extLst>
                </p:cNvPr>
                <p:cNvPicPr>
                  <a:picLocks noChangeAspect="1" noChangeArrowheads="1"/>
                </p:cNvPicPr>
                <p:nvPr/>
              </p:nvPicPr>
              <p:blipFill>
                <a:blip r:embed="rId696">
                  <a:extLst>
                    <a:ext uri="{28A0092B-C50C-407E-A947-70E740481C1C}">
                      <a14:useLocalDpi xmlns:a14="http://schemas.microsoft.com/office/drawing/2010/main" val="0"/>
                    </a:ext>
                  </a:extLst>
                </a:blip>
                <a:srcRect/>
                <a:stretch>
                  <a:fillRect/>
                </a:stretch>
              </p:blipFill>
              <p:spPr bwMode="auto">
                <a:xfrm>
                  <a:off x="4574" y="3025"/>
                  <a:ext cx="2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9" name="Picture 1603">
                  <a:extLst>
                    <a:ext uri="{FF2B5EF4-FFF2-40B4-BE49-F238E27FC236}">
                      <a16:creationId xmlns:a16="http://schemas.microsoft.com/office/drawing/2014/main" id="{376C74EE-1C0D-463E-B0CC-27EDA08421FC}"/>
                    </a:ext>
                  </a:extLst>
                </p:cNvPr>
                <p:cNvPicPr>
                  <a:picLocks noChangeAspect="1" noChangeArrowheads="1"/>
                </p:cNvPicPr>
                <p:nvPr/>
              </p:nvPicPr>
              <p:blipFill>
                <a:blip r:embed="rId697">
                  <a:extLst>
                    <a:ext uri="{28A0092B-C50C-407E-A947-70E740481C1C}">
                      <a14:useLocalDpi xmlns:a14="http://schemas.microsoft.com/office/drawing/2010/main" val="0"/>
                    </a:ext>
                  </a:extLst>
                </a:blip>
                <a:srcRect/>
                <a:stretch>
                  <a:fillRect/>
                </a:stretch>
              </p:blipFill>
              <p:spPr bwMode="auto">
                <a:xfrm>
                  <a:off x="4574" y="3026"/>
                  <a:ext cx="2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0" name="Picture 1604">
                  <a:extLst>
                    <a:ext uri="{FF2B5EF4-FFF2-40B4-BE49-F238E27FC236}">
                      <a16:creationId xmlns:a16="http://schemas.microsoft.com/office/drawing/2014/main" id="{19B2695F-7AE2-4D93-A11B-9B718BAB9CE1}"/>
                    </a:ext>
                  </a:extLst>
                </p:cNvPr>
                <p:cNvPicPr>
                  <a:picLocks noChangeAspect="1" noChangeArrowheads="1"/>
                </p:cNvPicPr>
                <p:nvPr/>
              </p:nvPicPr>
              <p:blipFill>
                <a:blip r:embed="rId698">
                  <a:extLst>
                    <a:ext uri="{28A0092B-C50C-407E-A947-70E740481C1C}">
                      <a14:useLocalDpi xmlns:a14="http://schemas.microsoft.com/office/drawing/2010/main" val="0"/>
                    </a:ext>
                  </a:extLst>
                </a:blip>
                <a:srcRect/>
                <a:stretch>
                  <a:fillRect/>
                </a:stretch>
              </p:blipFill>
              <p:spPr bwMode="auto">
                <a:xfrm>
                  <a:off x="4575" y="3027"/>
                  <a:ext cx="2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1" name="Picture 1605">
                  <a:extLst>
                    <a:ext uri="{FF2B5EF4-FFF2-40B4-BE49-F238E27FC236}">
                      <a16:creationId xmlns:a16="http://schemas.microsoft.com/office/drawing/2014/main" id="{5A00B8CF-D40A-4659-B2CC-D2EB8F59440C}"/>
                    </a:ext>
                  </a:extLst>
                </p:cNvPr>
                <p:cNvPicPr>
                  <a:picLocks noChangeAspect="1" noChangeArrowheads="1"/>
                </p:cNvPicPr>
                <p:nvPr/>
              </p:nvPicPr>
              <p:blipFill>
                <a:blip r:embed="rId699">
                  <a:extLst>
                    <a:ext uri="{28A0092B-C50C-407E-A947-70E740481C1C}">
                      <a14:useLocalDpi xmlns:a14="http://schemas.microsoft.com/office/drawing/2010/main" val="0"/>
                    </a:ext>
                  </a:extLst>
                </a:blip>
                <a:srcRect/>
                <a:stretch>
                  <a:fillRect/>
                </a:stretch>
              </p:blipFill>
              <p:spPr bwMode="auto">
                <a:xfrm>
                  <a:off x="4576" y="3028"/>
                  <a:ext cx="2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 name="Picture 1606">
                  <a:extLst>
                    <a:ext uri="{FF2B5EF4-FFF2-40B4-BE49-F238E27FC236}">
                      <a16:creationId xmlns:a16="http://schemas.microsoft.com/office/drawing/2014/main" id="{6A8D85CE-834F-4986-B9EC-343B424711E7}"/>
                    </a:ext>
                  </a:extLst>
                </p:cNvPr>
                <p:cNvPicPr>
                  <a:picLocks noChangeAspect="1" noChangeArrowheads="1"/>
                </p:cNvPicPr>
                <p:nvPr/>
              </p:nvPicPr>
              <p:blipFill>
                <a:blip r:embed="rId700">
                  <a:extLst>
                    <a:ext uri="{28A0092B-C50C-407E-A947-70E740481C1C}">
                      <a14:useLocalDpi xmlns:a14="http://schemas.microsoft.com/office/drawing/2010/main" val="0"/>
                    </a:ext>
                  </a:extLst>
                </a:blip>
                <a:srcRect/>
                <a:stretch>
                  <a:fillRect/>
                </a:stretch>
              </p:blipFill>
              <p:spPr bwMode="auto">
                <a:xfrm>
                  <a:off x="4577" y="3029"/>
                  <a:ext cx="20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3" name="Picture 1607">
                  <a:extLst>
                    <a:ext uri="{FF2B5EF4-FFF2-40B4-BE49-F238E27FC236}">
                      <a16:creationId xmlns:a16="http://schemas.microsoft.com/office/drawing/2014/main" id="{1340B312-5C6B-4232-B038-4D56EE7CF5C4}"/>
                    </a:ext>
                  </a:extLst>
                </p:cNvPr>
                <p:cNvPicPr>
                  <a:picLocks noChangeAspect="1" noChangeArrowheads="1"/>
                </p:cNvPicPr>
                <p:nvPr/>
              </p:nvPicPr>
              <p:blipFill>
                <a:blip r:embed="rId701">
                  <a:extLst>
                    <a:ext uri="{28A0092B-C50C-407E-A947-70E740481C1C}">
                      <a14:useLocalDpi xmlns:a14="http://schemas.microsoft.com/office/drawing/2010/main" val="0"/>
                    </a:ext>
                  </a:extLst>
                </a:blip>
                <a:srcRect/>
                <a:stretch>
                  <a:fillRect/>
                </a:stretch>
              </p:blipFill>
              <p:spPr bwMode="auto">
                <a:xfrm>
                  <a:off x="4578" y="3030"/>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4" name="Picture 1608">
                  <a:extLst>
                    <a:ext uri="{FF2B5EF4-FFF2-40B4-BE49-F238E27FC236}">
                      <a16:creationId xmlns:a16="http://schemas.microsoft.com/office/drawing/2014/main" id="{B5C122AF-9BA2-4DB5-B3BD-ECDC5DDFAE4B}"/>
                    </a:ext>
                  </a:extLst>
                </p:cNvPr>
                <p:cNvPicPr>
                  <a:picLocks noChangeAspect="1" noChangeArrowheads="1"/>
                </p:cNvPicPr>
                <p:nvPr/>
              </p:nvPicPr>
              <p:blipFill>
                <a:blip r:embed="rId702">
                  <a:extLst>
                    <a:ext uri="{28A0092B-C50C-407E-A947-70E740481C1C}">
                      <a14:useLocalDpi xmlns:a14="http://schemas.microsoft.com/office/drawing/2010/main" val="0"/>
                    </a:ext>
                  </a:extLst>
                </a:blip>
                <a:srcRect/>
                <a:stretch>
                  <a:fillRect/>
                </a:stretch>
              </p:blipFill>
              <p:spPr bwMode="auto">
                <a:xfrm>
                  <a:off x="4578" y="303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5" name="Picture 1609">
                  <a:extLst>
                    <a:ext uri="{FF2B5EF4-FFF2-40B4-BE49-F238E27FC236}">
                      <a16:creationId xmlns:a16="http://schemas.microsoft.com/office/drawing/2014/main" id="{D4D178E0-0124-4222-BD87-7B750CB7F2DB}"/>
                    </a:ext>
                  </a:extLst>
                </p:cNvPr>
                <p:cNvPicPr>
                  <a:picLocks noChangeAspect="1" noChangeArrowheads="1"/>
                </p:cNvPicPr>
                <p:nvPr/>
              </p:nvPicPr>
              <p:blipFill>
                <a:blip r:embed="rId703">
                  <a:extLst>
                    <a:ext uri="{28A0092B-C50C-407E-A947-70E740481C1C}">
                      <a14:useLocalDpi xmlns:a14="http://schemas.microsoft.com/office/drawing/2010/main" val="0"/>
                    </a:ext>
                  </a:extLst>
                </a:blip>
                <a:srcRect/>
                <a:stretch>
                  <a:fillRect/>
                </a:stretch>
              </p:blipFill>
              <p:spPr bwMode="auto">
                <a:xfrm>
                  <a:off x="4578" y="3032"/>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6" name="Picture 1610">
                  <a:extLst>
                    <a:ext uri="{FF2B5EF4-FFF2-40B4-BE49-F238E27FC236}">
                      <a16:creationId xmlns:a16="http://schemas.microsoft.com/office/drawing/2014/main" id="{6527BFD2-2C7F-483B-8674-360A6FA41B42}"/>
                    </a:ext>
                  </a:extLst>
                </p:cNvPr>
                <p:cNvPicPr>
                  <a:picLocks noChangeAspect="1" noChangeArrowheads="1"/>
                </p:cNvPicPr>
                <p:nvPr/>
              </p:nvPicPr>
              <p:blipFill>
                <a:blip r:embed="rId704">
                  <a:extLst>
                    <a:ext uri="{28A0092B-C50C-407E-A947-70E740481C1C}">
                      <a14:useLocalDpi xmlns:a14="http://schemas.microsoft.com/office/drawing/2010/main" val="0"/>
                    </a:ext>
                  </a:extLst>
                </a:blip>
                <a:srcRect/>
                <a:stretch>
                  <a:fillRect/>
                </a:stretch>
              </p:blipFill>
              <p:spPr bwMode="auto">
                <a:xfrm>
                  <a:off x="4578" y="303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7" name="Picture 1611">
                  <a:extLst>
                    <a:ext uri="{FF2B5EF4-FFF2-40B4-BE49-F238E27FC236}">
                      <a16:creationId xmlns:a16="http://schemas.microsoft.com/office/drawing/2014/main" id="{1A62FBC4-66CB-4E05-BD4A-A876351BC95B}"/>
                    </a:ext>
                  </a:extLst>
                </p:cNvPr>
                <p:cNvPicPr>
                  <a:picLocks noChangeAspect="1" noChangeArrowheads="1"/>
                </p:cNvPicPr>
                <p:nvPr/>
              </p:nvPicPr>
              <p:blipFill>
                <a:blip r:embed="rId705">
                  <a:extLst>
                    <a:ext uri="{28A0092B-C50C-407E-A947-70E740481C1C}">
                      <a14:useLocalDpi xmlns:a14="http://schemas.microsoft.com/office/drawing/2010/main" val="0"/>
                    </a:ext>
                  </a:extLst>
                </a:blip>
                <a:srcRect/>
                <a:stretch>
                  <a:fillRect/>
                </a:stretch>
              </p:blipFill>
              <p:spPr bwMode="auto">
                <a:xfrm>
                  <a:off x="4578" y="303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8" name="Picture 1612">
                  <a:extLst>
                    <a:ext uri="{FF2B5EF4-FFF2-40B4-BE49-F238E27FC236}">
                      <a16:creationId xmlns:a16="http://schemas.microsoft.com/office/drawing/2014/main" id="{84A91136-121F-4B13-A7EE-7748E549DC7E}"/>
                    </a:ext>
                  </a:extLst>
                </p:cNvPr>
                <p:cNvPicPr>
                  <a:picLocks noChangeAspect="1" noChangeArrowheads="1"/>
                </p:cNvPicPr>
                <p:nvPr/>
              </p:nvPicPr>
              <p:blipFill>
                <a:blip r:embed="rId706">
                  <a:extLst>
                    <a:ext uri="{28A0092B-C50C-407E-A947-70E740481C1C}">
                      <a14:useLocalDpi xmlns:a14="http://schemas.microsoft.com/office/drawing/2010/main" val="0"/>
                    </a:ext>
                  </a:extLst>
                </a:blip>
                <a:srcRect/>
                <a:stretch>
                  <a:fillRect/>
                </a:stretch>
              </p:blipFill>
              <p:spPr bwMode="auto">
                <a:xfrm>
                  <a:off x="4578" y="303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9" name="Picture 1613">
                  <a:extLst>
                    <a:ext uri="{FF2B5EF4-FFF2-40B4-BE49-F238E27FC236}">
                      <a16:creationId xmlns:a16="http://schemas.microsoft.com/office/drawing/2014/main" id="{34105A59-608F-4BA4-84B0-390382016628}"/>
                    </a:ext>
                  </a:extLst>
                </p:cNvPr>
                <p:cNvPicPr>
                  <a:picLocks noChangeAspect="1" noChangeArrowheads="1"/>
                </p:cNvPicPr>
                <p:nvPr/>
              </p:nvPicPr>
              <p:blipFill>
                <a:blip r:embed="rId707">
                  <a:extLst>
                    <a:ext uri="{28A0092B-C50C-407E-A947-70E740481C1C}">
                      <a14:useLocalDpi xmlns:a14="http://schemas.microsoft.com/office/drawing/2010/main" val="0"/>
                    </a:ext>
                  </a:extLst>
                </a:blip>
                <a:srcRect/>
                <a:stretch>
                  <a:fillRect/>
                </a:stretch>
              </p:blipFill>
              <p:spPr bwMode="auto">
                <a:xfrm>
                  <a:off x="4578" y="3035"/>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0" name="Picture 1614">
                  <a:extLst>
                    <a:ext uri="{FF2B5EF4-FFF2-40B4-BE49-F238E27FC236}">
                      <a16:creationId xmlns:a16="http://schemas.microsoft.com/office/drawing/2014/main" id="{065E8135-AA00-4DD7-A74F-914253F1EB70}"/>
                    </a:ext>
                  </a:extLst>
                </p:cNvPr>
                <p:cNvPicPr>
                  <a:picLocks noChangeAspect="1" noChangeArrowheads="1"/>
                </p:cNvPicPr>
                <p:nvPr/>
              </p:nvPicPr>
              <p:blipFill>
                <a:blip r:embed="rId708">
                  <a:extLst>
                    <a:ext uri="{28A0092B-C50C-407E-A947-70E740481C1C}">
                      <a14:useLocalDpi xmlns:a14="http://schemas.microsoft.com/office/drawing/2010/main" val="0"/>
                    </a:ext>
                  </a:extLst>
                </a:blip>
                <a:srcRect/>
                <a:stretch>
                  <a:fillRect/>
                </a:stretch>
              </p:blipFill>
              <p:spPr bwMode="auto">
                <a:xfrm>
                  <a:off x="4578" y="3036"/>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1" name="Picture 1615">
                  <a:extLst>
                    <a:ext uri="{FF2B5EF4-FFF2-40B4-BE49-F238E27FC236}">
                      <a16:creationId xmlns:a16="http://schemas.microsoft.com/office/drawing/2014/main" id="{F77FC610-5C7A-4BEB-9125-4C89C8F865FC}"/>
                    </a:ext>
                  </a:extLst>
                </p:cNvPr>
                <p:cNvPicPr>
                  <a:picLocks noChangeAspect="1" noChangeArrowheads="1"/>
                </p:cNvPicPr>
                <p:nvPr/>
              </p:nvPicPr>
              <p:blipFill>
                <a:blip r:embed="rId709">
                  <a:extLst>
                    <a:ext uri="{28A0092B-C50C-407E-A947-70E740481C1C}">
                      <a14:useLocalDpi xmlns:a14="http://schemas.microsoft.com/office/drawing/2010/main" val="0"/>
                    </a:ext>
                  </a:extLst>
                </a:blip>
                <a:srcRect/>
                <a:stretch>
                  <a:fillRect/>
                </a:stretch>
              </p:blipFill>
              <p:spPr bwMode="auto">
                <a:xfrm>
                  <a:off x="4578" y="303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 name="Picture 1616">
                  <a:extLst>
                    <a:ext uri="{FF2B5EF4-FFF2-40B4-BE49-F238E27FC236}">
                      <a16:creationId xmlns:a16="http://schemas.microsoft.com/office/drawing/2014/main" id="{85D6559C-EAAD-4350-8D5D-F46370473BF0}"/>
                    </a:ext>
                  </a:extLst>
                </p:cNvPr>
                <p:cNvPicPr>
                  <a:picLocks noChangeAspect="1" noChangeArrowheads="1"/>
                </p:cNvPicPr>
                <p:nvPr/>
              </p:nvPicPr>
              <p:blipFill>
                <a:blip r:embed="rId710">
                  <a:extLst>
                    <a:ext uri="{28A0092B-C50C-407E-A947-70E740481C1C}">
                      <a14:useLocalDpi xmlns:a14="http://schemas.microsoft.com/office/drawing/2010/main" val="0"/>
                    </a:ext>
                  </a:extLst>
                </a:blip>
                <a:srcRect/>
                <a:stretch>
                  <a:fillRect/>
                </a:stretch>
              </p:blipFill>
              <p:spPr bwMode="auto">
                <a:xfrm>
                  <a:off x="4578" y="3038"/>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3" name="Picture 1617">
                  <a:extLst>
                    <a:ext uri="{FF2B5EF4-FFF2-40B4-BE49-F238E27FC236}">
                      <a16:creationId xmlns:a16="http://schemas.microsoft.com/office/drawing/2014/main" id="{0F01ADF6-DDD1-4CE5-9EC9-6665EDC0217A}"/>
                    </a:ext>
                  </a:extLst>
                </p:cNvPr>
                <p:cNvPicPr>
                  <a:picLocks noChangeAspect="1" noChangeArrowheads="1"/>
                </p:cNvPicPr>
                <p:nvPr/>
              </p:nvPicPr>
              <p:blipFill>
                <a:blip r:embed="rId711">
                  <a:extLst>
                    <a:ext uri="{28A0092B-C50C-407E-A947-70E740481C1C}">
                      <a14:useLocalDpi xmlns:a14="http://schemas.microsoft.com/office/drawing/2010/main" val="0"/>
                    </a:ext>
                  </a:extLst>
                </a:blip>
                <a:srcRect/>
                <a:stretch>
                  <a:fillRect/>
                </a:stretch>
              </p:blipFill>
              <p:spPr bwMode="auto">
                <a:xfrm>
                  <a:off x="4578" y="3039"/>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4" name="Picture 1618">
                  <a:extLst>
                    <a:ext uri="{FF2B5EF4-FFF2-40B4-BE49-F238E27FC236}">
                      <a16:creationId xmlns:a16="http://schemas.microsoft.com/office/drawing/2014/main" id="{23F0B6C8-B6A8-443B-80B0-109D7E30A0B6}"/>
                    </a:ext>
                  </a:extLst>
                </p:cNvPr>
                <p:cNvPicPr>
                  <a:picLocks noChangeAspect="1" noChangeArrowheads="1"/>
                </p:cNvPicPr>
                <p:nvPr/>
              </p:nvPicPr>
              <p:blipFill>
                <a:blip r:embed="rId712">
                  <a:extLst>
                    <a:ext uri="{28A0092B-C50C-407E-A947-70E740481C1C}">
                      <a14:useLocalDpi xmlns:a14="http://schemas.microsoft.com/office/drawing/2010/main" val="0"/>
                    </a:ext>
                  </a:extLst>
                </a:blip>
                <a:srcRect/>
                <a:stretch>
                  <a:fillRect/>
                </a:stretch>
              </p:blipFill>
              <p:spPr bwMode="auto">
                <a:xfrm>
                  <a:off x="4578" y="3040"/>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5" name="Picture 1619">
                  <a:extLst>
                    <a:ext uri="{FF2B5EF4-FFF2-40B4-BE49-F238E27FC236}">
                      <a16:creationId xmlns:a16="http://schemas.microsoft.com/office/drawing/2014/main" id="{221C2853-64A0-4825-9BBE-E83E6F3F4B64}"/>
                    </a:ext>
                  </a:extLst>
                </p:cNvPr>
                <p:cNvPicPr>
                  <a:picLocks noChangeAspect="1" noChangeArrowheads="1"/>
                </p:cNvPicPr>
                <p:nvPr/>
              </p:nvPicPr>
              <p:blipFill>
                <a:blip r:embed="rId713">
                  <a:extLst>
                    <a:ext uri="{28A0092B-C50C-407E-A947-70E740481C1C}">
                      <a14:useLocalDpi xmlns:a14="http://schemas.microsoft.com/office/drawing/2010/main" val="0"/>
                    </a:ext>
                  </a:extLst>
                </a:blip>
                <a:srcRect/>
                <a:stretch>
                  <a:fillRect/>
                </a:stretch>
              </p:blipFill>
              <p:spPr bwMode="auto">
                <a:xfrm>
                  <a:off x="4578" y="304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6" name="Picture 1620">
                  <a:extLst>
                    <a:ext uri="{FF2B5EF4-FFF2-40B4-BE49-F238E27FC236}">
                      <a16:creationId xmlns:a16="http://schemas.microsoft.com/office/drawing/2014/main" id="{1E680257-24FE-4B0A-8DC6-8556CF7C58E4}"/>
                    </a:ext>
                  </a:extLst>
                </p:cNvPr>
                <p:cNvPicPr>
                  <a:picLocks noChangeAspect="1" noChangeArrowheads="1"/>
                </p:cNvPicPr>
                <p:nvPr/>
              </p:nvPicPr>
              <p:blipFill>
                <a:blip r:embed="rId714">
                  <a:extLst>
                    <a:ext uri="{28A0092B-C50C-407E-A947-70E740481C1C}">
                      <a14:useLocalDpi xmlns:a14="http://schemas.microsoft.com/office/drawing/2010/main" val="0"/>
                    </a:ext>
                  </a:extLst>
                </a:blip>
                <a:srcRect/>
                <a:stretch>
                  <a:fillRect/>
                </a:stretch>
              </p:blipFill>
              <p:spPr bwMode="auto">
                <a:xfrm>
                  <a:off x="4578" y="3042"/>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7" name="Picture 1621">
                  <a:extLst>
                    <a:ext uri="{FF2B5EF4-FFF2-40B4-BE49-F238E27FC236}">
                      <a16:creationId xmlns:a16="http://schemas.microsoft.com/office/drawing/2014/main" id="{947624F4-7B27-4A22-BCFB-C1A0F03E58C5}"/>
                    </a:ext>
                  </a:extLst>
                </p:cNvPr>
                <p:cNvPicPr>
                  <a:picLocks noChangeAspect="1" noChangeArrowheads="1"/>
                </p:cNvPicPr>
                <p:nvPr/>
              </p:nvPicPr>
              <p:blipFill>
                <a:blip r:embed="rId715">
                  <a:extLst>
                    <a:ext uri="{28A0092B-C50C-407E-A947-70E740481C1C}">
                      <a14:useLocalDpi xmlns:a14="http://schemas.microsoft.com/office/drawing/2010/main" val="0"/>
                    </a:ext>
                  </a:extLst>
                </a:blip>
                <a:srcRect/>
                <a:stretch>
                  <a:fillRect/>
                </a:stretch>
              </p:blipFill>
              <p:spPr bwMode="auto">
                <a:xfrm>
                  <a:off x="4578" y="304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8" name="Picture 1622">
                  <a:extLst>
                    <a:ext uri="{FF2B5EF4-FFF2-40B4-BE49-F238E27FC236}">
                      <a16:creationId xmlns:a16="http://schemas.microsoft.com/office/drawing/2014/main" id="{0497D4A8-91ED-4E1B-B908-9F7268527273}"/>
                    </a:ext>
                  </a:extLst>
                </p:cNvPr>
                <p:cNvPicPr>
                  <a:picLocks noChangeAspect="1" noChangeArrowheads="1"/>
                </p:cNvPicPr>
                <p:nvPr/>
              </p:nvPicPr>
              <p:blipFill>
                <a:blip r:embed="rId716">
                  <a:extLst>
                    <a:ext uri="{28A0092B-C50C-407E-A947-70E740481C1C}">
                      <a14:useLocalDpi xmlns:a14="http://schemas.microsoft.com/office/drawing/2010/main" val="0"/>
                    </a:ext>
                  </a:extLst>
                </a:blip>
                <a:srcRect/>
                <a:stretch>
                  <a:fillRect/>
                </a:stretch>
              </p:blipFill>
              <p:spPr bwMode="auto">
                <a:xfrm>
                  <a:off x="4578" y="304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9" name="Picture 1623">
                  <a:extLst>
                    <a:ext uri="{FF2B5EF4-FFF2-40B4-BE49-F238E27FC236}">
                      <a16:creationId xmlns:a16="http://schemas.microsoft.com/office/drawing/2014/main" id="{940CA516-C4D4-4ADE-8C00-725D56400D57}"/>
                    </a:ext>
                  </a:extLst>
                </p:cNvPr>
                <p:cNvPicPr>
                  <a:picLocks noChangeAspect="1" noChangeArrowheads="1"/>
                </p:cNvPicPr>
                <p:nvPr/>
              </p:nvPicPr>
              <p:blipFill>
                <a:blip r:embed="rId717">
                  <a:extLst>
                    <a:ext uri="{28A0092B-C50C-407E-A947-70E740481C1C}">
                      <a14:useLocalDpi xmlns:a14="http://schemas.microsoft.com/office/drawing/2010/main" val="0"/>
                    </a:ext>
                  </a:extLst>
                </a:blip>
                <a:srcRect/>
                <a:stretch>
                  <a:fillRect/>
                </a:stretch>
              </p:blipFill>
              <p:spPr bwMode="auto">
                <a:xfrm>
                  <a:off x="4578" y="3045"/>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0" name="Picture 1624">
                  <a:extLst>
                    <a:ext uri="{FF2B5EF4-FFF2-40B4-BE49-F238E27FC236}">
                      <a16:creationId xmlns:a16="http://schemas.microsoft.com/office/drawing/2014/main" id="{59496C4C-8A65-4501-8A93-8FFF90CD6F40}"/>
                    </a:ext>
                  </a:extLst>
                </p:cNvPr>
                <p:cNvPicPr>
                  <a:picLocks noChangeAspect="1" noChangeArrowheads="1"/>
                </p:cNvPicPr>
                <p:nvPr/>
              </p:nvPicPr>
              <p:blipFill>
                <a:blip r:embed="rId718">
                  <a:extLst>
                    <a:ext uri="{28A0092B-C50C-407E-A947-70E740481C1C}">
                      <a14:useLocalDpi xmlns:a14="http://schemas.microsoft.com/office/drawing/2010/main" val="0"/>
                    </a:ext>
                  </a:extLst>
                </a:blip>
                <a:srcRect/>
                <a:stretch>
                  <a:fillRect/>
                </a:stretch>
              </p:blipFill>
              <p:spPr bwMode="auto">
                <a:xfrm>
                  <a:off x="4578" y="3046"/>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1" name="Picture 1625">
                  <a:extLst>
                    <a:ext uri="{FF2B5EF4-FFF2-40B4-BE49-F238E27FC236}">
                      <a16:creationId xmlns:a16="http://schemas.microsoft.com/office/drawing/2014/main" id="{458FF4F3-9C69-43F4-AB2E-CDC1FE08BD87}"/>
                    </a:ext>
                  </a:extLst>
                </p:cNvPr>
                <p:cNvPicPr>
                  <a:picLocks noChangeAspect="1" noChangeArrowheads="1"/>
                </p:cNvPicPr>
                <p:nvPr/>
              </p:nvPicPr>
              <p:blipFill>
                <a:blip r:embed="rId719">
                  <a:extLst>
                    <a:ext uri="{28A0092B-C50C-407E-A947-70E740481C1C}">
                      <a14:useLocalDpi xmlns:a14="http://schemas.microsoft.com/office/drawing/2010/main" val="0"/>
                    </a:ext>
                  </a:extLst>
                </a:blip>
                <a:srcRect/>
                <a:stretch>
                  <a:fillRect/>
                </a:stretch>
              </p:blipFill>
              <p:spPr bwMode="auto">
                <a:xfrm>
                  <a:off x="4578" y="304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2" name="Picture 1626">
                  <a:extLst>
                    <a:ext uri="{FF2B5EF4-FFF2-40B4-BE49-F238E27FC236}">
                      <a16:creationId xmlns:a16="http://schemas.microsoft.com/office/drawing/2014/main" id="{7491EE75-266A-42C2-9518-5F8166F5735C}"/>
                    </a:ext>
                  </a:extLst>
                </p:cNvPr>
                <p:cNvPicPr>
                  <a:picLocks noChangeAspect="1" noChangeArrowheads="1"/>
                </p:cNvPicPr>
                <p:nvPr/>
              </p:nvPicPr>
              <p:blipFill>
                <a:blip r:embed="rId720">
                  <a:extLst>
                    <a:ext uri="{28A0092B-C50C-407E-A947-70E740481C1C}">
                      <a14:useLocalDpi xmlns:a14="http://schemas.microsoft.com/office/drawing/2010/main" val="0"/>
                    </a:ext>
                  </a:extLst>
                </a:blip>
                <a:srcRect/>
                <a:stretch>
                  <a:fillRect/>
                </a:stretch>
              </p:blipFill>
              <p:spPr bwMode="auto">
                <a:xfrm>
                  <a:off x="4578" y="3048"/>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 name="Picture 1627">
                  <a:extLst>
                    <a:ext uri="{FF2B5EF4-FFF2-40B4-BE49-F238E27FC236}">
                      <a16:creationId xmlns:a16="http://schemas.microsoft.com/office/drawing/2014/main" id="{3DC907A8-1520-4CCF-9096-D78069A00169}"/>
                    </a:ext>
                  </a:extLst>
                </p:cNvPr>
                <p:cNvPicPr>
                  <a:picLocks noChangeAspect="1" noChangeArrowheads="1"/>
                </p:cNvPicPr>
                <p:nvPr/>
              </p:nvPicPr>
              <p:blipFill>
                <a:blip r:embed="rId721">
                  <a:extLst>
                    <a:ext uri="{28A0092B-C50C-407E-A947-70E740481C1C}">
                      <a14:useLocalDpi xmlns:a14="http://schemas.microsoft.com/office/drawing/2010/main" val="0"/>
                    </a:ext>
                  </a:extLst>
                </a:blip>
                <a:srcRect/>
                <a:stretch>
                  <a:fillRect/>
                </a:stretch>
              </p:blipFill>
              <p:spPr bwMode="auto">
                <a:xfrm>
                  <a:off x="4578" y="3049"/>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4" name="Picture 1628">
                  <a:extLst>
                    <a:ext uri="{FF2B5EF4-FFF2-40B4-BE49-F238E27FC236}">
                      <a16:creationId xmlns:a16="http://schemas.microsoft.com/office/drawing/2014/main" id="{14429484-F0EA-453E-B38C-CBDDA0FEE7F3}"/>
                    </a:ext>
                  </a:extLst>
                </p:cNvPr>
                <p:cNvPicPr>
                  <a:picLocks noChangeAspect="1" noChangeArrowheads="1"/>
                </p:cNvPicPr>
                <p:nvPr/>
              </p:nvPicPr>
              <p:blipFill>
                <a:blip r:embed="rId722">
                  <a:extLst>
                    <a:ext uri="{28A0092B-C50C-407E-A947-70E740481C1C}">
                      <a14:useLocalDpi xmlns:a14="http://schemas.microsoft.com/office/drawing/2010/main" val="0"/>
                    </a:ext>
                  </a:extLst>
                </a:blip>
                <a:srcRect/>
                <a:stretch>
                  <a:fillRect/>
                </a:stretch>
              </p:blipFill>
              <p:spPr bwMode="auto">
                <a:xfrm>
                  <a:off x="4578" y="3050"/>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5" name="Picture 1629">
                  <a:extLst>
                    <a:ext uri="{FF2B5EF4-FFF2-40B4-BE49-F238E27FC236}">
                      <a16:creationId xmlns:a16="http://schemas.microsoft.com/office/drawing/2014/main" id="{49A1FBCA-052B-46FB-90B1-241289D3C415}"/>
                    </a:ext>
                  </a:extLst>
                </p:cNvPr>
                <p:cNvPicPr>
                  <a:picLocks noChangeAspect="1" noChangeArrowheads="1"/>
                </p:cNvPicPr>
                <p:nvPr/>
              </p:nvPicPr>
              <p:blipFill>
                <a:blip r:embed="rId723">
                  <a:extLst>
                    <a:ext uri="{28A0092B-C50C-407E-A947-70E740481C1C}">
                      <a14:useLocalDpi xmlns:a14="http://schemas.microsoft.com/office/drawing/2010/main" val="0"/>
                    </a:ext>
                  </a:extLst>
                </a:blip>
                <a:srcRect/>
                <a:stretch>
                  <a:fillRect/>
                </a:stretch>
              </p:blipFill>
              <p:spPr bwMode="auto">
                <a:xfrm>
                  <a:off x="4578" y="305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6" name="Picture 1630">
                  <a:extLst>
                    <a:ext uri="{FF2B5EF4-FFF2-40B4-BE49-F238E27FC236}">
                      <a16:creationId xmlns:a16="http://schemas.microsoft.com/office/drawing/2014/main" id="{EBE5D14F-9492-44A9-A0CE-0C79DA12C98F}"/>
                    </a:ext>
                  </a:extLst>
                </p:cNvPr>
                <p:cNvPicPr>
                  <a:picLocks noChangeAspect="1" noChangeArrowheads="1"/>
                </p:cNvPicPr>
                <p:nvPr/>
              </p:nvPicPr>
              <p:blipFill>
                <a:blip r:embed="rId724">
                  <a:extLst>
                    <a:ext uri="{28A0092B-C50C-407E-A947-70E740481C1C}">
                      <a14:useLocalDpi xmlns:a14="http://schemas.microsoft.com/office/drawing/2010/main" val="0"/>
                    </a:ext>
                  </a:extLst>
                </a:blip>
                <a:srcRect/>
                <a:stretch>
                  <a:fillRect/>
                </a:stretch>
              </p:blipFill>
              <p:spPr bwMode="auto">
                <a:xfrm>
                  <a:off x="4578" y="3052"/>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7" name="Picture 1631">
                  <a:extLst>
                    <a:ext uri="{FF2B5EF4-FFF2-40B4-BE49-F238E27FC236}">
                      <a16:creationId xmlns:a16="http://schemas.microsoft.com/office/drawing/2014/main" id="{ED39CA6F-A7F0-4280-80AF-D53A9B231A77}"/>
                    </a:ext>
                  </a:extLst>
                </p:cNvPr>
                <p:cNvPicPr>
                  <a:picLocks noChangeAspect="1" noChangeArrowheads="1"/>
                </p:cNvPicPr>
                <p:nvPr/>
              </p:nvPicPr>
              <p:blipFill>
                <a:blip r:embed="rId725">
                  <a:extLst>
                    <a:ext uri="{28A0092B-C50C-407E-A947-70E740481C1C}">
                      <a14:useLocalDpi xmlns:a14="http://schemas.microsoft.com/office/drawing/2010/main" val="0"/>
                    </a:ext>
                  </a:extLst>
                </a:blip>
                <a:srcRect/>
                <a:stretch>
                  <a:fillRect/>
                </a:stretch>
              </p:blipFill>
              <p:spPr bwMode="auto">
                <a:xfrm>
                  <a:off x="4578" y="305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8" name="Picture 1632">
                  <a:extLst>
                    <a:ext uri="{FF2B5EF4-FFF2-40B4-BE49-F238E27FC236}">
                      <a16:creationId xmlns:a16="http://schemas.microsoft.com/office/drawing/2014/main" id="{A8D2498A-C5EA-424C-ACED-0CA417879506}"/>
                    </a:ext>
                  </a:extLst>
                </p:cNvPr>
                <p:cNvPicPr>
                  <a:picLocks noChangeAspect="1" noChangeArrowheads="1"/>
                </p:cNvPicPr>
                <p:nvPr/>
              </p:nvPicPr>
              <p:blipFill>
                <a:blip r:embed="rId726">
                  <a:extLst>
                    <a:ext uri="{28A0092B-C50C-407E-A947-70E740481C1C}">
                      <a14:useLocalDpi xmlns:a14="http://schemas.microsoft.com/office/drawing/2010/main" val="0"/>
                    </a:ext>
                  </a:extLst>
                </a:blip>
                <a:srcRect/>
                <a:stretch>
                  <a:fillRect/>
                </a:stretch>
              </p:blipFill>
              <p:spPr bwMode="auto">
                <a:xfrm>
                  <a:off x="4578" y="305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9" name="Picture 1633">
                  <a:extLst>
                    <a:ext uri="{FF2B5EF4-FFF2-40B4-BE49-F238E27FC236}">
                      <a16:creationId xmlns:a16="http://schemas.microsoft.com/office/drawing/2014/main" id="{38B3FBA6-665E-41DA-8717-6425F36022CD}"/>
                    </a:ext>
                  </a:extLst>
                </p:cNvPr>
                <p:cNvPicPr>
                  <a:picLocks noChangeAspect="1" noChangeArrowheads="1"/>
                </p:cNvPicPr>
                <p:nvPr/>
              </p:nvPicPr>
              <p:blipFill>
                <a:blip r:embed="rId727">
                  <a:extLst>
                    <a:ext uri="{28A0092B-C50C-407E-A947-70E740481C1C}">
                      <a14:useLocalDpi xmlns:a14="http://schemas.microsoft.com/office/drawing/2010/main" val="0"/>
                    </a:ext>
                  </a:extLst>
                </a:blip>
                <a:srcRect/>
                <a:stretch>
                  <a:fillRect/>
                </a:stretch>
              </p:blipFill>
              <p:spPr bwMode="auto">
                <a:xfrm>
                  <a:off x="4578" y="3055"/>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0" name="Picture 1634">
                  <a:extLst>
                    <a:ext uri="{FF2B5EF4-FFF2-40B4-BE49-F238E27FC236}">
                      <a16:creationId xmlns:a16="http://schemas.microsoft.com/office/drawing/2014/main" id="{880D12FD-FC4E-44C3-9157-7F6520CC42DE}"/>
                    </a:ext>
                  </a:extLst>
                </p:cNvPr>
                <p:cNvPicPr>
                  <a:picLocks noChangeAspect="1" noChangeArrowheads="1"/>
                </p:cNvPicPr>
                <p:nvPr/>
              </p:nvPicPr>
              <p:blipFill>
                <a:blip r:embed="rId728">
                  <a:extLst>
                    <a:ext uri="{28A0092B-C50C-407E-A947-70E740481C1C}">
                      <a14:useLocalDpi xmlns:a14="http://schemas.microsoft.com/office/drawing/2010/main" val="0"/>
                    </a:ext>
                  </a:extLst>
                </a:blip>
                <a:srcRect/>
                <a:stretch>
                  <a:fillRect/>
                </a:stretch>
              </p:blipFill>
              <p:spPr bwMode="auto">
                <a:xfrm>
                  <a:off x="4578" y="3056"/>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1" name="Picture 1635">
                  <a:extLst>
                    <a:ext uri="{FF2B5EF4-FFF2-40B4-BE49-F238E27FC236}">
                      <a16:creationId xmlns:a16="http://schemas.microsoft.com/office/drawing/2014/main" id="{178B8D79-E082-4B97-B8F2-148FFBF2AB24}"/>
                    </a:ext>
                  </a:extLst>
                </p:cNvPr>
                <p:cNvPicPr>
                  <a:picLocks noChangeAspect="1" noChangeArrowheads="1"/>
                </p:cNvPicPr>
                <p:nvPr/>
              </p:nvPicPr>
              <p:blipFill>
                <a:blip r:embed="rId729">
                  <a:extLst>
                    <a:ext uri="{28A0092B-C50C-407E-A947-70E740481C1C}">
                      <a14:useLocalDpi xmlns:a14="http://schemas.microsoft.com/office/drawing/2010/main" val="0"/>
                    </a:ext>
                  </a:extLst>
                </a:blip>
                <a:srcRect/>
                <a:stretch>
                  <a:fillRect/>
                </a:stretch>
              </p:blipFill>
              <p:spPr bwMode="auto">
                <a:xfrm>
                  <a:off x="4578" y="305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2" name="Picture 1636">
                  <a:extLst>
                    <a:ext uri="{FF2B5EF4-FFF2-40B4-BE49-F238E27FC236}">
                      <a16:creationId xmlns:a16="http://schemas.microsoft.com/office/drawing/2014/main" id="{88819D07-F518-4077-89FA-DBA3B97DBF4D}"/>
                    </a:ext>
                  </a:extLst>
                </p:cNvPr>
                <p:cNvPicPr>
                  <a:picLocks noChangeAspect="1" noChangeArrowheads="1"/>
                </p:cNvPicPr>
                <p:nvPr/>
              </p:nvPicPr>
              <p:blipFill>
                <a:blip r:embed="rId730">
                  <a:extLst>
                    <a:ext uri="{28A0092B-C50C-407E-A947-70E740481C1C}">
                      <a14:useLocalDpi xmlns:a14="http://schemas.microsoft.com/office/drawing/2010/main" val="0"/>
                    </a:ext>
                  </a:extLst>
                </a:blip>
                <a:srcRect/>
                <a:stretch>
                  <a:fillRect/>
                </a:stretch>
              </p:blipFill>
              <p:spPr bwMode="auto">
                <a:xfrm>
                  <a:off x="4578" y="305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 name="Picture 1637">
                  <a:extLst>
                    <a:ext uri="{FF2B5EF4-FFF2-40B4-BE49-F238E27FC236}">
                      <a16:creationId xmlns:a16="http://schemas.microsoft.com/office/drawing/2014/main" id="{142C6E2B-5474-458B-9D89-CC55BCAF0C22}"/>
                    </a:ext>
                  </a:extLst>
                </p:cNvPr>
                <p:cNvPicPr>
                  <a:picLocks noChangeAspect="1" noChangeArrowheads="1"/>
                </p:cNvPicPr>
                <p:nvPr/>
              </p:nvPicPr>
              <p:blipFill>
                <a:blip r:embed="rId731">
                  <a:extLst>
                    <a:ext uri="{28A0092B-C50C-407E-A947-70E740481C1C}">
                      <a14:useLocalDpi xmlns:a14="http://schemas.microsoft.com/office/drawing/2010/main" val="0"/>
                    </a:ext>
                  </a:extLst>
                </a:blip>
                <a:srcRect/>
                <a:stretch>
                  <a:fillRect/>
                </a:stretch>
              </p:blipFill>
              <p:spPr bwMode="auto">
                <a:xfrm>
                  <a:off x="4578" y="3058"/>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4" name="Picture 1638">
                  <a:extLst>
                    <a:ext uri="{FF2B5EF4-FFF2-40B4-BE49-F238E27FC236}">
                      <a16:creationId xmlns:a16="http://schemas.microsoft.com/office/drawing/2014/main" id="{02335C67-5BCB-46CD-A8AA-20959DFFB90E}"/>
                    </a:ext>
                  </a:extLst>
                </p:cNvPr>
                <p:cNvPicPr>
                  <a:picLocks noChangeAspect="1" noChangeArrowheads="1"/>
                </p:cNvPicPr>
                <p:nvPr/>
              </p:nvPicPr>
              <p:blipFill>
                <a:blip r:embed="rId732">
                  <a:extLst>
                    <a:ext uri="{28A0092B-C50C-407E-A947-70E740481C1C}">
                      <a14:useLocalDpi xmlns:a14="http://schemas.microsoft.com/office/drawing/2010/main" val="0"/>
                    </a:ext>
                  </a:extLst>
                </a:blip>
                <a:srcRect/>
                <a:stretch>
                  <a:fillRect/>
                </a:stretch>
              </p:blipFill>
              <p:spPr bwMode="auto">
                <a:xfrm>
                  <a:off x="4578" y="3059"/>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5" name="Picture 1639">
                  <a:extLst>
                    <a:ext uri="{FF2B5EF4-FFF2-40B4-BE49-F238E27FC236}">
                      <a16:creationId xmlns:a16="http://schemas.microsoft.com/office/drawing/2014/main" id="{1EF56740-FE14-40C5-9CDB-0E75BD076A37}"/>
                    </a:ext>
                  </a:extLst>
                </p:cNvPr>
                <p:cNvPicPr>
                  <a:picLocks noChangeAspect="1" noChangeArrowheads="1"/>
                </p:cNvPicPr>
                <p:nvPr/>
              </p:nvPicPr>
              <p:blipFill>
                <a:blip r:embed="rId733">
                  <a:extLst>
                    <a:ext uri="{28A0092B-C50C-407E-A947-70E740481C1C}">
                      <a14:useLocalDpi xmlns:a14="http://schemas.microsoft.com/office/drawing/2010/main" val="0"/>
                    </a:ext>
                  </a:extLst>
                </a:blip>
                <a:srcRect/>
                <a:stretch>
                  <a:fillRect/>
                </a:stretch>
              </p:blipFill>
              <p:spPr bwMode="auto">
                <a:xfrm>
                  <a:off x="4578" y="3060"/>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6" name="Picture 1640">
                  <a:extLst>
                    <a:ext uri="{FF2B5EF4-FFF2-40B4-BE49-F238E27FC236}">
                      <a16:creationId xmlns:a16="http://schemas.microsoft.com/office/drawing/2014/main" id="{F4091823-349A-414A-804A-B7AE906ED09E}"/>
                    </a:ext>
                  </a:extLst>
                </p:cNvPr>
                <p:cNvPicPr>
                  <a:picLocks noChangeAspect="1" noChangeArrowheads="1"/>
                </p:cNvPicPr>
                <p:nvPr/>
              </p:nvPicPr>
              <p:blipFill>
                <a:blip r:embed="rId734">
                  <a:extLst>
                    <a:ext uri="{28A0092B-C50C-407E-A947-70E740481C1C}">
                      <a14:useLocalDpi xmlns:a14="http://schemas.microsoft.com/office/drawing/2010/main" val="0"/>
                    </a:ext>
                  </a:extLst>
                </a:blip>
                <a:srcRect/>
                <a:stretch>
                  <a:fillRect/>
                </a:stretch>
              </p:blipFill>
              <p:spPr bwMode="auto">
                <a:xfrm>
                  <a:off x="4578" y="306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7" name="Picture 1641">
                  <a:extLst>
                    <a:ext uri="{FF2B5EF4-FFF2-40B4-BE49-F238E27FC236}">
                      <a16:creationId xmlns:a16="http://schemas.microsoft.com/office/drawing/2014/main" id="{C6BDBEBF-883B-444A-87EF-252A44DAD358}"/>
                    </a:ext>
                  </a:extLst>
                </p:cNvPr>
                <p:cNvPicPr>
                  <a:picLocks noChangeAspect="1" noChangeArrowheads="1"/>
                </p:cNvPicPr>
                <p:nvPr/>
              </p:nvPicPr>
              <p:blipFill>
                <a:blip r:embed="rId735">
                  <a:extLst>
                    <a:ext uri="{28A0092B-C50C-407E-A947-70E740481C1C}">
                      <a14:useLocalDpi xmlns:a14="http://schemas.microsoft.com/office/drawing/2010/main" val="0"/>
                    </a:ext>
                  </a:extLst>
                </a:blip>
                <a:srcRect/>
                <a:stretch>
                  <a:fillRect/>
                </a:stretch>
              </p:blipFill>
              <p:spPr bwMode="auto">
                <a:xfrm>
                  <a:off x="4578" y="3062"/>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8" name="Picture 1642">
                  <a:extLst>
                    <a:ext uri="{FF2B5EF4-FFF2-40B4-BE49-F238E27FC236}">
                      <a16:creationId xmlns:a16="http://schemas.microsoft.com/office/drawing/2014/main" id="{6264BB89-97C0-4394-8EF9-E1D54E4B6469}"/>
                    </a:ext>
                  </a:extLst>
                </p:cNvPr>
                <p:cNvPicPr>
                  <a:picLocks noChangeAspect="1" noChangeArrowheads="1"/>
                </p:cNvPicPr>
                <p:nvPr/>
              </p:nvPicPr>
              <p:blipFill>
                <a:blip r:embed="rId736">
                  <a:extLst>
                    <a:ext uri="{28A0092B-C50C-407E-A947-70E740481C1C}">
                      <a14:useLocalDpi xmlns:a14="http://schemas.microsoft.com/office/drawing/2010/main" val="0"/>
                    </a:ext>
                  </a:extLst>
                </a:blip>
                <a:srcRect/>
                <a:stretch>
                  <a:fillRect/>
                </a:stretch>
              </p:blipFill>
              <p:spPr bwMode="auto">
                <a:xfrm>
                  <a:off x="4578" y="306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9" name="Picture 1643">
                  <a:extLst>
                    <a:ext uri="{FF2B5EF4-FFF2-40B4-BE49-F238E27FC236}">
                      <a16:creationId xmlns:a16="http://schemas.microsoft.com/office/drawing/2014/main" id="{0971EAB3-AB88-4EC0-8A54-D3F322B4D490}"/>
                    </a:ext>
                  </a:extLst>
                </p:cNvPr>
                <p:cNvPicPr>
                  <a:picLocks noChangeAspect="1" noChangeArrowheads="1"/>
                </p:cNvPicPr>
                <p:nvPr/>
              </p:nvPicPr>
              <p:blipFill>
                <a:blip r:embed="rId737">
                  <a:extLst>
                    <a:ext uri="{28A0092B-C50C-407E-A947-70E740481C1C}">
                      <a14:useLocalDpi xmlns:a14="http://schemas.microsoft.com/office/drawing/2010/main" val="0"/>
                    </a:ext>
                  </a:extLst>
                </a:blip>
                <a:srcRect/>
                <a:stretch>
                  <a:fillRect/>
                </a:stretch>
              </p:blipFill>
              <p:spPr bwMode="auto">
                <a:xfrm>
                  <a:off x="4578" y="306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0" name="Picture 1644">
                  <a:extLst>
                    <a:ext uri="{FF2B5EF4-FFF2-40B4-BE49-F238E27FC236}">
                      <a16:creationId xmlns:a16="http://schemas.microsoft.com/office/drawing/2014/main" id="{622ECF97-B041-4AC7-AD82-97B4BB21F4A4}"/>
                    </a:ext>
                  </a:extLst>
                </p:cNvPr>
                <p:cNvPicPr>
                  <a:picLocks noChangeAspect="1" noChangeArrowheads="1"/>
                </p:cNvPicPr>
                <p:nvPr/>
              </p:nvPicPr>
              <p:blipFill>
                <a:blip r:embed="rId738">
                  <a:extLst>
                    <a:ext uri="{28A0092B-C50C-407E-A947-70E740481C1C}">
                      <a14:useLocalDpi xmlns:a14="http://schemas.microsoft.com/office/drawing/2010/main" val="0"/>
                    </a:ext>
                  </a:extLst>
                </a:blip>
                <a:srcRect/>
                <a:stretch>
                  <a:fillRect/>
                </a:stretch>
              </p:blipFill>
              <p:spPr bwMode="auto">
                <a:xfrm>
                  <a:off x="4578" y="3065"/>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1" name="Picture 1645">
                  <a:extLst>
                    <a:ext uri="{FF2B5EF4-FFF2-40B4-BE49-F238E27FC236}">
                      <a16:creationId xmlns:a16="http://schemas.microsoft.com/office/drawing/2014/main" id="{BD06EC0E-B72E-4CE6-B624-F933D122A063}"/>
                    </a:ext>
                  </a:extLst>
                </p:cNvPr>
                <p:cNvPicPr>
                  <a:picLocks noChangeAspect="1" noChangeArrowheads="1"/>
                </p:cNvPicPr>
                <p:nvPr/>
              </p:nvPicPr>
              <p:blipFill>
                <a:blip r:embed="rId739">
                  <a:extLst>
                    <a:ext uri="{28A0092B-C50C-407E-A947-70E740481C1C}">
                      <a14:useLocalDpi xmlns:a14="http://schemas.microsoft.com/office/drawing/2010/main" val="0"/>
                    </a:ext>
                  </a:extLst>
                </a:blip>
                <a:srcRect/>
                <a:stretch>
                  <a:fillRect/>
                </a:stretch>
              </p:blipFill>
              <p:spPr bwMode="auto">
                <a:xfrm>
                  <a:off x="4578" y="3066"/>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2" name="Picture 1646">
                  <a:extLst>
                    <a:ext uri="{FF2B5EF4-FFF2-40B4-BE49-F238E27FC236}">
                      <a16:creationId xmlns:a16="http://schemas.microsoft.com/office/drawing/2014/main" id="{A14F1636-F781-4C57-A6A5-B3E94B1F51FD}"/>
                    </a:ext>
                  </a:extLst>
                </p:cNvPr>
                <p:cNvPicPr>
                  <a:picLocks noChangeAspect="1" noChangeArrowheads="1"/>
                </p:cNvPicPr>
                <p:nvPr/>
              </p:nvPicPr>
              <p:blipFill>
                <a:blip r:embed="rId740">
                  <a:extLst>
                    <a:ext uri="{28A0092B-C50C-407E-A947-70E740481C1C}">
                      <a14:useLocalDpi xmlns:a14="http://schemas.microsoft.com/office/drawing/2010/main" val="0"/>
                    </a:ext>
                  </a:extLst>
                </a:blip>
                <a:srcRect/>
                <a:stretch>
                  <a:fillRect/>
                </a:stretch>
              </p:blipFill>
              <p:spPr bwMode="auto">
                <a:xfrm>
                  <a:off x="4578" y="306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 name="Picture 1647">
                  <a:extLst>
                    <a:ext uri="{FF2B5EF4-FFF2-40B4-BE49-F238E27FC236}">
                      <a16:creationId xmlns:a16="http://schemas.microsoft.com/office/drawing/2014/main" id="{C5855599-42EE-4795-A117-AE420ADDC9FD}"/>
                    </a:ext>
                  </a:extLst>
                </p:cNvPr>
                <p:cNvPicPr>
                  <a:picLocks noChangeAspect="1" noChangeArrowheads="1"/>
                </p:cNvPicPr>
                <p:nvPr/>
              </p:nvPicPr>
              <p:blipFill>
                <a:blip r:embed="rId741">
                  <a:extLst>
                    <a:ext uri="{28A0092B-C50C-407E-A947-70E740481C1C}">
                      <a14:useLocalDpi xmlns:a14="http://schemas.microsoft.com/office/drawing/2010/main" val="0"/>
                    </a:ext>
                  </a:extLst>
                </a:blip>
                <a:srcRect/>
                <a:stretch>
                  <a:fillRect/>
                </a:stretch>
              </p:blipFill>
              <p:spPr bwMode="auto">
                <a:xfrm>
                  <a:off x="4578" y="3068"/>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4" name="Picture 1648">
                  <a:extLst>
                    <a:ext uri="{FF2B5EF4-FFF2-40B4-BE49-F238E27FC236}">
                      <a16:creationId xmlns:a16="http://schemas.microsoft.com/office/drawing/2014/main" id="{28C26518-ECB0-4739-B431-0F8B48051513}"/>
                    </a:ext>
                  </a:extLst>
                </p:cNvPr>
                <p:cNvPicPr>
                  <a:picLocks noChangeAspect="1" noChangeArrowheads="1"/>
                </p:cNvPicPr>
                <p:nvPr/>
              </p:nvPicPr>
              <p:blipFill>
                <a:blip r:embed="rId742">
                  <a:extLst>
                    <a:ext uri="{28A0092B-C50C-407E-A947-70E740481C1C}">
                      <a14:useLocalDpi xmlns:a14="http://schemas.microsoft.com/office/drawing/2010/main" val="0"/>
                    </a:ext>
                  </a:extLst>
                </a:blip>
                <a:srcRect/>
                <a:stretch>
                  <a:fillRect/>
                </a:stretch>
              </p:blipFill>
              <p:spPr bwMode="auto">
                <a:xfrm>
                  <a:off x="4578" y="3069"/>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5" name="Picture 1649">
                  <a:extLst>
                    <a:ext uri="{FF2B5EF4-FFF2-40B4-BE49-F238E27FC236}">
                      <a16:creationId xmlns:a16="http://schemas.microsoft.com/office/drawing/2014/main" id="{4BB8D17E-BF30-4C5C-82EF-E8EA0BE87DF3}"/>
                    </a:ext>
                  </a:extLst>
                </p:cNvPr>
                <p:cNvPicPr>
                  <a:picLocks noChangeAspect="1" noChangeArrowheads="1"/>
                </p:cNvPicPr>
                <p:nvPr/>
              </p:nvPicPr>
              <p:blipFill>
                <a:blip r:embed="rId743">
                  <a:extLst>
                    <a:ext uri="{28A0092B-C50C-407E-A947-70E740481C1C}">
                      <a14:useLocalDpi xmlns:a14="http://schemas.microsoft.com/office/drawing/2010/main" val="0"/>
                    </a:ext>
                  </a:extLst>
                </a:blip>
                <a:srcRect/>
                <a:stretch>
                  <a:fillRect/>
                </a:stretch>
              </p:blipFill>
              <p:spPr bwMode="auto">
                <a:xfrm>
                  <a:off x="4578" y="3070"/>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6" name="Picture 1650">
                  <a:extLst>
                    <a:ext uri="{FF2B5EF4-FFF2-40B4-BE49-F238E27FC236}">
                      <a16:creationId xmlns:a16="http://schemas.microsoft.com/office/drawing/2014/main" id="{DA25B8E8-DC0C-4C97-B481-D0059E5A82C4}"/>
                    </a:ext>
                  </a:extLst>
                </p:cNvPr>
                <p:cNvPicPr>
                  <a:picLocks noChangeAspect="1" noChangeArrowheads="1"/>
                </p:cNvPicPr>
                <p:nvPr/>
              </p:nvPicPr>
              <p:blipFill>
                <a:blip r:embed="rId744">
                  <a:extLst>
                    <a:ext uri="{28A0092B-C50C-407E-A947-70E740481C1C}">
                      <a14:useLocalDpi xmlns:a14="http://schemas.microsoft.com/office/drawing/2010/main" val="0"/>
                    </a:ext>
                  </a:extLst>
                </a:blip>
                <a:srcRect/>
                <a:stretch>
                  <a:fillRect/>
                </a:stretch>
              </p:blipFill>
              <p:spPr bwMode="auto">
                <a:xfrm>
                  <a:off x="4578" y="3071"/>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7" name="Picture 1651">
                  <a:extLst>
                    <a:ext uri="{FF2B5EF4-FFF2-40B4-BE49-F238E27FC236}">
                      <a16:creationId xmlns:a16="http://schemas.microsoft.com/office/drawing/2014/main" id="{D25E6D73-692F-47FD-9D5F-088203E54C30}"/>
                    </a:ext>
                  </a:extLst>
                </p:cNvPr>
                <p:cNvPicPr>
                  <a:picLocks noChangeAspect="1" noChangeArrowheads="1"/>
                </p:cNvPicPr>
                <p:nvPr/>
              </p:nvPicPr>
              <p:blipFill>
                <a:blip r:embed="rId745">
                  <a:extLst>
                    <a:ext uri="{28A0092B-C50C-407E-A947-70E740481C1C}">
                      <a14:useLocalDpi xmlns:a14="http://schemas.microsoft.com/office/drawing/2010/main" val="0"/>
                    </a:ext>
                  </a:extLst>
                </a:blip>
                <a:srcRect/>
                <a:stretch>
                  <a:fillRect/>
                </a:stretch>
              </p:blipFill>
              <p:spPr bwMode="auto">
                <a:xfrm>
                  <a:off x="4578" y="3072"/>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8" name="Picture 1652">
                  <a:extLst>
                    <a:ext uri="{FF2B5EF4-FFF2-40B4-BE49-F238E27FC236}">
                      <a16:creationId xmlns:a16="http://schemas.microsoft.com/office/drawing/2014/main" id="{F29CDEF2-9A5A-495E-8FC6-D3A78D98BB1A}"/>
                    </a:ext>
                  </a:extLst>
                </p:cNvPr>
                <p:cNvPicPr>
                  <a:picLocks noChangeAspect="1" noChangeArrowheads="1"/>
                </p:cNvPicPr>
                <p:nvPr/>
              </p:nvPicPr>
              <p:blipFill>
                <a:blip r:embed="rId746">
                  <a:extLst>
                    <a:ext uri="{28A0092B-C50C-407E-A947-70E740481C1C}">
                      <a14:useLocalDpi xmlns:a14="http://schemas.microsoft.com/office/drawing/2010/main" val="0"/>
                    </a:ext>
                  </a:extLst>
                </a:blip>
                <a:srcRect/>
                <a:stretch>
                  <a:fillRect/>
                </a:stretch>
              </p:blipFill>
              <p:spPr bwMode="auto">
                <a:xfrm>
                  <a:off x="4578" y="3073"/>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9" name="Picture 1653">
                  <a:extLst>
                    <a:ext uri="{FF2B5EF4-FFF2-40B4-BE49-F238E27FC236}">
                      <a16:creationId xmlns:a16="http://schemas.microsoft.com/office/drawing/2014/main" id="{DE94D37E-C50F-4F68-8072-078022E034FD}"/>
                    </a:ext>
                  </a:extLst>
                </p:cNvPr>
                <p:cNvPicPr>
                  <a:picLocks noChangeAspect="1" noChangeArrowheads="1"/>
                </p:cNvPicPr>
                <p:nvPr/>
              </p:nvPicPr>
              <p:blipFill>
                <a:blip r:embed="rId747">
                  <a:extLst>
                    <a:ext uri="{28A0092B-C50C-407E-A947-70E740481C1C}">
                      <a14:useLocalDpi xmlns:a14="http://schemas.microsoft.com/office/drawing/2010/main" val="0"/>
                    </a:ext>
                  </a:extLst>
                </a:blip>
                <a:srcRect/>
                <a:stretch>
                  <a:fillRect/>
                </a:stretch>
              </p:blipFill>
              <p:spPr bwMode="auto">
                <a:xfrm>
                  <a:off x="4578" y="3074"/>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0" name="Picture 1654">
                  <a:extLst>
                    <a:ext uri="{FF2B5EF4-FFF2-40B4-BE49-F238E27FC236}">
                      <a16:creationId xmlns:a16="http://schemas.microsoft.com/office/drawing/2014/main" id="{6FBACF8B-B387-439D-A5DA-D61C8ADE7106}"/>
                    </a:ext>
                  </a:extLst>
                </p:cNvPr>
                <p:cNvPicPr>
                  <a:picLocks noChangeAspect="1" noChangeArrowheads="1"/>
                </p:cNvPicPr>
                <p:nvPr/>
              </p:nvPicPr>
              <p:blipFill>
                <a:blip r:embed="rId748">
                  <a:extLst>
                    <a:ext uri="{28A0092B-C50C-407E-A947-70E740481C1C}">
                      <a14:useLocalDpi xmlns:a14="http://schemas.microsoft.com/office/drawing/2010/main" val="0"/>
                    </a:ext>
                  </a:extLst>
                </a:blip>
                <a:srcRect/>
                <a:stretch>
                  <a:fillRect/>
                </a:stretch>
              </p:blipFill>
              <p:spPr bwMode="auto">
                <a:xfrm>
                  <a:off x="4578" y="3075"/>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1" name="Picture 1655">
                  <a:extLst>
                    <a:ext uri="{FF2B5EF4-FFF2-40B4-BE49-F238E27FC236}">
                      <a16:creationId xmlns:a16="http://schemas.microsoft.com/office/drawing/2014/main" id="{A0D5F8AA-0B84-491B-8C44-43F665BA7316}"/>
                    </a:ext>
                  </a:extLst>
                </p:cNvPr>
                <p:cNvPicPr>
                  <a:picLocks noChangeAspect="1" noChangeArrowheads="1"/>
                </p:cNvPicPr>
                <p:nvPr/>
              </p:nvPicPr>
              <p:blipFill>
                <a:blip r:embed="rId749">
                  <a:extLst>
                    <a:ext uri="{28A0092B-C50C-407E-A947-70E740481C1C}">
                      <a14:useLocalDpi xmlns:a14="http://schemas.microsoft.com/office/drawing/2010/main" val="0"/>
                    </a:ext>
                  </a:extLst>
                </a:blip>
                <a:srcRect/>
                <a:stretch>
                  <a:fillRect/>
                </a:stretch>
              </p:blipFill>
              <p:spPr bwMode="auto">
                <a:xfrm>
                  <a:off x="4578" y="3076"/>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2" name="Picture 1656">
                  <a:extLst>
                    <a:ext uri="{FF2B5EF4-FFF2-40B4-BE49-F238E27FC236}">
                      <a16:creationId xmlns:a16="http://schemas.microsoft.com/office/drawing/2014/main" id="{FE164895-CCAA-485C-877E-4B8C630A7742}"/>
                    </a:ext>
                  </a:extLst>
                </p:cNvPr>
                <p:cNvPicPr>
                  <a:picLocks noChangeAspect="1" noChangeArrowheads="1"/>
                </p:cNvPicPr>
                <p:nvPr/>
              </p:nvPicPr>
              <p:blipFill>
                <a:blip r:embed="rId750">
                  <a:extLst>
                    <a:ext uri="{28A0092B-C50C-407E-A947-70E740481C1C}">
                      <a14:useLocalDpi xmlns:a14="http://schemas.microsoft.com/office/drawing/2010/main" val="0"/>
                    </a:ext>
                  </a:extLst>
                </a:blip>
                <a:srcRect/>
                <a:stretch>
                  <a:fillRect/>
                </a:stretch>
              </p:blipFill>
              <p:spPr bwMode="auto">
                <a:xfrm>
                  <a:off x="4578" y="3077"/>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 name="Picture 1657">
                  <a:extLst>
                    <a:ext uri="{FF2B5EF4-FFF2-40B4-BE49-F238E27FC236}">
                      <a16:creationId xmlns:a16="http://schemas.microsoft.com/office/drawing/2014/main" id="{0AD6A7FC-F905-4277-BF17-EAE5FBE9F8BE}"/>
                    </a:ext>
                  </a:extLst>
                </p:cNvPr>
                <p:cNvPicPr>
                  <a:picLocks noChangeAspect="1" noChangeArrowheads="1"/>
                </p:cNvPicPr>
                <p:nvPr/>
              </p:nvPicPr>
              <p:blipFill>
                <a:blip r:embed="rId751">
                  <a:extLst>
                    <a:ext uri="{28A0092B-C50C-407E-A947-70E740481C1C}">
                      <a14:useLocalDpi xmlns:a14="http://schemas.microsoft.com/office/drawing/2010/main" val="0"/>
                    </a:ext>
                  </a:extLst>
                </a:blip>
                <a:srcRect/>
                <a:stretch>
                  <a:fillRect/>
                </a:stretch>
              </p:blipFill>
              <p:spPr bwMode="auto">
                <a:xfrm>
                  <a:off x="4578" y="3078"/>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4" name="Picture 1658">
                  <a:extLst>
                    <a:ext uri="{FF2B5EF4-FFF2-40B4-BE49-F238E27FC236}">
                      <a16:creationId xmlns:a16="http://schemas.microsoft.com/office/drawing/2014/main" id="{FC93A2FF-3668-4166-9F6F-0DD0DCFA37FF}"/>
                    </a:ext>
                  </a:extLst>
                </p:cNvPr>
                <p:cNvPicPr>
                  <a:picLocks noChangeAspect="1" noChangeArrowheads="1"/>
                </p:cNvPicPr>
                <p:nvPr/>
              </p:nvPicPr>
              <p:blipFill>
                <a:blip r:embed="rId752">
                  <a:extLst>
                    <a:ext uri="{28A0092B-C50C-407E-A947-70E740481C1C}">
                      <a14:useLocalDpi xmlns:a14="http://schemas.microsoft.com/office/drawing/2010/main" val="0"/>
                    </a:ext>
                  </a:extLst>
                </a:blip>
                <a:srcRect/>
                <a:stretch>
                  <a:fillRect/>
                </a:stretch>
              </p:blipFill>
              <p:spPr bwMode="auto">
                <a:xfrm>
                  <a:off x="4578" y="3079"/>
                  <a:ext cx="20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5" name="Picture 1659">
                  <a:extLst>
                    <a:ext uri="{FF2B5EF4-FFF2-40B4-BE49-F238E27FC236}">
                      <a16:creationId xmlns:a16="http://schemas.microsoft.com/office/drawing/2014/main" id="{D7F4A84F-3C67-47FB-A67B-09B9D4486BEF}"/>
                    </a:ext>
                  </a:extLst>
                </p:cNvPr>
                <p:cNvPicPr>
                  <a:picLocks noChangeAspect="1" noChangeArrowheads="1"/>
                </p:cNvPicPr>
                <p:nvPr/>
              </p:nvPicPr>
              <p:blipFill>
                <a:blip r:embed="rId753">
                  <a:extLst>
                    <a:ext uri="{28A0092B-C50C-407E-A947-70E740481C1C}">
                      <a14:useLocalDpi xmlns:a14="http://schemas.microsoft.com/office/drawing/2010/main" val="0"/>
                    </a:ext>
                  </a:extLst>
                </a:blip>
                <a:srcRect/>
                <a:stretch>
                  <a:fillRect/>
                </a:stretch>
              </p:blipFill>
              <p:spPr bwMode="auto">
                <a:xfrm>
                  <a:off x="4578" y="3080"/>
                  <a:ext cx="3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6" name="Picture 1660">
                  <a:extLst>
                    <a:ext uri="{FF2B5EF4-FFF2-40B4-BE49-F238E27FC236}">
                      <a16:creationId xmlns:a16="http://schemas.microsoft.com/office/drawing/2014/main" id="{982F09BC-3B25-4A6B-985B-FA2F90E9D1C7}"/>
                    </a:ext>
                  </a:extLst>
                </p:cNvPr>
                <p:cNvPicPr>
                  <a:picLocks noChangeAspect="1" noChangeArrowheads="1"/>
                </p:cNvPicPr>
                <p:nvPr/>
              </p:nvPicPr>
              <p:blipFill>
                <a:blip r:embed="rId754">
                  <a:extLst>
                    <a:ext uri="{28A0092B-C50C-407E-A947-70E740481C1C}">
                      <a14:useLocalDpi xmlns:a14="http://schemas.microsoft.com/office/drawing/2010/main" val="0"/>
                    </a:ext>
                  </a:extLst>
                </a:blip>
                <a:srcRect/>
                <a:stretch>
                  <a:fillRect/>
                </a:stretch>
              </p:blipFill>
              <p:spPr bwMode="auto">
                <a:xfrm>
                  <a:off x="4621" y="3080"/>
                  <a:ext cx="8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7" name="Picture 1661">
                  <a:extLst>
                    <a:ext uri="{FF2B5EF4-FFF2-40B4-BE49-F238E27FC236}">
                      <a16:creationId xmlns:a16="http://schemas.microsoft.com/office/drawing/2014/main" id="{3A59D463-F58D-4E27-9A1A-C2B261AAB11E}"/>
                    </a:ext>
                  </a:extLst>
                </p:cNvPr>
                <p:cNvPicPr>
                  <a:picLocks noChangeAspect="1" noChangeArrowheads="1"/>
                </p:cNvPicPr>
                <p:nvPr/>
              </p:nvPicPr>
              <p:blipFill>
                <a:blip r:embed="rId755">
                  <a:extLst>
                    <a:ext uri="{28A0092B-C50C-407E-A947-70E740481C1C}">
                      <a14:useLocalDpi xmlns:a14="http://schemas.microsoft.com/office/drawing/2010/main" val="0"/>
                    </a:ext>
                  </a:extLst>
                </a:blip>
                <a:srcRect/>
                <a:stretch>
                  <a:fillRect/>
                </a:stretch>
              </p:blipFill>
              <p:spPr bwMode="auto">
                <a:xfrm>
                  <a:off x="4705" y="3080"/>
                  <a:ext cx="7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8" name="Picture 1662">
                  <a:extLst>
                    <a:ext uri="{FF2B5EF4-FFF2-40B4-BE49-F238E27FC236}">
                      <a16:creationId xmlns:a16="http://schemas.microsoft.com/office/drawing/2014/main" id="{94A6E345-DFEB-4B88-A07A-F59E7D12629E}"/>
                    </a:ext>
                  </a:extLst>
                </p:cNvPr>
                <p:cNvPicPr>
                  <a:picLocks noChangeAspect="1" noChangeArrowheads="1"/>
                </p:cNvPicPr>
                <p:nvPr/>
              </p:nvPicPr>
              <p:blipFill>
                <a:blip r:embed="rId756">
                  <a:extLst>
                    <a:ext uri="{28A0092B-C50C-407E-A947-70E740481C1C}">
                      <a14:useLocalDpi xmlns:a14="http://schemas.microsoft.com/office/drawing/2010/main" val="0"/>
                    </a:ext>
                  </a:extLst>
                </a:blip>
                <a:srcRect/>
                <a:stretch>
                  <a:fillRect/>
                </a:stretch>
              </p:blipFill>
              <p:spPr bwMode="auto">
                <a:xfrm>
                  <a:off x="4578" y="3080"/>
                  <a:ext cx="3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9" name="Picture 1663">
                  <a:extLst>
                    <a:ext uri="{FF2B5EF4-FFF2-40B4-BE49-F238E27FC236}">
                      <a16:creationId xmlns:a16="http://schemas.microsoft.com/office/drawing/2014/main" id="{9E30D29B-70D7-4AD1-B1B6-B16FBFFCEA3D}"/>
                    </a:ext>
                  </a:extLst>
                </p:cNvPr>
                <p:cNvPicPr>
                  <a:picLocks noChangeAspect="1" noChangeArrowheads="1"/>
                </p:cNvPicPr>
                <p:nvPr/>
              </p:nvPicPr>
              <p:blipFill>
                <a:blip r:embed="rId757">
                  <a:extLst>
                    <a:ext uri="{28A0092B-C50C-407E-A947-70E740481C1C}">
                      <a14:useLocalDpi xmlns:a14="http://schemas.microsoft.com/office/drawing/2010/main" val="0"/>
                    </a:ext>
                  </a:extLst>
                </a:blip>
                <a:srcRect/>
                <a:stretch>
                  <a:fillRect/>
                </a:stretch>
              </p:blipFill>
              <p:spPr bwMode="auto">
                <a:xfrm>
                  <a:off x="4622" y="3080"/>
                  <a:ext cx="7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0" name="Picture 1664">
                  <a:extLst>
                    <a:ext uri="{FF2B5EF4-FFF2-40B4-BE49-F238E27FC236}">
                      <a16:creationId xmlns:a16="http://schemas.microsoft.com/office/drawing/2014/main" id="{6B3311D9-A773-4C5C-A91A-685D779AF199}"/>
                    </a:ext>
                  </a:extLst>
                </p:cNvPr>
                <p:cNvPicPr>
                  <a:picLocks noChangeAspect="1" noChangeArrowheads="1"/>
                </p:cNvPicPr>
                <p:nvPr/>
              </p:nvPicPr>
              <p:blipFill>
                <a:blip r:embed="rId758">
                  <a:extLst>
                    <a:ext uri="{28A0092B-C50C-407E-A947-70E740481C1C}">
                      <a14:useLocalDpi xmlns:a14="http://schemas.microsoft.com/office/drawing/2010/main" val="0"/>
                    </a:ext>
                  </a:extLst>
                </a:blip>
                <a:srcRect/>
                <a:stretch>
                  <a:fillRect/>
                </a:stretch>
              </p:blipFill>
              <p:spPr bwMode="auto">
                <a:xfrm>
                  <a:off x="4705" y="3080"/>
                  <a:ext cx="7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1" name="Picture 1665">
                  <a:extLst>
                    <a:ext uri="{FF2B5EF4-FFF2-40B4-BE49-F238E27FC236}">
                      <a16:creationId xmlns:a16="http://schemas.microsoft.com/office/drawing/2014/main" id="{8B98E18E-DC51-4055-9CB7-EBBE2D9F4F47}"/>
                    </a:ext>
                  </a:extLst>
                </p:cNvPr>
                <p:cNvPicPr>
                  <a:picLocks noChangeAspect="1" noChangeArrowheads="1"/>
                </p:cNvPicPr>
                <p:nvPr/>
              </p:nvPicPr>
              <p:blipFill>
                <a:blip r:embed="rId759">
                  <a:extLst>
                    <a:ext uri="{28A0092B-C50C-407E-A947-70E740481C1C}">
                      <a14:useLocalDpi xmlns:a14="http://schemas.microsoft.com/office/drawing/2010/main" val="0"/>
                    </a:ext>
                  </a:extLst>
                </a:blip>
                <a:srcRect/>
                <a:stretch>
                  <a:fillRect/>
                </a:stretch>
              </p:blipFill>
              <p:spPr bwMode="auto">
                <a:xfrm>
                  <a:off x="4578" y="3081"/>
                  <a:ext cx="3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2" name="Picture 1666">
                  <a:extLst>
                    <a:ext uri="{FF2B5EF4-FFF2-40B4-BE49-F238E27FC236}">
                      <a16:creationId xmlns:a16="http://schemas.microsoft.com/office/drawing/2014/main" id="{63832FAC-EB29-40C8-8A61-5FA62FAFE76F}"/>
                    </a:ext>
                  </a:extLst>
                </p:cNvPr>
                <p:cNvPicPr>
                  <a:picLocks noChangeAspect="1" noChangeArrowheads="1"/>
                </p:cNvPicPr>
                <p:nvPr/>
              </p:nvPicPr>
              <p:blipFill>
                <a:blip r:embed="rId760">
                  <a:extLst>
                    <a:ext uri="{28A0092B-C50C-407E-A947-70E740481C1C}">
                      <a14:useLocalDpi xmlns:a14="http://schemas.microsoft.com/office/drawing/2010/main" val="0"/>
                    </a:ext>
                  </a:extLst>
                </a:blip>
                <a:srcRect/>
                <a:stretch>
                  <a:fillRect/>
                </a:stretch>
              </p:blipFill>
              <p:spPr bwMode="auto">
                <a:xfrm>
                  <a:off x="4623" y="3081"/>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3" name="Picture 1667">
                  <a:extLst>
                    <a:ext uri="{FF2B5EF4-FFF2-40B4-BE49-F238E27FC236}">
                      <a16:creationId xmlns:a16="http://schemas.microsoft.com/office/drawing/2014/main" id="{F898AEE1-B79E-4B5E-BA92-0EA1DF0B2CA2}"/>
                    </a:ext>
                  </a:extLst>
                </p:cNvPr>
                <p:cNvPicPr>
                  <a:picLocks noChangeAspect="1" noChangeArrowheads="1"/>
                </p:cNvPicPr>
                <p:nvPr/>
              </p:nvPicPr>
              <p:blipFill>
                <a:blip r:embed="rId761">
                  <a:extLst>
                    <a:ext uri="{28A0092B-C50C-407E-A947-70E740481C1C}">
                      <a14:useLocalDpi xmlns:a14="http://schemas.microsoft.com/office/drawing/2010/main" val="0"/>
                    </a:ext>
                  </a:extLst>
                </a:blip>
                <a:srcRect/>
                <a:stretch>
                  <a:fillRect/>
                </a:stretch>
              </p:blipFill>
              <p:spPr bwMode="auto">
                <a:xfrm>
                  <a:off x="4705" y="3081"/>
                  <a:ext cx="7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 name="Picture 1668">
                  <a:extLst>
                    <a:ext uri="{FF2B5EF4-FFF2-40B4-BE49-F238E27FC236}">
                      <a16:creationId xmlns:a16="http://schemas.microsoft.com/office/drawing/2014/main" id="{5022BB44-E085-422C-A4FF-8332A938DCBE}"/>
                    </a:ext>
                  </a:extLst>
                </p:cNvPr>
                <p:cNvPicPr>
                  <a:picLocks noChangeAspect="1" noChangeArrowheads="1"/>
                </p:cNvPicPr>
                <p:nvPr/>
              </p:nvPicPr>
              <p:blipFill>
                <a:blip r:embed="rId762">
                  <a:extLst>
                    <a:ext uri="{28A0092B-C50C-407E-A947-70E740481C1C}">
                      <a14:useLocalDpi xmlns:a14="http://schemas.microsoft.com/office/drawing/2010/main" val="0"/>
                    </a:ext>
                  </a:extLst>
                </a:blip>
                <a:srcRect/>
                <a:stretch>
                  <a:fillRect/>
                </a:stretch>
              </p:blipFill>
              <p:spPr bwMode="auto">
                <a:xfrm>
                  <a:off x="4578" y="3082"/>
                  <a:ext cx="3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669">
                  <a:extLst>
                    <a:ext uri="{FF2B5EF4-FFF2-40B4-BE49-F238E27FC236}">
                      <a16:creationId xmlns:a16="http://schemas.microsoft.com/office/drawing/2014/main" id="{10AFF3BB-62F7-489A-99A2-335A839FD9C4}"/>
                    </a:ext>
                  </a:extLst>
                </p:cNvPr>
                <p:cNvPicPr>
                  <a:picLocks noChangeAspect="1" noChangeArrowheads="1"/>
                </p:cNvPicPr>
                <p:nvPr/>
              </p:nvPicPr>
              <p:blipFill>
                <a:blip r:embed="rId763">
                  <a:extLst>
                    <a:ext uri="{28A0092B-C50C-407E-A947-70E740481C1C}">
                      <a14:useLocalDpi xmlns:a14="http://schemas.microsoft.com/office/drawing/2010/main" val="0"/>
                    </a:ext>
                  </a:extLst>
                </a:blip>
                <a:srcRect/>
                <a:stretch>
                  <a:fillRect/>
                </a:stretch>
              </p:blipFill>
              <p:spPr bwMode="auto">
                <a:xfrm>
                  <a:off x="4624" y="3082"/>
                  <a:ext cx="7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1670">
                  <a:extLst>
                    <a:ext uri="{FF2B5EF4-FFF2-40B4-BE49-F238E27FC236}">
                      <a16:creationId xmlns:a16="http://schemas.microsoft.com/office/drawing/2014/main" id="{7B59B46B-BAA8-4C70-BE03-A71BA0C108BF}"/>
                    </a:ext>
                  </a:extLst>
                </p:cNvPr>
                <p:cNvPicPr>
                  <a:picLocks noChangeAspect="1" noChangeArrowheads="1"/>
                </p:cNvPicPr>
                <p:nvPr/>
              </p:nvPicPr>
              <p:blipFill>
                <a:blip r:embed="rId764">
                  <a:extLst>
                    <a:ext uri="{28A0092B-C50C-407E-A947-70E740481C1C}">
                      <a14:useLocalDpi xmlns:a14="http://schemas.microsoft.com/office/drawing/2010/main" val="0"/>
                    </a:ext>
                  </a:extLst>
                </a:blip>
                <a:srcRect/>
                <a:stretch>
                  <a:fillRect/>
                </a:stretch>
              </p:blipFill>
              <p:spPr bwMode="auto">
                <a:xfrm>
                  <a:off x="4705" y="3082"/>
                  <a:ext cx="3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1671">
                  <a:extLst>
                    <a:ext uri="{FF2B5EF4-FFF2-40B4-BE49-F238E27FC236}">
                      <a16:creationId xmlns:a16="http://schemas.microsoft.com/office/drawing/2014/main" id="{7B7238A9-3348-4BE7-B8E8-B6AE965E5428}"/>
                    </a:ext>
                  </a:extLst>
                </p:cNvPr>
                <p:cNvPicPr>
                  <a:picLocks noChangeAspect="1" noChangeArrowheads="1"/>
                </p:cNvPicPr>
                <p:nvPr/>
              </p:nvPicPr>
              <p:blipFill>
                <a:blip r:embed="rId765">
                  <a:extLst>
                    <a:ext uri="{28A0092B-C50C-407E-A947-70E740481C1C}">
                      <a14:useLocalDpi xmlns:a14="http://schemas.microsoft.com/office/drawing/2010/main" val="0"/>
                    </a:ext>
                  </a:extLst>
                </a:blip>
                <a:srcRect/>
                <a:stretch>
                  <a:fillRect/>
                </a:stretch>
              </p:blipFill>
              <p:spPr bwMode="auto">
                <a:xfrm>
                  <a:off x="4744" y="3082"/>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1672">
                  <a:extLst>
                    <a:ext uri="{FF2B5EF4-FFF2-40B4-BE49-F238E27FC236}">
                      <a16:creationId xmlns:a16="http://schemas.microsoft.com/office/drawing/2014/main" id="{3A00AD50-9650-4A1A-A68E-B483A73C2ED9}"/>
                    </a:ext>
                  </a:extLst>
                </p:cNvPr>
                <p:cNvPicPr>
                  <a:picLocks noChangeAspect="1" noChangeArrowheads="1"/>
                </p:cNvPicPr>
                <p:nvPr/>
              </p:nvPicPr>
              <p:blipFill>
                <a:blip r:embed="rId766">
                  <a:extLst>
                    <a:ext uri="{28A0092B-C50C-407E-A947-70E740481C1C}">
                      <a14:useLocalDpi xmlns:a14="http://schemas.microsoft.com/office/drawing/2010/main" val="0"/>
                    </a:ext>
                  </a:extLst>
                </a:blip>
                <a:srcRect/>
                <a:stretch>
                  <a:fillRect/>
                </a:stretch>
              </p:blipFill>
              <p:spPr bwMode="auto">
                <a:xfrm>
                  <a:off x="4578" y="3083"/>
                  <a:ext cx="3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1673">
                  <a:extLst>
                    <a:ext uri="{FF2B5EF4-FFF2-40B4-BE49-F238E27FC236}">
                      <a16:creationId xmlns:a16="http://schemas.microsoft.com/office/drawing/2014/main" id="{B428A54B-28E6-447F-9734-5B832D4BE646}"/>
                    </a:ext>
                  </a:extLst>
                </p:cNvPr>
                <p:cNvPicPr>
                  <a:picLocks noChangeAspect="1" noChangeArrowheads="1"/>
                </p:cNvPicPr>
                <p:nvPr/>
              </p:nvPicPr>
              <p:blipFill>
                <a:blip r:embed="rId767">
                  <a:extLst>
                    <a:ext uri="{28A0092B-C50C-407E-A947-70E740481C1C}">
                      <a14:useLocalDpi xmlns:a14="http://schemas.microsoft.com/office/drawing/2010/main" val="0"/>
                    </a:ext>
                  </a:extLst>
                </a:blip>
                <a:srcRect/>
                <a:stretch>
                  <a:fillRect/>
                </a:stretch>
              </p:blipFill>
              <p:spPr bwMode="auto">
                <a:xfrm>
                  <a:off x="4625" y="3083"/>
                  <a:ext cx="7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1674">
                  <a:extLst>
                    <a:ext uri="{FF2B5EF4-FFF2-40B4-BE49-F238E27FC236}">
                      <a16:creationId xmlns:a16="http://schemas.microsoft.com/office/drawing/2014/main" id="{79870219-3A89-4E60-AB69-FE412367E6BD}"/>
                    </a:ext>
                  </a:extLst>
                </p:cNvPr>
                <p:cNvPicPr>
                  <a:picLocks noChangeAspect="1" noChangeArrowheads="1"/>
                </p:cNvPicPr>
                <p:nvPr/>
              </p:nvPicPr>
              <p:blipFill>
                <a:blip r:embed="rId768">
                  <a:extLst>
                    <a:ext uri="{28A0092B-C50C-407E-A947-70E740481C1C}">
                      <a14:useLocalDpi xmlns:a14="http://schemas.microsoft.com/office/drawing/2010/main" val="0"/>
                    </a:ext>
                  </a:extLst>
                </a:blip>
                <a:srcRect/>
                <a:stretch>
                  <a:fillRect/>
                </a:stretch>
              </p:blipFill>
              <p:spPr bwMode="auto">
                <a:xfrm>
                  <a:off x="4705" y="3083"/>
                  <a:ext cx="3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675">
                  <a:extLst>
                    <a:ext uri="{FF2B5EF4-FFF2-40B4-BE49-F238E27FC236}">
                      <a16:creationId xmlns:a16="http://schemas.microsoft.com/office/drawing/2014/main" id="{01CD92D3-977A-414D-BE63-36BF38C8F08F}"/>
                    </a:ext>
                  </a:extLst>
                </p:cNvPr>
                <p:cNvPicPr>
                  <a:picLocks noChangeAspect="1" noChangeArrowheads="1"/>
                </p:cNvPicPr>
                <p:nvPr/>
              </p:nvPicPr>
              <p:blipFill>
                <a:blip r:embed="rId769">
                  <a:extLst>
                    <a:ext uri="{28A0092B-C50C-407E-A947-70E740481C1C}">
                      <a14:useLocalDpi xmlns:a14="http://schemas.microsoft.com/office/drawing/2010/main" val="0"/>
                    </a:ext>
                  </a:extLst>
                </a:blip>
                <a:srcRect/>
                <a:stretch>
                  <a:fillRect/>
                </a:stretch>
              </p:blipFill>
              <p:spPr bwMode="auto">
                <a:xfrm>
                  <a:off x="4744" y="3083"/>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1676">
                  <a:extLst>
                    <a:ext uri="{FF2B5EF4-FFF2-40B4-BE49-F238E27FC236}">
                      <a16:creationId xmlns:a16="http://schemas.microsoft.com/office/drawing/2014/main" id="{759E7E64-2253-4910-A378-CEC7DAC45171}"/>
                    </a:ext>
                  </a:extLst>
                </p:cNvPr>
                <p:cNvPicPr>
                  <a:picLocks noChangeAspect="1" noChangeArrowheads="1"/>
                </p:cNvPicPr>
                <p:nvPr/>
              </p:nvPicPr>
              <p:blipFill>
                <a:blip r:embed="rId770">
                  <a:extLst>
                    <a:ext uri="{28A0092B-C50C-407E-A947-70E740481C1C}">
                      <a14:useLocalDpi xmlns:a14="http://schemas.microsoft.com/office/drawing/2010/main" val="0"/>
                    </a:ext>
                  </a:extLst>
                </a:blip>
                <a:srcRect/>
                <a:stretch>
                  <a:fillRect/>
                </a:stretch>
              </p:blipFill>
              <p:spPr bwMode="auto">
                <a:xfrm>
                  <a:off x="4625" y="3084"/>
                  <a:ext cx="7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1677">
                  <a:extLst>
                    <a:ext uri="{FF2B5EF4-FFF2-40B4-BE49-F238E27FC236}">
                      <a16:creationId xmlns:a16="http://schemas.microsoft.com/office/drawing/2014/main" id="{E93A8A0B-29B9-487D-B4C8-51258719C27B}"/>
                    </a:ext>
                  </a:extLst>
                </p:cNvPr>
                <p:cNvPicPr>
                  <a:picLocks noChangeAspect="1" noChangeArrowheads="1"/>
                </p:cNvPicPr>
                <p:nvPr/>
              </p:nvPicPr>
              <p:blipFill>
                <a:blip r:embed="rId182">
                  <a:extLst>
                    <a:ext uri="{28A0092B-C50C-407E-A947-70E740481C1C}">
                      <a14:useLocalDpi xmlns:a14="http://schemas.microsoft.com/office/drawing/2010/main" val="0"/>
                    </a:ext>
                  </a:extLst>
                </a:blip>
                <a:srcRect/>
                <a:stretch>
                  <a:fillRect/>
                </a:stretch>
              </p:blipFill>
              <p:spPr bwMode="auto">
                <a:xfrm>
                  <a:off x="4777" y="3084"/>
                  <a:ext cx="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678">
                  <a:extLst>
                    <a:ext uri="{FF2B5EF4-FFF2-40B4-BE49-F238E27FC236}">
                      <a16:creationId xmlns:a16="http://schemas.microsoft.com/office/drawing/2014/main" id="{A22345F6-6F4E-44C4-BFA8-BB7C9A2E85C6}"/>
                    </a:ext>
                  </a:extLst>
                </p:cNvPr>
                <p:cNvPicPr>
                  <a:picLocks noChangeAspect="1" noChangeArrowheads="1"/>
                </p:cNvPicPr>
                <p:nvPr/>
              </p:nvPicPr>
              <p:blipFill>
                <a:blip r:embed="rId771">
                  <a:extLst>
                    <a:ext uri="{28A0092B-C50C-407E-A947-70E740481C1C}">
                      <a14:useLocalDpi xmlns:a14="http://schemas.microsoft.com/office/drawing/2010/main" val="0"/>
                    </a:ext>
                  </a:extLst>
                </a:blip>
                <a:srcRect/>
                <a:stretch>
                  <a:fillRect/>
                </a:stretch>
              </p:blipFill>
              <p:spPr bwMode="auto">
                <a:xfrm>
                  <a:off x="4626" y="3085"/>
                  <a:ext cx="7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679">
                  <a:extLst>
                    <a:ext uri="{FF2B5EF4-FFF2-40B4-BE49-F238E27FC236}">
                      <a16:creationId xmlns:a16="http://schemas.microsoft.com/office/drawing/2014/main" id="{99C42E64-6EA3-4DA9-824F-3738526A3F9F}"/>
                    </a:ext>
                  </a:extLst>
                </p:cNvPr>
                <p:cNvPicPr>
                  <a:picLocks noChangeAspect="1" noChangeArrowheads="1"/>
                </p:cNvPicPr>
                <p:nvPr/>
              </p:nvPicPr>
              <p:blipFill>
                <a:blip r:embed="rId184">
                  <a:extLst>
                    <a:ext uri="{28A0092B-C50C-407E-A947-70E740481C1C}">
                      <a14:useLocalDpi xmlns:a14="http://schemas.microsoft.com/office/drawing/2010/main" val="0"/>
                    </a:ext>
                  </a:extLst>
                </a:blip>
                <a:srcRect/>
                <a:stretch>
                  <a:fillRect/>
                </a:stretch>
              </p:blipFill>
              <p:spPr bwMode="auto">
                <a:xfrm>
                  <a:off x="4777" y="3085"/>
                  <a:ext cx="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6" name="Picture 1680">
                  <a:extLst>
                    <a:ext uri="{FF2B5EF4-FFF2-40B4-BE49-F238E27FC236}">
                      <a16:creationId xmlns:a16="http://schemas.microsoft.com/office/drawing/2014/main" id="{0B49A842-FFCC-40CB-89F2-22E16AC1F4C8}"/>
                    </a:ext>
                  </a:extLst>
                </p:cNvPr>
                <p:cNvPicPr>
                  <a:picLocks noChangeAspect="1" noChangeArrowheads="1"/>
                </p:cNvPicPr>
                <p:nvPr/>
              </p:nvPicPr>
              <p:blipFill>
                <a:blip r:embed="rId772">
                  <a:extLst>
                    <a:ext uri="{28A0092B-C50C-407E-A947-70E740481C1C}">
                      <a14:useLocalDpi xmlns:a14="http://schemas.microsoft.com/office/drawing/2010/main" val="0"/>
                    </a:ext>
                  </a:extLst>
                </a:blip>
                <a:srcRect/>
                <a:stretch>
                  <a:fillRect/>
                </a:stretch>
              </p:blipFill>
              <p:spPr bwMode="auto">
                <a:xfrm>
                  <a:off x="4626" y="3086"/>
                  <a:ext cx="7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7" name="Picture 1681">
                  <a:extLst>
                    <a:ext uri="{FF2B5EF4-FFF2-40B4-BE49-F238E27FC236}">
                      <a16:creationId xmlns:a16="http://schemas.microsoft.com/office/drawing/2014/main" id="{0CCD9A91-DF49-4E0A-A2B9-2FF7D63C96FF}"/>
                    </a:ext>
                  </a:extLst>
                </p:cNvPr>
                <p:cNvPicPr>
                  <a:picLocks noChangeAspect="1" noChangeArrowheads="1"/>
                </p:cNvPicPr>
                <p:nvPr/>
              </p:nvPicPr>
              <p:blipFill>
                <a:blip r:embed="rId773">
                  <a:extLst>
                    <a:ext uri="{28A0092B-C50C-407E-A947-70E740481C1C}">
                      <a14:useLocalDpi xmlns:a14="http://schemas.microsoft.com/office/drawing/2010/main" val="0"/>
                    </a:ext>
                  </a:extLst>
                </a:blip>
                <a:srcRect/>
                <a:stretch>
                  <a:fillRect/>
                </a:stretch>
              </p:blipFill>
              <p:spPr bwMode="auto">
                <a:xfrm>
                  <a:off x="4626" y="3087"/>
                  <a:ext cx="6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8" name="Picture 1682">
                  <a:extLst>
                    <a:ext uri="{FF2B5EF4-FFF2-40B4-BE49-F238E27FC236}">
                      <a16:creationId xmlns:a16="http://schemas.microsoft.com/office/drawing/2014/main" id="{BAED5F25-4826-48D4-9845-8AFA8B959C0A}"/>
                    </a:ext>
                  </a:extLst>
                </p:cNvPr>
                <p:cNvPicPr>
                  <a:picLocks noChangeAspect="1" noChangeArrowheads="1"/>
                </p:cNvPicPr>
                <p:nvPr/>
              </p:nvPicPr>
              <p:blipFill>
                <a:blip r:embed="rId774">
                  <a:extLst>
                    <a:ext uri="{28A0092B-C50C-407E-A947-70E740481C1C}">
                      <a14:useLocalDpi xmlns:a14="http://schemas.microsoft.com/office/drawing/2010/main" val="0"/>
                    </a:ext>
                  </a:extLst>
                </a:blip>
                <a:srcRect/>
                <a:stretch>
                  <a:fillRect/>
                </a:stretch>
              </p:blipFill>
              <p:spPr bwMode="auto">
                <a:xfrm>
                  <a:off x="4625" y="3088"/>
                  <a:ext cx="7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9" name="Picture 1683">
                  <a:extLst>
                    <a:ext uri="{FF2B5EF4-FFF2-40B4-BE49-F238E27FC236}">
                      <a16:creationId xmlns:a16="http://schemas.microsoft.com/office/drawing/2014/main" id="{51416461-61D9-42CF-871B-4DF0A41B0D7F}"/>
                    </a:ext>
                  </a:extLst>
                </p:cNvPr>
                <p:cNvPicPr>
                  <a:picLocks noChangeAspect="1" noChangeArrowheads="1"/>
                </p:cNvPicPr>
                <p:nvPr/>
              </p:nvPicPr>
              <p:blipFill>
                <a:blip r:embed="rId775">
                  <a:extLst>
                    <a:ext uri="{28A0092B-C50C-407E-A947-70E740481C1C}">
                      <a14:useLocalDpi xmlns:a14="http://schemas.microsoft.com/office/drawing/2010/main" val="0"/>
                    </a:ext>
                  </a:extLst>
                </a:blip>
                <a:srcRect/>
                <a:stretch>
                  <a:fillRect/>
                </a:stretch>
              </p:blipFill>
              <p:spPr bwMode="auto">
                <a:xfrm>
                  <a:off x="4616" y="3089"/>
                  <a:ext cx="7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0" name="Picture 1684">
                  <a:extLst>
                    <a:ext uri="{FF2B5EF4-FFF2-40B4-BE49-F238E27FC236}">
                      <a16:creationId xmlns:a16="http://schemas.microsoft.com/office/drawing/2014/main" id="{893A5CB7-824F-4C8E-9822-3BED5E012AB5}"/>
                    </a:ext>
                  </a:extLst>
                </p:cNvPr>
                <p:cNvPicPr>
                  <a:picLocks noChangeAspect="1" noChangeArrowheads="1"/>
                </p:cNvPicPr>
                <p:nvPr/>
              </p:nvPicPr>
              <p:blipFill>
                <a:blip r:embed="rId776">
                  <a:extLst>
                    <a:ext uri="{28A0092B-C50C-407E-A947-70E740481C1C}">
                      <a14:useLocalDpi xmlns:a14="http://schemas.microsoft.com/office/drawing/2010/main" val="0"/>
                    </a:ext>
                  </a:extLst>
                </a:blip>
                <a:srcRect/>
                <a:stretch>
                  <a:fillRect/>
                </a:stretch>
              </p:blipFill>
              <p:spPr bwMode="auto">
                <a:xfrm>
                  <a:off x="4615" y="3090"/>
                  <a:ext cx="7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1" name="Picture 1685">
                  <a:extLst>
                    <a:ext uri="{FF2B5EF4-FFF2-40B4-BE49-F238E27FC236}">
                      <a16:creationId xmlns:a16="http://schemas.microsoft.com/office/drawing/2014/main" id="{2D4294A5-072C-42B7-8DE8-9EB116DA6A46}"/>
                    </a:ext>
                  </a:extLst>
                </p:cNvPr>
                <p:cNvPicPr>
                  <a:picLocks noChangeAspect="1" noChangeArrowheads="1"/>
                </p:cNvPicPr>
                <p:nvPr/>
              </p:nvPicPr>
              <p:blipFill>
                <a:blip r:embed="rId777">
                  <a:extLst>
                    <a:ext uri="{28A0092B-C50C-407E-A947-70E740481C1C}">
                      <a14:useLocalDpi xmlns:a14="http://schemas.microsoft.com/office/drawing/2010/main" val="0"/>
                    </a:ext>
                  </a:extLst>
                </a:blip>
                <a:srcRect/>
                <a:stretch>
                  <a:fillRect/>
                </a:stretch>
              </p:blipFill>
              <p:spPr bwMode="auto">
                <a:xfrm>
                  <a:off x="4615" y="3091"/>
                  <a:ext cx="7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2" name="Picture 1686">
                  <a:extLst>
                    <a:ext uri="{FF2B5EF4-FFF2-40B4-BE49-F238E27FC236}">
                      <a16:creationId xmlns:a16="http://schemas.microsoft.com/office/drawing/2014/main" id="{1F1CFBA9-962A-4DF0-AC84-422BC8DDE071}"/>
                    </a:ext>
                  </a:extLst>
                </p:cNvPr>
                <p:cNvPicPr>
                  <a:picLocks noChangeAspect="1" noChangeArrowheads="1"/>
                </p:cNvPicPr>
                <p:nvPr/>
              </p:nvPicPr>
              <p:blipFill>
                <a:blip r:embed="rId778">
                  <a:extLst>
                    <a:ext uri="{28A0092B-C50C-407E-A947-70E740481C1C}">
                      <a14:useLocalDpi xmlns:a14="http://schemas.microsoft.com/office/drawing/2010/main" val="0"/>
                    </a:ext>
                  </a:extLst>
                </a:blip>
                <a:srcRect/>
                <a:stretch>
                  <a:fillRect/>
                </a:stretch>
              </p:blipFill>
              <p:spPr bwMode="auto">
                <a:xfrm>
                  <a:off x="4614" y="3092"/>
                  <a:ext cx="8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3" name="Picture 1687">
                  <a:extLst>
                    <a:ext uri="{FF2B5EF4-FFF2-40B4-BE49-F238E27FC236}">
                      <a16:creationId xmlns:a16="http://schemas.microsoft.com/office/drawing/2014/main" id="{F5607B34-2A28-4149-96C5-3501BFBC702E}"/>
                    </a:ext>
                  </a:extLst>
                </p:cNvPr>
                <p:cNvPicPr>
                  <a:picLocks noChangeAspect="1" noChangeArrowheads="1"/>
                </p:cNvPicPr>
                <p:nvPr/>
              </p:nvPicPr>
              <p:blipFill>
                <a:blip r:embed="rId779">
                  <a:extLst>
                    <a:ext uri="{28A0092B-C50C-407E-A947-70E740481C1C}">
                      <a14:useLocalDpi xmlns:a14="http://schemas.microsoft.com/office/drawing/2010/main" val="0"/>
                    </a:ext>
                  </a:extLst>
                </a:blip>
                <a:srcRect/>
                <a:stretch>
                  <a:fillRect/>
                </a:stretch>
              </p:blipFill>
              <p:spPr bwMode="auto">
                <a:xfrm>
                  <a:off x="4614" y="3093"/>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 name="Picture 1688">
                  <a:extLst>
                    <a:ext uri="{FF2B5EF4-FFF2-40B4-BE49-F238E27FC236}">
                      <a16:creationId xmlns:a16="http://schemas.microsoft.com/office/drawing/2014/main" id="{DEEDEFCA-E6DA-402B-93C1-DBA779289618}"/>
                    </a:ext>
                  </a:extLst>
                </p:cNvPr>
                <p:cNvPicPr>
                  <a:picLocks noChangeAspect="1" noChangeArrowheads="1"/>
                </p:cNvPicPr>
                <p:nvPr/>
              </p:nvPicPr>
              <p:blipFill>
                <a:blip r:embed="rId780">
                  <a:extLst>
                    <a:ext uri="{28A0092B-C50C-407E-A947-70E740481C1C}">
                      <a14:useLocalDpi xmlns:a14="http://schemas.microsoft.com/office/drawing/2010/main" val="0"/>
                    </a:ext>
                  </a:extLst>
                </a:blip>
                <a:srcRect/>
                <a:stretch>
                  <a:fillRect/>
                </a:stretch>
              </p:blipFill>
              <p:spPr bwMode="auto">
                <a:xfrm>
                  <a:off x="4614" y="3094"/>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5" name="Picture 1689">
                  <a:extLst>
                    <a:ext uri="{FF2B5EF4-FFF2-40B4-BE49-F238E27FC236}">
                      <a16:creationId xmlns:a16="http://schemas.microsoft.com/office/drawing/2014/main" id="{EFF1FA44-0E17-49E3-847E-7BBEC09E5C72}"/>
                    </a:ext>
                  </a:extLst>
                </p:cNvPr>
                <p:cNvPicPr>
                  <a:picLocks noChangeAspect="1" noChangeArrowheads="1"/>
                </p:cNvPicPr>
                <p:nvPr/>
              </p:nvPicPr>
              <p:blipFill>
                <a:blip r:embed="rId781">
                  <a:extLst>
                    <a:ext uri="{28A0092B-C50C-407E-A947-70E740481C1C}">
                      <a14:useLocalDpi xmlns:a14="http://schemas.microsoft.com/office/drawing/2010/main" val="0"/>
                    </a:ext>
                  </a:extLst>
                </a:blip>
                <a:srcRect/>
                <a:stretch>
                  <a:fillRect/>
                </a:stretch>
              </p:blipFill>
              <p:spPr bwMode="auto">
                <a:xfrm>
                  <a:off x="4614" y="3095"/>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6" name="Picture 1690">
                  <a:extLst>
                    <a:ext uri="{FF2B5EF4-FFF2-40B4-BE49-F238E27FC236}">
                      <a16:creationId xmlns:a16="http://schemas.microsoft.com/office/drawing/2014/main" id="{EC0E0352-154F-4A6A-9FFB-A2C9BFF5046F}"/>
                    </a:ext>
                  </a:extLst>
                </p:cNvPr>
                <p:cNvPicPr>
                  <a:picLocks noChangeAspect="1" noChangeArrowheads="1"/>
                </p:cNvPicPr>
                <p:nvPr/>
              </p:nvPicPr>
              <p:blipFill>
                <a:blip r:embed="rId782">
                  <a:extLst>
                    <a:ext uri="{28A0092B-C50C-407E-A947-70E740481C1C}">
                      <a14:useLocalDpi xmlns:a14="http://schemas.microsoft.com/office/drawing/2010/main" val="0"/>
                    </a:ext>
                  </a:extLst>
                </a:blip>
                <a:srcRect/>
                <a:stretch>
                  <a:fillRect/>
                </a:stretch>
              </p:blipFill>
              <p:spPr bwMode="auto">
                <a:xfrm>
                  <a:off x="4614" y="3096"/>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7" name="Picture 1691">
                  <a:extLst>
                    <a:ext uri="{FF2B5EF4-FFF2-40B4-BE49-F238E27FC236}">
                      <a16:creationId xmlns:a16="http://schemas.microsoft.com/office/drawing/2014/main" id="{3F16ADD2-ECB2-410C-B64E-054A3AE509F8}"/>
                    </a:ext>
                  </a:extLst>
                </p:cNvPr>
                <p:cNvPicPr>
                  <a:picLocks noChangeAspect="1" noChangeArrowheads="1"/>
                </p:cNvPicPr>
                <p:nvPr/>
              </p:nvPicPr>
              <p:blipFill>
                <a:blip r:embed="rId783">
                  <a:extLst>
                    <a:ext uri="{28A0092B-C50C-407E-A947-70E740481C1C}">
                      <a14:useLocalDpi xmlns:a14="http://schemas.microsoft.com/office/drawing/2010/main" val="0"/>
                    </a:ext>
                  </a:extLst>
                </a:blip>
                <a:srcRect/>
                <a:stretch>
                  <a:fillRect/>
                </a:stretch>
              </p:blipFill>
              <p:spPr bwMode="auto">
                <a:xfrm>
                  <a:off x="4614" y="3097"/>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8" name="Picture 1692">
                  <a:extLst>
                    <a:ext uri="{FF2B5EF4-FFF2-40B4-BE49-F238E27FC236}">
                      <a16:creationId xmlns:a16="http://schemas.microsoft.com/office/drawing/2014/main" id="{FE69C3C1-BBBE-451C-AF28-440F3BE38C89}"/>
                    </a:ext>
                  </a:extLst>
                </p:cNvPr>
                <p:cNvPicPr>
                  <a:picLocks noChangeAspect="1" noChangeArrowheads="1"/>
                </p:cNvPicPr>
                <p:nvPr/>
              </p:nvPicPr>
              <p:blipFill>
                <a:blip r:embed="rId784">
                  <a:extLst>
                    <a:ext uri="{28A0092B-C50C-407E-A947-70E740481C1C}">
                      <a14:useLocalDpi xmlns:a14="http://schemas.microsoft.com/office/drawing/2010/main" val="0"/>
                    </a:ext>
                  </a:extLst>
                </a:blip>
                <a:srcRect/>
                <a:stretch>
                  <a:fillRect/>
                </a:stretch>
              </p:blipFill>
              <p:spPr bwMode="auto">
                <a:xfrm>
                  <a:off x="4614" y="3098"/>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 name="Picture 1693">
                  <a:extLst>
                    <a:ext uri="{FF2B5EF4-FFF2-40B4-BE49-F238E27FC236}">
                      <a16:creationId xmlns:a16="http://schemas.microsoft.com/office/drawing/2014/main" id="{C4848F5A-0BF4-4B5B-89FC-6A873F7888D3}"/>
                    </a:ext>
                  </a:extLst>
                </p:cNvPr>
                <p:cNvPicPr>
                  <a:picLocks noChangeAspect="1" noChangeArrowheads="1"/>
                </p:cNvPicPr>
                <p:nvPr/>
              </p:nvPicPr>
              <p:blipFill>
                <a:blip r:embed="rId785">
                  <a:extLst>
                    <a:ext uri="{28A0092B-C50C-407E-A947-70E740481C1C}">
                      <a14:useLocalDpi xmlns:a14="http://schemas.microsoft.com/office/drawing/2010/main" val="0"/>
                    </a:ext>
                  </a:extLst>
                </a:blip>
                <a:srcRect/>
                <a:stretch>
                  <a:fillRect/>
                </a:stretch>
              </p:blipFill>
              <p:spPr bwMode="auto">
                <a:xfrm>
                  <a:off x="4614" y="3099"/>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0" name="Picture 1694">
                  <a:extLst>
                    <a:ext uri="{FF2B5EF4-FFF2-40B4-BE49-F238E27FC236}">
                      <a16:creationId xmlns:a16="http://schemas.microsoft.com/office/drawing/2014/main" id="{59E873F3-A0F6-435B-97CF-D9C6F6C31E78}"/>
                    </a:ext>
                  </a:extLst>
                </p:cNvPr>
                <p:cNvPicPr>
                  <a:picLocks noChangeAspect="1" noChangeArrowheads="1"/>
                </p:cNvPicPr>
                <p:nvPr/>
              </p:nvPicPr>
              <p:blipFill>
                <a:blip r:embed="rId786">
                  <a:extLst>
                    <a:ext uri="{28A0092B-C50C-407E-A947-70E740481C1C}">
                      <a14:useLocalDpi xmlns:a14="http://schemas.microsoft.com/office/drawing/2010/main" val="0"/>
                    </a:ext>
                  </a:extLst>
                </a:blip>
                <a:srcRect/>
                <a:stretch>
                  <a:fillRect/>
                </a:stretch>
              </p:blipFill>
              <p:spPr bwMode="auto">
                <a:xfrm>
                  <a:off x="4614" y="3100"/>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1" name="Picture 1695">
                  <a:extLst>
                    <a:ext uri="{FF2B5EF4-FFF2-40B4-BE49-F238E27FC236}">
                      <a16:creationId xmlns:a16="http://schemas.microsoft.com/office/drawing/2014/main" id="{1610AA90-3D9F-4FAF-A50C-DFCF19192C6D}"/>
                    </a:ext>
                  </a:extLst>
                </p:cNvPr>
                <p:cNvPicPr>
                  <a:picLocks noChangeAspect="1" noChangeArrowheads="1"/>
                </p:cNvPicPr>
                <p:nvPr/>
              </p:nvPicPr>
              <p:blipFill>
                <a:blip r:embed="rId787">
                  <a:extLst>
                    <a:ext uri="{28A0092B-C50C-407E-A947-70E740481C1C}">
                      <a14:useLocalDpi xmlns:a14="http://schemas.microsoft.com/office/drawing/2010/main" val="0"/>
                    </a:ext>
                  </a:extLst>
                </a:blip>
                <a:srcRect/>
                <a:stretch>
                  <a:fillRect/>
                </a:stretch>
              </p:blipFill>
              <p:spPr bwMode="auto">
                <a:xfrm>
                  <a:off x="4614" y="3101"/>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2" name="Picture 1696">
                  <a:extLst>
                    <a:ext uri="{FF2B5EF4-FFF2-40B4-BE49-F238E27FC236}">
                      <a16:creationId xmlns:a16="http://schemas.microsoft.com/office/drawing/2014/main" id="{311A2D70-1327-4711-801B-6A25F10657B2}"/>
                    </a:ext>
                  </a:extLst>
                </p:cNvPr>
                <p:cNvPicPr>
                  <a:picLocks noChangeAspect="1" noChangeArrowheads="1"/>
                </p:cNvPicPr>
                <p:nvPr/>
              </p:nvPicPr>
              <p:blipFill>
                <a:blip r:embed="rId788">
                  <a:extLst>
                    <a:ext uri="{28A0092B-C50C-407E-A947-70E740481C1C}">
                      <a14:useLocalDpi xmlns:a14="http://schemas.microsoft.com/office/drawing/2010/main" val="0"/>
                    </a:ext>
                  </a:extLst>
                </a:blip>
                <a:srcRect/>
                <a:stretch>
                  <a:fillRect/>
                </a:stretch>
              </p:blipFill>
              <p:spPr bwMode="auto">
                <a:xfrm>
                  <a:off x="4614" y="3102"/>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 name="Picture 1697">
                  <a:extLst>
                    <a:ext uri="{FF2B5EF4-FFF2-40B4-BE49-F238E27FC236}">
                      <a16:creationId xmlns:a16="http://schemas.microsoft.com/office/drawing/2014/main" id="{D33F7430-505E-4666-A2A8-BAC4D94CEB66}"/>
                    </a:ext>
                  </a:extLst>
                </p:cNvPr>
                <p:cNvPicPr>
                  <a:picLocks noChangeAspect="1" noChangeArrowheads="1"/>
                </p:cNvPicPr>
                <p:nvPr/>
              </p:nvPicPr>
              <p:blipFill>
                <a:blip r:embed="rId789">
                  <a:extLst>
                    <a:ext uri="{28A0092B-C50C-407E-A947-70E740481C1C}">
                      <a14:useLocalDpi xmlns:a14="http://schemas.microsoft.com/office/drawing/2010/main" val="0"/>
                    </a:ext>
                  </a:extLst>
                </a:blip>
                <a:srcRect/>
                <a:stretch>
                  <a:fillRect/>
                </a:stretch>
              </p:blipFill>
              <p:spPr bwMode="auto">
                <a:xfrm>
                  <a:off x="4615" y="3103"/>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 name="Picture 1698">
                  <a:extLst>
                    <a:ext uri="{FF2B5EF4-FFF2-40B4-BE49-F238E27FC236}">
                      <a16:creationId xmlns:a16="http://schemas.microsoft.com/office/drawing/2014/main" id="{3FF8CBFA-AF6B-40CE-9338-E310284AB8C1}"/>
                    </a:ext>
                  </a:extLst>
                </p:cNvPr>
                <p:cNvPicPr>
                  <a:picLocks noChangeAspect="1" noChangeArrowheads="1"/>
                </p:cNvPicPr>
                <p:nvPr/>
              </p:nvPicPr>
              <p:blipFill>
                <a:blip r:embed="rId790">
                  <a:extLst>
                    <a:ext uri="{28A0092B-C50C-407E-A947-70E740481C1C}">
                      <a14:useLocalDpi xmlns:a14="http://schemas.microsoft.com/office/drawing/2010/main" val="0"/>
                    </a:ext>
                  </a:extLst>
                </a:blip>
                <a:srcRect/>
                <a:stretch>
                  <a:fillRect/>
                </a:stretch>
              </p:blipFill>
              <p:spPr bwMode="auto">
                <a:xfrm>
                  <a:off x="4614" y="3104"/>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 name="Picture 1699">
                  <a:extLst>
                    <a:ext uri="{FF2B5EF4-FFF2-40B4-BE49-F238E27FC236}">
                      <a16:creationId xmlns:a16="http://schemas.microsoft.com/office/drawing/2014/main" id="{A1E9DD66-1EFA-4DEB-90D2-AF25B95A4DA2}"/>
                    </a:ext>
                  </a:extLst>
                </p:cNvPr>
                <p:cNvPicPr>
                  <a:picLocks noChangeAspect="1" noChangeArrowheads="1"/>
                </p:cNvPicPr>
                <p:nvPr/>
              </p:nvPicPr>
              <p:blipFill>
                <a:blip r:embed="rId791">
                  <a:extLst>
                    <a:ext uri="{28A0092B-C50C-407E-A947-70E740481C1C}">
                      <a14:useLocalDpi xmlns:a14="http://schemas.microsoft.com/office/drawing/2010/main" val="0"/>
                    </a:ext>
                  </a:extLst>
                </a:blip>
                <a:srcRect/>
                <a:stretch>
                  <a:fillRect/>
                </a:stretch>
              </p:blipFill>
              <p:spPr bwMode="auto">
                <a:xfrm>
                  <a:off x="4614" y="3104"/>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6" name="Picture 1700">
                  <a:extLst>
                    <a:ext uri="{FF2B5EF4-FFF2-40B4-BE49-F238E27FC236}">
                      <a16:creationId xmlns:a16="http://schemas.microsoft.com/office/drawing/2014/main" id="{129A281F-12A1-4B56-B5F2-6A1E7C0492FB}"/>
                    </a:ext>
                  </a:extLst>
                </p:cNvPr>
                <p:cNvPicPr>
                  <a:picLocks noChangeAspect="1" noChangeArrowheads="1"/>
                </p:cNvPicPr>
                <p:nvPr/>
              </p:nvPicPr>
              <p:blipFill>
                <a:blip r:embed="rId792">
                  <a:extLst>
                    <a:ext uri="{28A0092B-C50C-407E-A947-70E740481C1C}">
                      <a14:useLocalDpi xmlns:a14="http://schemas.microsoft.com/office/drawing/2010/main" val="0"/>
                    </a:ext>
                  </a:extLst>
                </a:blip>
                <a:srcRect/>
                <a:stretch>
                  <a:fillRect/>
                </a:stretch>
              </p:blipFill>
              <p:spPr bwMode="auto">
                <a:xfrm>
                  <a:off x="4614" y="3105"/>
                  <a:ext cx="8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7" name="Picture 1701">
                  <a:extLst>
                    <a:ext uri="{FF2B5EF4-FFF2-40B4-BE49-F238E27FC236}">
                      <a16:creationId xmlns:a16="http://schemas.microsoft.com/office/drawing/2014/main" id="{54731A92-479E-40AC-8DC0-10C827702EB6}"/>
                    </a:ext>
                  </a:extLst>
                </p:cNvPr>
                <p:cNvPicPr>
                  <a:picLocks noChangeAspect="1" noChangeArrowheads="1"/>
                </p:cNvPicPr>
                <p:nvPr/>
              </p:nvPicPr>
              <p:blipFill>
                <a:blip r:embed="rId793">
                  <a:extLst>
                    <a:ext uri="{28A0092B-C50C-407E-A947-70E740481C1C}">
                      <a14:useLocalDpi xmlns:a14="http://schemas.microsoft.com/office/drawing/2010/main" val="0"/>
                    </a:ext>
                  </a:extLst>
                </a:blip>
                <a:srcRect/>
                <a:stretch>
                  <a:fillRect/>
                </a:stretch>
              </p:blipFill>
              <p:spPr bwMode="auto">
                <a:xfrm>
                  <a:off x="4614" y="3106"/>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8" name="Picture 1702">
                  <a:extLst>
                    <a:ext uri="{FF2B5EF4-FFF2-40B4-BE49-F238E27FC236}">
                      <a16:creationId xmlns:a16="http://schemas.microsoft.com/office/drawing/2014/main" id="{0B4A4BFC-7E4B-4FC0-AC70-1D5798E207E1}"/>
                    </a:ext>
                  </a:extLst>
                </p:cNvPr>
                <p:cNvPicPr>
                  <a:picLocks noChangeAspect="1" noChangeArrowheads="1"/>
                </p:cNvPicPr>
                <p:nvPr/>
              </p:nvPicPr>
              <p:blipFill>
                <a:blip r:embed="rId794">
                  <a:extLst>
                    <a:ext uri="{28A0092B-C50C-407E-A947-70E740481C1C}">
                      <a14:useLocalDpi xmlns:a14="http://schemas.microsoft.com/office/drawing/2010/main" val="0"/>
                    </a:ext>
                  </a:extLst>
                </a:blip>
                <a:srcRect/>
                <a:stretch>
                  <a:fillRect/>
                </a:stretch>
              </p:blipFill>
              <p:spPr bwMode="auto">
                <a:xfrm>
                  <a:off x="4614" y="3107"/>
                  <a:ext cx="8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9" name="Picture 1703">
                  <a:extLst>
                    <a:ext uri="{FF2B5EF4-FFF2-40B4-BE49-F238E27FC236}">
                      <a16:creationId xmlns:a16="http://schemas.microsoft.com/office/drawing/2014/main" id="{4AB00541-15F8-452E-B447-F3763DBE7BDF}"/>
                    </a:ext>
                  </a:extLst>
                </p:cNvPr>
                <p:cNvPicPr>
                  <a:picLocks noChangeAspect="1" noChangeArrowheads="1"/>
                </p:cNvPicPr>
                <p:nvPr/>
              </p:nvPicPr>
              <p:blipFill>
                <a:blip r:embed="rId795">
                  <a:extLst>
                    <a:ext uri="{28A0092B-C50C-407E-A947-70E740481C1C}">
                      <a14:useLocalDpi xmlns:a14="http://schemas.microsoft.com/office/drawing/2010/main" val="0"/>
                    </a:ext>
                  </a:extLst>
                </a:blip>
                <a:srcRect/>
                <a:stretch>
                  <a:fillRect/>
                </a:stretch>
              </p:blipFill>
              <p:spPr bwMode="auto">
                <a:xfrm>
                  <a:off x="4614" y="3108"/>
                  <a:ext cx="8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68" name="Picture 1704">
                <a:extLst>
                  <a:ext uri="{FF2B5EF4-FFF2-40B4-BE49-F238E27FC236}">
                    <a16:creationId xmlns:a16="http://schemas.microsoft.com/office/drawing/2014/main" id="{215F2CFE-776A-408A-94F3-C8E6BF4EEF16}"/>
                  </a:ext>
                </a:extLst>
              </p:cNvPr>
              <p:cNvPicPr>
                <a:picLocks noChangeAspect="1" noChangeArrowheads="1"/>
              </p:cNvPicPr>
              <p:nvPr/>
            </p:nvPicPr>
            <p:blipFill>
              <a:blip r:embed="rId796">
                <a:extLst>
                  <a:ext uri="{28A0092B-C50C-407E-A947-70E740481C1C}">
                    <a14:useLocalDpi xmlns:a14="http://schemas.microsoft.com/office/drawing/2010/main" val="0"/>
                  </a:ext>
                </a:extLst>
              </a:blip>
              <a:srcRect/>
              <a:stretch>
                <a:fillRect/>
              </a:stretch>
            </p:blipFill>
            <p:spPr bwMode="auto">
              <a:xfrm>
                <a:off x="4614" y="3109"/>
                <a:ext cx="8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9" name="Picture 1705">
                <a:extLst>
                  <a:ext uri="{FF2B5EF4-FFF2-40B4-BE49-F238E27FC236}">
                    <a16:creationId xmlns:a16="http://schemas.microsoft.com/office/drawing/2014/main" id="{4AAE1370-BF9A-4A37-B6E6-F1976FF6D52B}"/>
                  </a:ext>
                </a:extLst>
              </p:cNvPr>
              <p:cNvPicPr>
                <a:picLocks noChangeAspect="1" noChangeArrowheads="1"/>
              </p:cNvPicPr>
              <p:nvPr/>
            </p:nvPicPr>
            <p:blipFill>
              <a:blip r:embed="rId797">
                <a:extLst>
                  <a:ext uri="{28A0092B-C50C-407E-A947-70E740481C1C}">
                    <a14:useLocalDpi xmlns:a14="http://schemas.microsoft.com/office/drawing/2010/main" val="0"/>
                  </a:ext>
                </a:extLst>
              </a:blip>
              <a:srcRect/>
              <a:stretch>
                <a:fillRect/>
              </a:stretch>
            </p:blipFill>
            <p:spPr bwMode="auto">
              <a:xfrm>
                <a:off x="4615" y="3110"/>
                <a:ext cx="7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0" name="Picture 1706">
                <a:extLst>
                  <a:ext uri="{FF2B5EF4-FFF2-40B4-BE49-F238E27FC236}">
                    <a16:creationId xmlns:a16="http://schemas.microsoft.com/office/drawing/2014/main" id="{42ED4FD3-5769-4FB3-96C6-630D7448C430}"/>
                  </a:ext>
                </a:extLst>
              </p:cNvPr>
              <p:cNvPicPr>
                <a:picLocks noChangeAspect="1" noChangeArrowheads="1"/>
              </p:cNvPicPr>
              <p:nvPr/>
            </p:nvPicPr>
            <p:blipFill>
              <a:blip r:embed="rId798">
                <a:extLst>
                  <a:ext uri="{28A0092B-C50C-407E-A947-70E740481C1C}">
                    <a14:useLocalDpi xmlns:a14="http://schemas.microsoft.com/office/drawing/2010/main" val="0"/>
                  </a:ext>
                </a:extLst>
              </a:blip>
              <a:srcRect/>
              <a:stretch>
                <a:fillRect/>
              </a:stretch>
            </p:blipFill>
            <p:spPr bwMode="auto">
              <a:xfrm>
                <a:off x="4615" y="3111"/>
                <a:ext cx="7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1" name="Picture 1707">
                <a:extLst>
                  <a:ext uri="{FF2B5EF4-FFF2-40B4-BE49-F238E27FC236}">
                    <a16:creationId xmlns:a16="http://schemas.microsoft.com/office/drawing/2014/main" id="{1DE18AF8-C4BC-44C0-B32B-88F8D084F203}"/>
                  </a:ext>
                </a:extLst>
              </p:cNvPr>
              <p:cNvPicPr>
                <a:picLocks noChangeAspect="1" noChangeArrowheads="1"/>
              </p:cNvPicPr>
              <p:nvPr/>
            </p:nvPicPr>
            <p:blipFill>
              <a:blip r:embed="rId799">
                <a:extLst>
                  <a:ext uri="{28A0092B-C50C-407E-A947-70E740481C1C}">
                    <a14:useLocalDpi xmlns:a14="http://schemas.microsoft.com/office/drawing/2010/main" val="0"/>
                  </a:ext>
                </a:extLst>
              </a:blip>
              <a:srcRect/>
              <a:stretch>
                <a:fillRect/>
              </a:stretch>
            </p:blipFill>
            <p:spPr bwMode="auto">
              <a:xfrm>
                <a:off x="4624" y="3112"/>
                <a:ext cx="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2" name="Picture 1708">
                <a:extLst>
                  <a:ext uri="{FF2B5EF4-FFF2-40B4-BE49-F238E27FC236}">
                    <a16:creationId xmlns:a16="http://schemas.microsoft.com/office/drawing/2014/main" id="{9599D043-D112-4678-9C5F-99A750213ADD}"/>
                  </a:ext>
                </a:extLst>
              </p:cNvPr>
              <p:cNvPicPr>
                <a:picLocks noChangeAspect="1" noChangeArrowheads="1"/>
              </p:cNvPicPr>
              <p:nvPr/>
            </p:nvPicPr>
            <p:blipFill>
              <a:blip r:embed="rId800">
                <a:extLst>
                  <a:ext uri="{28A0092B-C50C-407E-A947-70E740481C1C}">
                    <a14:useLocalDpi xmlns:a14="http://schemas.microsoft.com/office/drawing/2010/main" val="0"/>
                  </a:ext>
                </a:extLst>
              </a:blip>
              <a:srcRect/>
              <a:stretch>
                <a:fillRect/>
              </a:stretch>
            </p:blipFill>
            <p:spPr bwMode="auto">
              <a:xfrm>
                <a:off x="4648" y="3112"/>
                <a:ext cx="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3" name="Picture 1709">
                <a:extLst>
                  <a:ext uri="{FF2B5EF4-FFF2-40B4-BE49-F238E27FC236}">
                    <a16:creationId xmlns:a16="http://schemas.microsoft.com/office/drawing/2014/main" id="{6ED3D62F-21AC-438B-BC4D-DDBE88BA56D9}"/>
                  </a:ext>
                </a:extLst>
              </p:cNvPr>
              <p:cNvPicPr>
                <a:picLocks noChangeAspect="1" noChangeArrowheads="1"/>
              </p:cNvPicPr>
              <p:nvPr/>
            </p:nvPicPr>
            <p:blipFill>
              <a:blip r:embed="rId801">
                <a:extLst>
                  <a:ext uri="{28A0092B-C50C-407E-A947-70E740481C1C}">
                    <a14:useLocalDpi xmlns:a14="http://schemas.microsoft.com/office/drawing/2010/main" val="0"/>
                  </a:ext>
                </a:extLst>
              </a:blip>
              <a:srcRect/>
              <a:stretch>
                <a:fillRect/>
              </a:stretch>
            </p:blipFill>
            <p:spPr bwMode="auto">
              <a:xfrm>
                <a:off x="4675" y="3112"/>
                <a:ext cx="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4" name="Picture 1710">
                <a:extLst>
                  <a:ext uri="{FF2B5EF4-FFF2-40B4-BE49-F238E27FC236}">
                    <a16:creationId xmlns:a16="http://schemas.microsoft.com/office/drawing/2014/main" id="{D3651EAD-7895-4AA2-8B74-62079B1B495B}"/>
                  </a:ext>
                </a:extLst>
              </p:cNvPr>
              <p:cNvPicPr>
                <a:picLocks noChangeAspect="1" noChangeArrowheads="1"/>
              </p:cNvPicPr>
              <p:nvPr/>
            </p:nvPicPr>
            <p:blipFill>
              <a:blip r:embed="rId802">
                <a:extLst>
                  <a:ext uri="{28A0092B-C50C-407E-A947-70E740481C1C}">
                    <a14:useLocalDpi xmlns:a14="http://schemas.microsoft.com/office/drawing/2010/main" val="0"/>
                  </a:ext>
                </a:extLst>
              </a:blip>
              <a:srcRect/>
              <a:stretch>
                <a:fillRect/>
              </a:stretch>
            </p:blipFill>
            <p:spPr bwMode="auto">
              <a:xfrm>
                <a:off x="4626" y="3113"/>
                <a:ext cx="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 name="Picture 1711">
                <a:extLst>
                  <a:ext uri="{FF2B5EF4-FFF2-40B4-BE49-F238E27FC236}">
                    <a16:creationId xmlns:a16="http://schemas.microsoft.com/office/drawing/2014/main" id="{1437A306-2BBB-46C1-922C-BDDF7380A2C5}"/>
                  </a:ext>
                </a:extLst>
              </p:cNvPr>
              <p:cNvPicPr>
                <a:picLocks noChangeAspect="1" noChangeArrowheads="1"/>
              </p:cNvPicPr>
              <p:nvPr/>
            </p:nvPicPr>
            <p:blipFill>
              <a:blip r:embed="rId803">
                <a:extLst>
                  <a:ext uri="{28A0092B-C50C-407E-A947-70E740481C1C}">
                    <a14:useLocalDpi xmlns:a14="http://schemas.microsoft.com/office/drawing/2010/main" val="0"/>
                  </a:ext>
                </a:extLst>
              </a:blip>
              <a:srcRect/>
              <a:stretch>
                <a:fillRect/>
              </a:stretch>
            </p:blipFill>
            <p:spPr bwMode="auto">
              <a:xfrm>
                <a:off x="4648" y="3113"/>
                <a:ext cx="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 name="Picture 1712">
                <a:extLst>
                  <a:ext uri="{FF2B5EF4-FFF2-40B4-BE49-F238E27FC236}">
                    <a16:creationId xmlns:a16="http://schemas.microsoft.com/office/drawing/2014/main" id="{1A1B9FDD-CE59-483B-ABCA-53BD05BD798C}"/>
                  </a:ext>
                </a:extLst>
              </p:cNvPr>
              <p:cNvPicPr>
                <a:picLocks noChangeAspect="1" noChangeArrowheads="1"/>
              </p:cNvPicPr>
              <p:nvPr/>
            </p:nvPicPr>
            <p:blipFill>
              <a:blip r:embed="rId804">
                <a:extLst>
                  <a:ext uri="{28A0092B-C50C-407E-A947-70E740481C1C}">
                    <a14:useLocalDpi xmlns:a14="http://schemas.microsoft.com/office/drawing/2010/main" val="0"/>
                  </a:ext>
                </a:extLst>
              </a:blip>
              <a:srcRect/>
              <a:stretch>
                <a:fillRect/>
              </a:stretch>
            </p:blipFill>
            <p:spPr bwMode="auto">
              <a:xfrm>
                <a:off x="4676" y="3113"/>
                <a:ext cx="1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7" name="Picture 1713">
                <a:extLst>
                  <a:ext uri="{FF2B5EF4-FFF2-40B4-BE49-F238E27FC236}">
                    <a16:creationId xmlns:a16="http://schemas.microsoft.com/office/drawing/2014/main" id="{A1761DEF-BFB4-4532-865E-5A53A151C92A}"/>
                  </a:ext>
                </a:extLst>
              </p:cNvPr>
              <p:cNvPicPr>
                <a:picLocks noChangeAspect="1" noChangeArrowheads="1"/>
              </p:cNvPicPr>
              <p:nvPr/>
            </p:nvPicPr>
            <p:blipFill>
              <a:blip r:embed="rId220">
                <a:extLst>
                  <a:ext uri="{28A0092B-C50C-407E-A947-70E740481C1C}">
                    <a14:useLocalDpi xmlns:a14="http://schemas.microsoft.com/office/drawing/2010/main" val="0"/>
                  </a:ext>
                </a:extLst>
              </a:blip>
              <a:srcRect/>
              <a:stretch>
                <a:fillRect/>
              </a:stretch>
            </p:blipFill>
            <p:spPr bwMode="auto">
              <a:xfrm>
                <a:off x="4628" y="3114"/>
                <a:ext cx="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8" name="Picture 1714">
                <a:extLst>
                  <a:ext uri="{FF2B5EF4-FFF2-40B4-BE49-F238E27FC236}">
                    <a16:creationId xmlns:a16="http://schemas.microsoft.com/office/drawing/2014/main" id="{5E9DE08B-6355-45C2-BA48-1EB8A714B2EC}"/>
                  </a:ext>
                </a:extLst>
              </p:cNvPr>
              <p:cNvPicPr>
                <a:picLocks noChangeAspect="1" noChangeArrowheads="1"/>
              </p:cNvPicPr>
              <p:nvPr/>
            </p:nvPicPr>
            <p:blipFill>
              <a:blip r:embed="rId805">
                <a:extLst>
                  <a:ext uri="{28A0092B-C50C-407E-A947-70E740481C1C}">
                    <a14:useLocalDpi xmlns:a14="http://schemas.microsoft.com/office/drawing/2010/main" val="0"/>
                  </a:ext>
                </a:extLst>
              </a:blip>
              <a:srcRect/>
              <a:stretch>
                <a:fillRect/>
              </a:stretch>
            </p:blipFill>
            <p:spPr bwMode="auto">
              <a:xfrm>
                <a:off x="4648" y="3114"/>
                <a:ext cx="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9" name="Picture 1715">
                <a:extLst>
                  <a:ext uri="{FF2B5EF4-FFF2-40B4-BE49-F238E27FC236}">
                    <a16:creationId xmlns:a16="http://schemas.microsoft.com/office/drawing/2014/main" id="{DE3F193B-F9D0-40DC-AA9B-BF70ECF732E9}"/>
                  </a:ext>
                </a:extLst>
              </p:cNvPr>
              <p:cNvPicPr>
                <a:picLocks noChangeAspect="1" noChangeArrowheads="1"/>
              </p:cNvPicPr>
              <p:nvPr/>
            </p:nvPicPr>
            <p:blipFill>
              <a:blip r:embed="rId220">
                <a:extLst>
                  <a:ext uri="{28A0092B-C50C-407E-A947-70E740481C1C}">
                    <a14:useLocalDpi xmlns:a14="http://schemas.microsoft.com/office/drawing/2010/main" val="0"/>
                  </a:ext>
                </a:extLst>
              </a:blip>
              <a:srcRect/>
              <a:stretch>
                <a:fillRect/>
              </a:stretch>
            </p:blipFill>
            <p:spPr bwMode="auto">
              <a:xfrm>
                <a:off x="4678" y="3114"/>
                <a:ext cx="1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0" name="Picture 1716">
                <a:extLst>
                  <a:ext uri="{FF2B5EF4-FFF2-40B4-BE49-F238E27FC236}">
                    <a16:creationId xmlns:a16="http://schemas.microsoft.com/office/drawing/2014/main" id="{47C8FE9D-8805-41A3-A921-34363C9E38E2}"/>
                  </a:ext>
                </a:extLst>
              </p:cNvPr>
              <p:cNvPicPr>
                <a:picLocks noChangeAspect="1" noChangeArrowheads="1"/>
              </p:cNvPicPr>
              <p:nvPr/>
            </p:nvPicPr>
            <p:blipFill>
              <a:blip r:embed="rId221">
                <a:extLst>
                  <a:ext uri="{28A0092B-C50C-407E-A947-70E740481C1C}">
                    <a14:useLocalDpi xmlns:a14="http://schemas.microsoft.com/office/drawing/2010/main" val="0"/>
                  </a:ext>
                </a:extLst>
              </a:blip>
              <a:srcRect/>
              <a:stretch>
                <a:fillRect/>
              </a:stretch>
            </p:blipFill>
            <p:spPr bwMode="auto">
              <a:xfrm>
                <a:off x="4628" y="3115"/>
                <a:ext cx="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1" name="Picture 1717">
                <a:extLst>
                  <a:ext uri="{FF2B5EF4-FFF2-40B4-BE49-F238E27FC236}">
                    <a16:creationId xmlns:a16="http://schemas.microsoft.com/office/drawing/2014/main" id="{5EF3B48D-0F67-41FF-838A-15F5A6782D5A}"/>
                  </a:ext>
                </a:extLst>
              </p:cNvPr>
              <p:cNvPicPr>
                <a:picLocks noChangeAspect="1" noChangeArrowheads="1"/>
              </p:cNvPicPr>
              <p:nvPr/>
            </p:nvPicPr>
            <p:blipFill>
              <a:blip r:embed="rId806">
                <a:extLst>
                  <a:ext uri="{28A0092B-C50C-407E-A947-70E740481C1C}">
                    <a14:useLocalDpi xmlns:a14="http://schemas.microsoft.com/office/drawing/2010/main" val="0"/>
                  </a:ext>
                </a:extLst>
              </a:blip>
              <a:srcRect/>
              <a:stretch>
                <a:fillRect/>
              </a:stretch>
            </p:blipFill>
            <p:spPr bwMode="auto">
              <a:xfrm>
                <a:off x="4648" y="3115"/>
                <a:ext cx="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2" name="Picture 1718">
                <a:extLst>
                  <a:ext uri="{FF2B5EF4-FFF2-40B4-BE49-F238E27FC236}">
                    <a16:creationId xmlns:a16="http://schemas.microsoft.com/office/drawing/2014/main" id="{B7B67AF4-46D0-4663-AEEF-5085152CF360}"/>
                  </a:ext>
                </a:extLst>
              </p:cNvPr>
              <p:cNvPicPr>
                <a:picLocks noChangeAspect="1" noChangeArrowheads="1"/>
              </p:cNvPicPr>
              <p:nvPr/>
            </p:nvPicPr>
            <p:blipFill>
              <a:blip r:embed="rId807">
                <a:extLst>
                  <a:ext uri="{28A0092B-C50C-407E-A947-70E740481C1C}">
                    <a14:useLocalDpi xmlns:a14="http://schemas.microsoft.com/office/drawing/2010/main" val="0"/>
                  </a:ext>
                </a:extLst>
              </a:blip>
              <a:srcRect/>
              <a:stretch>
                <a:fillRect/>
              </a:stretch>
            </p:blipFill>
            <p:spPr bwMode="auto">
              <a:xfrm>
                <a:off x="4682" y="3115"/>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3" name="Picture 1719">
                <a:extLst>
                  <a:ext uri="{FF2B5EF4-FFF2-40B4-BE49-F238E27FC236}">
                    <a16:creationId xmlns:a16="http://schemas.microsoft.com/office/drawing/2014/main" id="{BCFAD7A0-2203-49AD-9534-B97F27426371}"/>
                  </a:ext>
                </a:extLst>
              </p:cNvPr>
              <p:cNvPicPr>
                <a:picLocks noChangeAspect="1" noChangeArrowheads="1"/>
              </p:cNvPicPr>
              <p:nvPr/>
            </p:nvPicPr>
            <p:blipFill>
              <a:blip r:embed="rId808">
                <a:extLst>
                  <a:ext uri="{28A0092B-C50C-407E-A947-70E740481C1C}">
                    <a14:useLocalDpi xmlns:a14="http://schemas.microsoft.com/office/drawing/2010/main" val="0"/>
                  </a:ext>
                </a:extLst>
              </a:blip>
              <a:srcRect/>
              <a:stretch>
                <a:fillRect/>
              </a:stretch>
            </p:blipFill>
            <p:spPr bwMode="auto">
              <a:xfrm>
                <a:off x="4607" y="3116"/>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4" name="Picture 1720">
                <a:extLst>
                  <a:ext uri="{FF2B5EF4-FFF2-40B4-BE49-F238E27FC236}">
                    <a16:creationId xmlns:a16="http://schemas.microsoft.com/office/drawing/2014/main" id="{F525AA8F-953D-4E7F-BD95-AD6192F91CB1}"/>
                  </a:ext>
                </a:extLst>
              </p:cNvPr>
              <p:cNvPicPr>
                <a:picLocks noChangeAspect="1" noChangeArrowheads="1"/>
              </p:cNvPicPr>
              <p:nvPr/>
            </p:nvPicPr>
            <p:blipFill>
              <a:blip r:embed="rId809">
                <a:extLst>
                  <a:ext uri="{28A0092B-C50C-407E-A947-70E740481C1C}">
                    <a14:useLocalDpi xmlns:a14="http://schemas.microsoft.com/office/drawing/2010/main" val="0"/>
                  </a:ext>
                </a:extLst>
              </a:blip>
              <a:srcRect/>
              <a:stretch>
                <a:fillRect/>
              </a:stretch>
            </p:blipFill>
            <p:spPr bwMode="auto">
              <a:xfrm>
                <a:off x="4648" y="3116"/>
                <a:ext cx="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5" name="Picture 1721">
                <a:extLst>
                  <a:ext uri="{FF2B5EF4-FFF2-40B4-BE49-F238E27FC236}">
                    <a16:creationId xmlns:a16="http://schemas.microsoft.com/office/drawing/2014/main" id="{EF549070-1FE8-4B8B-B202-49335C3C8194}"/>
                  </a:ext>
                </a:extLst>
              </p:cNvPr>
              <p:cNvPicPr>
                <a:picLocks noChangeAspect="1" noChangeArrowheads="1"/>
              </p:cNvPicPr>
              <p:nvPr/>
            </p:nvPicPr>
            <p:blipFill>
              <a:blip r:embed="rId808">
                <a:extLst>
                  <a:ext uri="{28A0092B-C50C-407E-A947-70E740481C1C}">
                    <a14:useLocalDpi xmlns:a14="http://schemas.microsoft.com/office/drawing/2010/main" val="0"/>
                  </a:ext>
                </a:extLst>
              </a:blip>
              <a:srcRect/>
              <a:stretch>
                <a:fillRect/>
              </a:stretch>
            </p:blipFill>
            <p:spPr bwMode="auto">
              <a:xfrm>
                <a:off x="4685" y="3116"/>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 name="Picture 1722">
                <a:extLst>
                  <a:ext uri="{FF2B5EF4-FFF2-40B4-BE49-F238E27FC236}">
                    <a16:creationId xmlns:a16="http://schemas.microsoft.com/office/drawing/2014/main" id="{5030D6C9-F39F-4A1D-B980-D69231BFC422}"/>
                  </a:ext>
                </a:extLst>
              </p:cNvPr>
              <p:cNvPicPr>
                <a:picLocks noChangeAspect="1" noChangeArrowheads="1"/>
              </p:cNvPicPr>
              <p:nvPr/>
            </p:nvPicPr>
            <p:blipFill>
              <a:blip r:embed="rId227">
                <a:extLst>
                  <a:ext uri="{28A0092B-C50C-407E-A947-70E740481C1C}">
                    <a14:useLocalDpi xmlns:a14="http://schemas.microsoft.com/office/drawing/2010/main" val="0"/>
                  </a:ext>
                </a:extLst>
              </a:blip>
              <a:srcRect/>
              <a:stretch>
                <a:fillRect/>
              </a:stretch>
            </p:blipFill>
            <p:spPr bwMode="auto">
              <a:xfrm>
                <a:off x="4600" y="3117"/>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7" name="Picture 1723">
                <a:extLst>
                  <a:ext uri="{FF2B5EF4-FFF2-40B4-BE49-F238E27FC236}">
                    <a16:creationId xmlns:a16="http://schemas.microsoft.com/office/drawing/2014/main" id="{07AB4E69-D926-4994-AE80-EDAC2371CEDC}"/>
                  </a:ext>
                </a:extLst>
              </p:cNvPr>
              <p:cNvPicPr>
                <a:picLocks noChangeAspect="1" noChangeArrowheads="1"/>
              </p:cNvPicPr>
              <p:nvPr/>
            </p:nvPicPr>
            <p:blipFill>
              <a:blip r:embed="rId810">
                <a:extLst>
                  <a:ext uri="{28A0092B-C50C-407E-A947-70E740481C1C}">
                    <a14:useLocalDpi xmlns:a14="http://schemas.microsoft.com/office/drawing/2010/main" val="0"/>
                  </a:ext>
                </a:extLst>
              </a:blip>
              <a:srcRect/>
              <a:stretch>
                <a:fillRect/>
              </a:stretch>
            </p:blipFill>
            <p:spPr bwMode="auto">
              <a:xfrm>
                <a:off x="4607" y="3117"/>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8" name="Picture 1724">
                <a:extLst>
                  <a:ext uri="{FF2B5EF4-FFF2-40B4-BE49-F238E27FC236}">
                    <a16:creationId xmlns:a16="http://schemas.microsoft.com/office/drawing/2014/main" id="{BD455F19-B6DC-4120-BFAB-F129F036900E}"/>
                  </a:ext>
                </a:extLst>
              </p:cNvPr>
              <p:cNvPicPr>
                <a:picLocks noChangeAspect="1" noChangeArrowheads="1"/>
              </p:cNvPicPr>
              <p:nvPr/>
            </p:nvPicPr>
            <p:blipFill>
              <a:blip r:embed="rId811">
                <a:extLst>
                  <a:ext uri="{28A0092B-C50C-407E-A947-70E740481C1C}">
                    <a14:useLocalDpi xmlns:a14="http://schemas.microsoft.com/office/drawing/2010/main" val="0"/>
                  </a:ext>
                </a:extLst>
              </a:blip>
              <a:srcRect/>
              <a:stretch>
                <a:fillRect/>
              </a:stretch>
            </p:blipFill>
            <p:spPr bwMode="auto">
              <a:xfrm>
                <a:off x="4648" y="3117"/>
                <a:ext cx="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9" name="Picture 1725">
                <a:extLst>
                  <a:ext uri="{FF2B5EF4-FFF2-40B4-BE49-F238E27FC236}">
                    <a16:creationId xmlns:a16="http://schemas.microsoft.com/office/drawing/2014/main" id="{437CDCDE-378A-47DE-97BB-DBF2A2A00D2C}"/>
                  </a:ext>
                </a:extLst>
              </p:cNvPr>
              <p:cNvPicPr>
                <a:picLocks noChangeAspect="1" noChangeArrowheads="1"/>
              </p:cNvPicPr>
              <p:nvPr/>
            </p:nvPicPr>
            <p:blipFill>
              <a:blip r:embed="rId810">
                <a:extLst>
                  <a:ext uri="{28A0092B-C50C-407E-A947-70E740481C1C}">
                    <a14:useLocalDpi xmlns:a14="http://schemas.microsoft.com/office/drawing/2010/main" val="0"/>
                  </a:ext>
                </a:extLst>
              </a:blip>
              <a:srcRect/>
              <a:stretch>
                <a:fillRect/>
              </a:stretch>
            </p:blipFill>
            <p:spPr bwMode="auto">
              <a:xfrm>
                <a:off x="4685" y="3117"/>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0" name="Picture 1726">
                <a:extLst>
                  <a:ext uri="{FF2B5EF4-FFF2-40B4-BE49-F238E27FC236}">
                    <a16:creationId xmlns:a16="http://schemas.microsoft.com/office/drawing/2014/main" id="{D263D68D-0C58-47B8-9B76-3E0EE09960AD}"/>
                  </a:ext>
                </a:extLst>
              </p:cNvPr>
              <p:cNvPicPr>
                <a:picLocks noChangeAspect="1" noChangeArrowheads="1"/>
              </p:cNvPicPr>
              <p:nvPr/>
            </p:nvPicPr>
            <p:blipFill>
              <a:blip r:embed="rId227">
                <a:extLst>
                  <a:ext uri="{28A0092B-C50C-407E-A947-70E740481C1C}">
                    <a14:useLocalDpi xmlns:a14="http://schemas.microsoft.com/office/drawing/2010/main" val="0"/>
                  </a:ext>
                </a:extLst>
              </a:blip>
              <a:srcRect/>
              <a:stretch>
                <a:fillRect/>
              </a:stretch>
            </p:blipFill>
            <p:spPr bwMode="auto">
              <a:xfrm>
                <a:off x="4715" y="3117"/>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1" name="Picture 1727">
                <a:extLst>
                  <a:ext uri="{FF2B5EF4-FFF2-40B4-BE49-F238E27FC236}">
                    <a16:creationId xmlns:a16="http://schemas.microsoft.com/office/drawing/2014/main" id="{4C66E0A7-4449-4C03-BCDE-30C0D6443F29}"/>
                  </a:ext>
                </a:extLst>
              </p:cNvPr>
              <p:cNvPicPr>
                <a:picLocks noChangeAspect="1" noChangeArrowheads="1"/>
              </p:cNvPicPr>
              <p:nvPr/>
            </p:nvPicPr>
            <p:blipFill>
              <a:blip r:embed="rId812">
                <a:extLst>
                  <a:ext uri="{28A0092B-C50C-407E-A947-70E740481C1C}">
                    <a14:useLocalDpi xmlns:a14="http://schemas.microsoft.com/office/drawing/2010/main" val="0"/>
                  </a:ext>
                </a:extLst>
              </a:blip>
              <a:srcRect/>
              <a:stretch>
                <a:fillRect/>
              </a:stretch>
            </p:blipFill>
            <p:spPr bwMode="auto">
              <a:xfrm>
                <a:off x="4599" y="3118"/>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2" name="Picture 1728">
                <a:extLst>
                  <a:ext uri="{FF2B5EF4-FFF2-40B4-BE49-F238E27FC236}">
                    <a16:creationId xmlns:a16="http://schemas.microsoft.com/office/drawing/2014/main" id="{4DA085AF-39A5-47E0-864E-A69058B5E715}"/>
                  </a:ext>
                </a:extLst>
              </p:cNvPr>
              <p:cNvPicPr>
                <a:picLocks noChangeAspect="1" noChangeArrowheads="1"/>
              </p:cNvPicPr>
              <p:nvPr/>
            </p:nvPicPr>
            <p:blipFill>
              <a:blip r:embed="rId813">
                <a:extLst>
                  <a:ext uri="{28A0092B-C50C-407E-A947-70E740481C1C}">
                    <a14:useLocalDpi xmlns:a14="http://schemas.microsoft.com/office/drawing/2010/main" val="0"/>
                  </a:ext>
                </a:extLst>
              </a:blip>
              <a:srcRect/>
              <a:stretch>
                <a:fillRect/>
              </a:stretch>
            </p:blipFill>
            <p:spPr bwMode="auto">
              <a:xfrm>
                <a:off x="4607" y="3118"/>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3" name="Picture 1729">
                <a:extLst>
                  <a:ext uri="{FF2B5EF4-FFF2-40B4-BE49-F238E27FC236}">
                    <a16:creationId xmlns:a16="http://schemas.microsoft.com/office/drawing/2014/main" id="{D109BEDD-4180-4FE9-AE14-F59F6E755B59}"/>
                  </a:ext>
                </a:extLst>
              </p:cNvPr>
              <p:cNvPicPr>
                <a:picLocks noChangeAspect="1" noChangeArrowheads="1"/>
              </p:cNvPicPr>
              <p:nvPr/>
            </p:nvPicPr>
            <p:blipFill>
              <a:blip r:embed="rId814">
                <a:extLst>
                  <a:ext uri="{28A0092B-C50C-407E-A947-70E740481C1C}">
                    <a14:useLocalDpi xmlns:a14="http://schemas.microsoft.com/office/drawing/2010/main" val="0"/>
                  </a:ext>
                </a:extLst>
              </a:blip>
              <a:srcRect/>
              <a:stretch>
                <a:fillRect/>
              </a:stretch>
            </p:blipFill>
            <p:spPr bwMode="auto">
              <a:xfrm>
                <a:off x="4648" y="3118"/>
                <a:ext cx="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4" name="Picture 1730">
                <a:extLst>
                  <a:ext uri="{FF2B5EF4-FFF2-40B4-BE49-F238E27FC236}">
                    <a16:creationId xmlns:a16="http://schemas.microsoft.com/office/drawing/2014/main" id="{BD6DF12D-EBD5-43B9-9153-451BC9570EB1}"/>
                  </a:ext>
                </a:extLst>
              </p:cNvPr>
              <p:cNvPicPr>
                <a:picLocks noChangeAspect="1" noChangeArrowheads="1"/>
              </p:cNvPicPr>
              <p:nvPr/>
            </p:nvPicPr>
            <p:blipFill>
              <a:blip r:embed="rId813">
                <a:extLst>
                  <a:ext uri="{28A0092B-C50C-407E-A947-70E740481C1C}">
                    <a14:useLocalDpi xmlns:a14="http://schemas.microsoft.com/office/drawing/2010/main" val="0"/>
                  </a:ext>
                </a:extLst>
              </a:blip>
              <a:srcRect/>
              <a:stretch>
                <a:fillRect/>
              </a:stretch>
            </p:blipFill>
            <p:spPr bwMode="auto">
              <a:xfrm>
                <a:off x="4685" y="3118"/>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5" name="Picture 1731">
                <a:extLst>
                  <a:ext uri="{FF2B5EF4-FFF2-40B4-BE49-F238E27FC236}">
                    <a16:creationId xmlns:a16="http://schemas.microsoft.com/office/drawing/2014/main" id="{97480692-BA3E-49C0-97BF-D91E54C77858}"/>
                  </a:ext>
                </a:extLst>
              </p:cNvPr>
              <p:cNvPicPr>
                <a:picLocks noChangeAspect="1" noChangeArrowheads="1"/>
              </p:cNvPicPr>
              <p:nvPr/>
            </p:nvPicPr>
            <p:blipFill>
              <a:blip r:embed="rId815">
                <a:extLst>
                  <a:ext uri="{28A0092B-C50C-407E-A947-70E740481C1C}">
                    <a14:useLocalDpi xmlns:a14="http://schemas.microsoft.com/office/drawing/2010/main" val="0"/>
                  </a:ext>
                </a:extLst>
              </a:blip>
              <a:srcRect/>
              <a:stretch>
                <a:fillRect/>
              </a:stretch>
            </p:blipFill>
            <p:spPr bwMode="auto">
              <a:xfrm>
                <a:off x="4714" y="3118"/>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 name="Picture 1732">
                <a:extLst>
                  <a:ext uri="{FF2B5EF4-FFF2-40B4-BE49-F238E27FC236}">
                    <a16:creationId xmlns:a16="http://schemas.microsoft.com/office/drawing/2014/main" id="{200C8C28-E711-4BB7-AF08-D9850F6C129D}"/>
                  </a:ext>
                </a:extLst>
              </p:cNvPr>
              <p:cNvPicPr>
                <a:picLocks noChangeAspect="1" noChangeArrowheads="1"/>
              </p:cNvPicPr>
              <p:nvPr/>
            </p:nvPicPr>
            <p:blipFill>
              <a:blip r:embed="rId816">
                <a:extLst>
                  <a:ext uri="{28A0092B-C50C-407E-A947-70E740481C1C}">
                    <a14:useLocalDpi xmlns:a14="http://schemas.microsoft.com/office/drawing/2010/main" val="0"/>
                  </a:ext>
                </a:extLst>
              </a:blip>
              <a:srcRect/>
              <a:stretch>
                <a:fillRect/>
              </a:stretch>
            </p:blipFill>
            <p:spPr bwMode="auto">
              <a:xfrm>
                <a:off x="4599" y="3119"/>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7" name="Picture 1733">
                <a:extLst>
                  <a:ext uri="{FF2B5EF4-FFF2-40B4-BE49-F238E27FC236}">
                    <a16:creationId xmlns:a16="http://schemas.microsoft.com/office/drawing/2014/main" id="{A41AD06B-4CBC-44C2-8FC7-61B22B813ADB}"/>
                  </a:ext>
                </a:extLst>
              </p:cNvPr>
              <p:cNvPicPr>
                <a:picLocks noChangeAspect="1" noChangeArrowheads="1"/>
              </p:cNvPicPr>
              <p:nvPr/>
            </p:nvPicPr>
            <p:blipFill>
              <a:blip r:embed="rId817">
                <a:extLst>
                  <a:ext uri="{28A0092B-C50C-407E-A947-70E740481C1C}">
                    <a14:useLocalDpi xmlns:a14="http://schemas.microsoft.com/office/drawing/2010/main" val="0"/>
                  </a:ext>
                </a:extLst>
              </a:blip>
              <a:srcRect/>
              <a:stretch>
                <a:fillRect/>
              </a:stretch>
            </p:blipFill>
            <p:spPr bwMode="auto">
              <a:xfrm>
                <a:off x="4599" y="3120"/>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8" name="Picture 1734">
                <a:extLst>
                  <a:ext uri="{FF2B5EF4-FFF2-40B4-BE49-F238E27FC236}">
                    <a16:creationId xmlns:a16="http://schemas.microsoft.com/office/drawing/2014/main" id="{4AF44655-BB7C-47EF-B761-784F2C241BB3}"/>
                  </a:ext>
                </a:extLst>
              </p:cNvPr>
              <p:cNvPicPr>
                <a:picLocks noChangeAspect="1" noChangeArrowheads="1"/>
              </p:cNvPicPr>
              <p:nvPr/>
            </p:nvPicPr>
            <p:blipFill>
              <a:blip r:embed="rId818">
                <a:extLst>
                  <a:ext uri="{28A0092B-C50C-407E-A947-70E740481C1C}">
                    <a14:useLocalDpi xmlns:a14="http://schemas.microsoft.com/office/drawing/2010/main" val="0"/>
                  </a:ext>
                </a:extLst>
              </a:blip>
              <a:srcRect/>
              <a:stretch>
                <a:fillRect/>
              </a:stretch>
            </p:blipFill>
            <p:spPr bwMode="auto">
              <a:xfrm>
                <a:off x="4599" y="3121"/>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9" name="Picture 1735">
                <a:extLst>
                  <a:ext uri="{FF2B5EF4-FFF2-40B4-BE49-F238E27FC236}">
                    <a16:creationId xmlns:a16="http://schemas.microsoft.com/office/drawing/2014/main" id="{7B219AD5-E88D-4B74-8BCF-14F5A2130876}"/>
                  </a:ext>
                </a:extLst>
              </p:cNvPr>
              <p:cNvPicPr>
                <a:picLocks noChangeAspect="1" noChangeArrowheads="1"/>
              </p:cNvPicPr>
              <p:nvPr/>
            </p:nvPicPr>
            <p:blipFill>
              <a:blip r:embed="rId819">
                <a:extLst>
                  <a:ext uri="{28A0092B-C50C-407E-A947-70E740481C1C}">
                    <a14:useLocalDpi xmlns:a14="http://schemas.microsoft.com/office/drawing/2010/main" val="0"/>
                  </a:ext>
                </a:extLst>
              </a:blip>
              <a:srcRect/>
              <a:stretch>
                <a:fillRect/>
              </a:stretch>
            </p:blipFill>
            <p:spPr bwMode="auto">
              <a:xfrm>
                <a:off x="4599" y="3122"/>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0" name="Picture 1736">
                <a:extLst>
                  <a:ext uri="{FF2B5EF4-FFF2-40B4-BE49-F238E27FC236}">
                    <a16:creationId xmlns:a16="http://schemas.microsoft.com/office/drawing/2014/main" id="{624676B1-ECBA-4554-8C3D-2696E5072C96}"/>
                  </a:ext>
                </a:extLst>
              </p:cNvPr>
              <p:cNvPicPr>
                <a:picLocks noChangeAspect="1" noChangeArrowheads="1"/>
              </p:cNvPicPr>
              <p:nvPr/>
            </p:nvPicPr>
            <p:blipFill>
              <a:blip r:embed="rId820">
                <a:extLst>
                  <a:ext uri="{28A0092B-C50C-407E-A947-70E740481C1C}">
                    <a14:useLocalDpi xmlns:a14="http://schemas.microsoft.com/office/drawing/2010/main" val="0"/>
                  </a:ext>
                </a:extLst>
              </a:blip>
              <a:srcRect/>
              <a:stretch>
                <a:fillRect/>
              </a:stretch>
            </p:blipFill>
            <p:spPr bwMode="auto">
              <a:xfrm>
                <a:off x="4599" y="3123"/>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1" name="Picture 1737">
                <a:extLst>
                  <a:ext uri="{FF2B5EF4-FFF2-40B4-BE49-F238E27FC236}">
                    <a16:creationId xmlns:a16="http://schemas.microsoft.com/office/drawing/2014/main" id="{3AFC5AE4-9B39-4BE2-AF5B-C919FC7A62E7}"/>
                  </a:ext>
                </a:extLst>
              </p:cNvPr>
              <p:cNvPicPr>
                <a:picLocks noChangeAspect="1" noChangeArrowheads="1"/>
              </p:cNvPicPr>
              <p:nvPr/>
            </p:nvPicPr>
            <p:blipFill>
              <a:blip r:embed="rId821">
                <a:extLst>
                  <a:ext uri="{28A0092B-C50C-407E-A947-70E740481C1C}">
                    <a14:useLocalDpi xmlns:a14="http://schemas.microsoft.com/office/drawing/2010/main" val="0"/>
                  </a:ext>
                </a:extLst>
              </a:blip>
              <a:srcRect/>
              <a:stretch>
                <a:fillRect/>
              </a:stretch>
            </p:blipFill>
            <p:spPr bwMode="auto">
              <a:xfrm>
                <a:off x="4591" y="3124"/>
                <a:ext cx="1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2" name="Picture 1738">
                <a:extLst>
                  <a:ext uri="{FF2B5EF4-FFF2-40B4-BE49-F238E27FC236}">
                    <a16:creationId xmlns:a16="http://schemas.microsoft.com/office/drawing/2014/main" id="{F7E5EB0A-E513-4C74-BC7B-7D6863586B63}"/>
                  </a:ext>
                </a:extLst>
              </p:cNvPr>
              <p:cNvPicPr>
                <a:picLocks noChangeAspect="1" noChangeArrowheads="1"/>
              </p:cNvPicPr>
              <p:nvPr/>
            </p:nvPicPr>
            <p:blipFill>
              <a:blip r:embed="rId822">
                <a:extLst>
                  <a:ext uri="{28A0092B-C50C-407E-A947-70E740481C1C}">
                    <a14:useLocalDpi xmlns:a14="http://schemas.microsoft.com/office/drawing/2010/main" val="0"/>
                  </a:ext>
                </a:extLst>
              </a:blip>
              <a:srcRect/>
              <a:stretch>
                <a:fillRect/>
              </a:stretch>
            </p:blipFill>
            <p:spPr bwMode="auto">
              <a:xfrm>
                <a:off x="4590" y="3125"/>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3" name="Picture 1739">
                <a:extLst>
                  <a:ext uri="{FF2B5EF4-FFF2-40B4-BE49-F238E27FC236}">
                    <a16:creationId xmlns:a16="http://schemas.microsoft.com/office/drawing/2014/main" id="{9DC52F04-D865-4399-A631-8B5B3A936A5F}"/>
                  </a:ext>
                </a:extLst>
              </p:cNvPr>
              <p:cNvPicPr>
                <a:picLocks noChangeAspect="1" noChangeArrowheads="1"/>
              </p:cNvPicPr>
              <p:nvPr/>
            </p:nvPicPr>
            <p:blipFill>
              <a:blip r:embed="rId823">
                <a:extLst>
                  <a:ext uri="{28A0092B-C50C-407E-A947-70E740481C1C}">
                    <a14:useLocalDpi xmlns:a14="http://schemas.microsoft.com/office/drawing/2010/main" val="0"/>
                  </a:ext>
                </a:extLst>
              </a:blip>
              <a:srcRect/>
              <a:stretch>
                <a:fillRect/>
              </a:stretch>
            </p:blipFill>
            <p:spPr bwMode="auto">
              <a:xfrm>
                <a:off x="4590" y="3126"/>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4" name="Picture 1740">
                <a:extLst>
                  <a:ext uri="{FF2B5EF4-FFF2-40B4-BE49-F238E27FC236}">
                    <a16:creationId xmlns:a16="http://schemas.microsoft.com/office/drawing/2014/main" id="{03AA303E-CD47-45DD-A4AB-D6C6D821CAE9}"/>
                  </a:ext>
                </a:extLst>
              </p:cNvPr>
              <p:cNvPicPr>
                <a:picLocks noChangeAspect="1" noChangeArrowheads="1"/>
              </p:cNvPicPr>
              <p:nvPr/>
            </p:nvPicPr>
            <p:blipFill>
              <a:blip r:embed="rId824">
                <a:extLst>
                  <a:ext uri="{28A0092B-C50C-407E-A947-70E740481C1C}">
                    <a14:useLocalDpi xmlns:a14="http://schemas.microsoft.com/office/drawing/2010/main" val="0"/>
                  </a:ext>
                </a:extLst>
              </a:blip>
              <a:srcRect/>
              <a:stretch>
                <a:fillRect/>
              </a:stretch>
            </p:blipFill>
            <p:spPr bwMode="auto">
              <a:xfrm>
                <a:off x="4590" y="3127"/>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5" name="Picture 1741">
                <a:extLst>
                  <a:ext uri="{FF2B5EF4-FFF2-40B4-BE49-F238E27FC236}">
                    <a16:creationId xmlns:a16="http://schemas.microsoft.com/office/drawing/2014/main" id="{CE4E48D9-E702-445B-88F9-8EE9EDCE764E}"/>
                  </a:ext>
                </a:extLst>
              </p:cNvPr>
              <p:cNvPicPr>
                <a:picLocks noChangeAspect="1" noChangeArrowheads="1"/>
              </p:cNvPicPr>
              <p:nvPr/>
            </p:nvPicPr>
            <p:blipFill>
              <a:blip r:embed="rId825">
                <a:extLst>
                  <a:ext uri="{28A0092B-C50C-407E-A947-70E740481C1C}">
                    <a14:useLocalDpi xmlns:a14="http://schemas.microsoft.com/office/drawing/2010/main" val="0"/>
                  </a:ext>
                </a:extLst>
              </a:blip>
              <a:srcRect/>
              <a:stretch>
                <a:fillRect/>
              </a:stretch>
            </p:blipFill>
            <p:spPr bwMode="auto">
              <a:xfrm>
                <a:off x="4590" y="3128"/>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 name="Picture 1742">
                <a:extLst>
                  <a:ext uri="{FF2B5EF4-FFF2-40B4-BE49-F238E27FC236}">
                    <a16:creationId xmlns:a16="http://schemas.microsoft.com/office/drawing/2014/main" id="{67CCB5C7-38EB-4D51-86B3-E37DCA7032D3}"/>
                  </a:ext>
                </a:extLst>
              </p:cNvPr>
              <p:cNvPicPr>
                <a:picLocks noChangeAspect="1" noChangeArrowheads="1"/>
              </p:cNvPicPr>
              <p:nvPr/>
            </p:nvPicPr>
            <p:blipFill>
              <a:blip r:embed="rId826">
                <a:extLst>
                  <a:ext uri="{28A0092B-C50C-407E-A947-70E740481C1C}">
                    <a14:useLocalDpi xmlns:a14="http://schemas.microsoft.com/office/drawing/2010/main" val="0"/>
                  </a:ext>
                </a:extLst>
              </a:blip>
              <a:srcRect/>
              <a:stretch>
                <a:fillRect/>
              </a:stretch>
            </p:blipFill>
            <p:spPr bwMode="auto">
              <a:xfrm>
                <a:off x="4590" y="3128"/>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7" name="Picture 1743">
                <a:extLst>
                  <a:ext uri="{FF2B5EF4-FFF2-40B4-BE49-F238E27FC236}">
                    <a16:creationId xmlns:a16="http://schemas.microsoft.com/office/drawing/2014/main" id="{7126D326-8BBA-43B8-89BB-4D2278E5C4EF}"/>
                  </a:ext>
                </a:extLst>
              </p:cNvPr>
              <p:cNvPicPr>
                <a:picLocks noChangeAspect="1" noChangeArrowheads="1"/>
              </p:cNvPicPr>
              <p:nvPr/>
            </p:nvPicPr>
            <p:blipFill>
              <a:blip r:embed="rId827">
                <a:extLst>
                  <a:ext uri="{28A0092B-C50C-407E-A947-70E740481C1C}">
                    <a14:useLocalDpi xmlns:a14="http://schemas.microsoft.com/office/drawing/2010/main" val="0"/>
                  </a:ext>
                </a:extLst>
              </a:blip>
              <a:srcRect/>
              <a:stretch>
                <a:fillRect/>
              </a:stretch>
            </p:blipFill>
            <p:spPr bwMode="auto">
              <a:xfrm>
                <a:off x="4590" y="3129"/>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8" name="Picture 1744">
                <a:extLst>
                  <a:ext uri="{FF2B5EF4-FFF2-40B4-BE49-F238E27FC236}">
                    <a16:creationId xmlns:a16="http://schemas.microsoft.com/office/drawing/2014/main" id="{E8471BE8-30DF-42F3-B36A-327D5499137C}"/>
                  </a:ext>
                </a:extLst>
              </p:cNvPr>
              <p:cNvPicPr>
                <a:picLocks noChangeAspect="1" noChangeArrowheads="1"/>
              </p:cNvPicPr>
              <p:nvPr/>
            </p:nvPicPr>
            <p:blipFill>
              <a:blip r:embed="rId828">
                <a:extLst>
                  <a:ext uri="{28A0092B-C50C-407E-A947-70E740481C1C}">
                    <a14:useLocalDpi xmlns:a14="http://schemas.microsoft.com/office/drawing/2010/main" val="0"/>
                  </a:ext>
                </a:extLst>
              </a:blip>
              <a:srcRect/>
              <a:stretch>
                <a:fillRect/>
              </a:stretch>
            </p:blipFill>
            <p:spPr bwMode="auto">
              <a:xfrm>
                <a:off x="4590" y="3130"/>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9" name="Picture 1745">
                <a:extLst>
                  <a:ext uri="{FF2B5EF4-FFF2-40B4-BE49-F238E27FC236}">
                    <a16:creationId xmlns:a16="http://schemas.microsoft.com/office/drawing/2014/main" id="{38336D35-2B9E-4E60-8546-38326E9EEBBF}"/>
                  </a:ext>
                </a:extLst>
              </p:cNvPr>
              <p:cNvPicPr>
                <a:picLocks noChangeAspect="1" noChangeArrowheads="1"/>
              </p:cNvPicPr>
              <p:nvPr/>
            </p:nvPicPr>
            <p:blipFill>
              <a:blip r:embed="rId829">
                <a:extLst>
                  <a:ext uri="{28A0092B-C50C-407E-A947-70E740481C1C}">
                    <a14:useLocalDpi xmlns:a14="http://schemas.microsoft.com/office/drawing/2010/main" val="0"/>
                  </a:ext>
                </a:extLst>
              </a:blip>
              <a:srcRect/>
              <a:stretch>
                <a:fillRect/>
              </a:stretch>
            </p:blipFill>
            <p:spPr bwMode="auto">
              <a:xfrm>
                <a:off x="4590" y="3131"/>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0" name="Picture 1746">
                <a:extLst>
                  <a:ext uri="{FF2B5EF4-FFF2-40B4-BE49-F238E27FC236}">
                    <a16:creationId xmlns:a16="http://schemas.microsoft.com/office/drawing/2014/main" id="{C34ED431-D13A-4D97-9180-6B2B94D78439}"/>
                  </a:ext>
                </a:extLst>
              </p:cNvPr>
              <p:cNvPicPr>
                <a:picLocks noChangeAspect="1" noChangeArrowheads="1"/>
              </p:cNvPicPr>
              <p:nvPr/>
            </p:nvPicPr>
            <p:blipFill>
              <a:blip r:embed="rId830">
                <a:extLst>
                  <a:ext uri="{28A0092B-C50C-407E-A947-70E740481C1C}">
                    <a14:useLocalDpi xmlns:a14="http://schemas.microsoft.com/office/drawing/2010/main" val="0"/>
                  </a:ext>
                </a:extLst>
              </a:blip>
              <a:srcRect/>
              <a:stretch>
                <a:fillRect/>
              </a:stretch>
            </p:blipFill>
            <p:spPr bwMode="auto">
              <a:xfrm>
                <a:off x="4598" y="3132"/>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 name="Picture 1747">
                <a:extLst>
                  <a:ext uri="{FF2B5EF4-FFF2-40B4-BE49-F238E27FC236}">
                    <a16:creationId xmlns:a16="http://schemas.microsoft.com/office/drawing/2014/main" id="{29D93931-CD11-45ED-8E3D-774932F35FCF}"/>
                  </a:ext>
                </a:extLst>
              </p:cNvPr>
              <p:cNvPicPr>
                <a:picLocks noChangeAspect="1" noChangeArrowheads="1"/>
              </p:cNvPicPr>
              <p:nvPr/>
            </p:nvPicPr>
            <p:blipFill>
              <a:blip r:embed="rId831">
                <a:extLst>
                  <a:ext uri="{28A0092B-C50C-407E-A947-70E740481C1C}">
                    <a14:useLocalDpi xmlns:a14="http://schemas.microsoft.com/office/drawing/2010/main" val="0"/>
                  </a:ext>
                </a:extLst>
              </a:blip>
              <a:srcRect/>
              <a:stretch>
                <a:fillRect/>
              </a:stretch>
            </p:blipFill>
            <p:spPr bwMode="auto">
              <a:xfrm>
                <a:off x="4599" y="3133"/>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2" name="Picture 1748">
                <a:extLst>
                  <a:ext uri="{FF2B5EF4-FFF2-40B4-BE49-F238E27FC236}">
                    <a16:creationId xmlns:a16="http://schemas.microsoft.com/office/drawing/2014/main" id="{40788B48-7C76-4ED9-92EA-DA3B873477BF}"/>
                  </a:ext>
                </a:extLst>
              </p:cNvPr>
              <p:cNvPicPr>
                <a:picLocks noChangeAspect="1" noChangeArrowheads="1"/>
              </p:cNvPicPr>
              <p:nvPr/>
            </p:nvPicPr>
            <p:blipFill>
              <a:blip r:embed="rId832">
                <a:extLst>
                  <a:ext uri="{28A0092B-C50C-407E-A947-70E740481C1C}">
                    <a14:useLocalDpi xmlns:a14="http://schemas.microsoft.com/office/drawing/2010/main" val="0"/>
                  </a:ext>
                </a:extLst>
              </a:blip>
              <a:srcRect/>
              <a:stretch>
                <a:fillRect/>
              </a:stretch>
            </p:blipFill>
            <p:spPr bwMode="auto">
              <a:xfrm>
                <a:off x="4599" y="3134"/>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3" name="Picture 1749">
                <a:extLst>
                  <a:ext uri="{FF2B5EF4-FFF2-40B4-BE49-F238E27FC236}">
                    <a16:creationId xmlns:a16="http://schemas.microsoft.com/office/drawing/2014/main" id="{5722D398-E24B-4603-8DEA-E914EB3EA58B}"/>
                  </a:ext>
                </a:extLst>
              </p:cNvPr>
              <p:cNvPicPr>
                <a:picLocks noChangeAspect="1" noChangeArrowheads="1"/>
              </p:cNvPicPr>
              <p:nvPr/>
            </p:nvPicPr>
            <p:blipFill>
              <a:blip r:embed="rId833">
                <a:extLst>
                  <a:ext uri="{28A0092B-C50C-407E-A947-70E740481C1C}">
                    <a14:useLocalDpi xmlns:a14="http://schemas.microsoft.com/office/drawing/2010/main" val="0"/>
                  </a:ext>
                </a:extLst>
              </a:blip>
              <a:srcRect/>
              <a:stretch>
                <a:fillRect/>
              </a:stretch>
            </p:blipFill>
            <p:spPr bwMode="auto">
              <a:xfrm>
                <a:off x="4599" y="3135"/>
                <a:ext cx="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4" name="Picture 1750">
                <a:extLst>
                  <a:ext uri="{FF2B5EF4-FFF2-40B4-BE49-F238E27FC236}">
                    <a16:creationId xmlns:a16="http://schemas.microsoft.com/office/drawing/2014/main" id="{9611A50F-B754-4C0C-935B-EC84FBE5FACC}"/>
                  </a:ext>
                </a:extLst>
              </p:cNvPr>
              <p:cNvPicPr>
                <a:picLocks noChangeAspect="1" noChangeArrowheads="1"/>
              </p:cNvPicPr>
              <p:nvPr/>
            </p:nvPicPr>
            <p:blipFill>
              <a:blip r:embed="rId834">
                <a:extLst>
                  <a:ext uri="{28A0092B-C50C-407E-A947-70E740481C1C}">
                    <a14:useLocalDpi xmlns:a14="http://schemas.microsoft.com/office/drawing/2010/main" val="0"/>
                  </a:ext>
                </a:extLst>
              </a:blip>
              <a:srcRect/>
              <a:stretch>
                <a:fillRect/>
              </a:stretch>
            </p:blipFill>
            <p:spPr bwMode="auto">
              <a:xfrm>
                <a:off x="4607" y="313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5" name="Picture 1751">
                <a:extLst>
                  <a:ext uri="{FF2B5EF4-FFF2-40B4-BE49-F238E27FC236}">
                    <a16:creationId xmlns:a16="http://schemas.microsoft.com/office/drawing/2014/main" id="{0F5CD818-CCE7-44B4-BA35-7E14FEF6229D}"/>
                  </a:ext>
                </a:extLst>
              </p:cNvPr>
              <p:cNvPicPr>
                <a:picLocks noChangeAspect="1" noChangeArrowheads="1"/>
              </p:cNvPicPr>
              <p:nvPr/>
            </p:nvPicPr>
            <p:blipFill>
              <a:blip r:embed="rId835">
                <a:extLst>
                  <a:ext uri="{28A0092B-C50C-407E-A947-70E740481C1C}">
                    <a14:useLocalDpi xmlns:a14="http://schemas.microsoft.com/office/drawing/2010/main" val="0"/>
                  </a:ext>
                </a:extLst>
              </a:blip>
              <a:srcRect/>
              <a:stretch>
                <a:fillRect/>
              </a:stretch>
            </p:blipFill>
            <p:spPr bwMode="auto">
              <a:xfrm>
                <a:off x="4713" y="3135"/>
                <a:ext cx="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 name="Picture 1752">
                <a:extLst>
                  <a:ext uri="{FF2B5EF4-FFF2-40B4-BE49-F238E27FC236}">
                    <a16:creationId xmlns:a16="http://schemas.microsoft.com/office/drawing/2014/main" id="{2B7B0047-F231-4490-9DB4-9F651C3C3B68}"/>
                  </a:ext>
                </a:extLst>
              </p:cNvPr>
              <p:cNvPicPr>
                <a:picLocks noChangeAspect="1" noChangeArrowheads="1"/>
              </p:cNvPicPr>
              <p:nvPr/>
            </p:nvPicPr>
            <p:blipFill>
              <a:blip r:embed="rId836">
                <a:extLst>
                  <a:ext uri="{28A0092B-C50C-407E-A947-70E740481C1C}">
                    <a14:useLocalDpi xmlns:a14="http://schemas.microsoft.com/office/drawing/2010/main" val="0"/>
                  </a:ext>
                </a:extLst>
              </a:blip>
              <a:srcRect/>
              <a:stretch>
                <a:fillRect/>
              </a:stretch>
            </p:blipFill>
            <p:spPr bwMode="auto">
              <a:xfrm>
                <a:off x="4599" y="3136"/>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 name="Picture 1753">
                <a:extLst>
                  <a:ext uri="{FF2B5EF4-FFF2-40B4-BE49-F238E27FC236}">
                    <a16:creationId xmlns:a16="http://schemas.microsoft.com/office/drawing/2014/main" id="{DA7E935E-AA1E-4E90-9A66-CDA2964798F1}"/>
                  </a:ext>
                </a:extLst>
              </p:cNvPr>
              <p:cNvPicPr>
                <a:picLocks noChangeAspect="1" noChangeArrowheads="1"/>
              </p:cNvPicPr>
              <p:nvPr/>
            </p:nvPicPr>
            <p:blipFill>
              <a:blip r:embed="rId837">
                <a:extLst>
                  <a:ext uri="{28A0092B-C50C-407E-A947-70E740481C1C}">
                    <a14:useLocalDpi xmlns:a14="http://schemas.microsoft.com/office/drawing/2010/main" val="0"/>
                  </a:ext>
                </a:extLst>
              </a:blip>
              <a:srcRect/>
              <a:stretch>
                <a:fillRect/>
              </a:stretch>
            </p:blipFill>
            <p:spPr bwMode="auto">
              <a:xfrm>
                <a:off x="4607" y="313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 name="Picture 1754">
                <a:extLst>
                  <a:ext uri="{FF2B5EF4-FFF2-40B4-BE49-F238E27FC236}">
                    <a16:creationId xmlns:a16="http://schemas.microsoft.com/office/drawing/2014/main" id="{F12F075E-8069-4E3D-A9E4-D4B65F0A8422}"/>
                  </a:ext>
                </a:extLst>
              </p:cNvPr>
              <p:cNvPicPr>
                <a:picLocks noChangeAspect="1" noChangeArrowheads="1"/>
              </p:cNvPicPr>
              <p:nvPr/>
            </p:nvPicPr>
            <p:blipFill>
              <a:blip r:embed="rId838">
                <a:extLst>
                  <a:ext uri="{28A0092B-C50C-407E-A947-70E740481C1C}">
                    <a14:useLocalDpi xmlns:a14="http://schemas.microsoft.com/office/drawing/2010/main" val="0"/>
                  </a:ext>
                </a:extLst>
              </a:blip>
              <a:srcRect/>
              <a:stretch>
                <a:fillRect/>
              </a:stretch>
            </p:blipFill>
            <p:spPr bwMode="auto">
              <a:xfrm>
                <a:off x="4714" y="3136"/>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 name="Picture 1755">
                <a:extLst>
                  <a:ext uri="{FF2B5EF4-FFF2-40B4-BE49-F238E27FC236}">
                    <a16:creationId xmlns:a16="http://schemas.microsoft.com/office/drawing/2014/main" id="{48DF82E3-B7EF-4308-AA21-F8D32EC09DD6}"/>
                  </a:ext>
                </a:extLst>
              </p:cNvPr>
              <p:cNvPicPr>
                <a:picLocks noChangeAspect="1" noChangeArrowheads="1"/>
              </p:cNvPicPr>
              <p:nvPr/>
            </p:nvPicPr>
            <p:blipFill>
              <a:blip r:embed="rId258">
                <a:extLst>
                  <a:ext uri="{28A0092B-C50C-407E-A947-70E740481C1C}">
                    <a14:useLocalDpi xmlns:a14="http://schemas.microsoft.com/office/drawing/2010/main" val="0"/>
                  </a:ext>
                </a:extLst>
              </a:blip>
              <a:srcRect/>
              <a:stretch>
                <a:fillRect/>
              </a:stretch>
            </p:blipFill>
            <p:spPr bwMode="auto">
              <a:xfrm>
                <a:off x="4600" y="3137"/>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0" name="Picture 1756">
                <a:extLst>
                  <a:ext uri="{FF2B5EF4-FFF2-40B4-BE49-F238E27FC236}">
                    <a16:creationId xmlns:a16="http://schemas.microsoft.com/office/drawing/2014/main" id="{88BE6085-0135-4957-AE0F-F748EC5617F0}"/>
                  </a:ext>
                </a:extLst>
              </p:cNvPr>
              <p:cNvPicPr>
                <a:picLocks noChangeAspect="1" noChangeArrowheads="1"/>
              </p:cNvPicPr>
              <p:nvPr/>
            </p:nvPicPr>
            <p:blipFill>
              <a:blip r:embed="rId839">
                <a:extLst>
                  <a:ext uri="{28A0092B-C50C-407E-A947-70E740481C1C}">
                    <a14:useLocalDpi xmlns:a14="http://schemas.microsoft.com/office/drawing/2010/main" val="0"/>
                  </a:ext>
                </a:extLst>
              </a:blip>
              <a:srcRect/>
              <a:stretch>
                <a:fillRect/>
              </a:stretch>
            </p:blipFill>
            <p:spPr bwMode="auto">
              <a:xfrm>
                <a:off x="4607" y="313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1" name="Picture 1757">
                <a:extLst>
                  <a:ext uri="{FF2B5EF4-FFF2-40B4-BE49-F238E27FC236}">
                    <a16:creationId xmlns:a16="http://schemas.microsoft.com/office/drawing/2014/main" id="{9B1F1C10-088F-44CA-B521-8D8042BBFD96}"/>
                  </a:ext>
                </a:extLst>
              </p:cNvPr>
              <p:cNvPicPr>
                <a:picLocks noChangeAspect="1" noChangeArrowheads="1"/>
              </p:cNvPicPr>
              <p:nvPr/>
            </p:nvPicPr>
            <p:blipFill>
              <a:blip r:embed="rId258">
                <a:extLst>
                  <a:ext uri="{28A0092B-C50C-407E-A947-70E740481C1C}">
                    <a14:useLocalDpi xmlns:a14="http://schemas.microsoft.com/office/drawing/2010/main" val="0"/>
                  </a:ext>
                </a:extLst>
              </a:blip>
              <a:srcRect/>
              <a:stretch>
                <a:fillRect/>
              </a:stretch>
            </p:blipFill>
            <p:spPr bwMode="auto">
              <a:xfrm>
                <a:off x="4715" y="3137"/>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2" name="Picture 1758">
                <a:extLst>
                  <a:ext uri="{FF2B5EF4-FFF2-40B4-BE49-F238E27FC236}">
                    <a16:creationId xmlns:a16="http://schemas.microsoft.com/office/drawing/2014/main" id="{D02223A9-D5FD-4AC5-87D6-6558FF373D7C}"/>
                  </a:ext>
                </a:extLst>
              </p:cNvPr>
              <p:cNvPicPr>
                <a:picLocks noChangeAspect="1" noChangeArrowheads="1"/>
              </p:cNvPicPr>
              <p:nvPr/>
            </p:nvPicPr>
            <p:blipFill>
              <a:blip r:embed="rId840">
                <a:extLst>
                  <a:ext uri="{28A0092B-C50C-407E-A947-70E740481C1C}">
                    <a14:useLocalDpi xmlns:a14="http://schemas.microsoft.com/office/drawing/2010/main" val="0"/>
                  </a:ext>
                </a:extLst>
              </a:blip>
              <a:srcRect/>
              <a:stretch>
                <a:fillRect/>
              </a:stretch>
            </p:blipFill>
            <p:spPr bwMode="auto">
              <a:xfrm>
                <a:off x="4607" y="313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3" name="Picture 1759">
                <a:extLst>
                  <a:ext uri="{FF2B5EF4-FFF2-40B4-BE49-F238E27FC236}">
                    <a16:creationId xmlns:a16="http://schemas.microsoft.com/office/drawing/2014/main" id="{AE03045C-0EE3-42F4-B95D-2C2AA0AB9955}"/>
                  </a:ext>
                </a:extLst>
              </p:cNvPr>
              <p:cNvPicPr>
                <a:picLocks noChangeAspect="1" noChangeArrowheads="1"/>
              </p:cNvPicPr>
              <p:nvPr/>
            </p:nvPicPr>
            <p:blipFill>
              <a:blip r:embed="rId841">
                <a:extLst>
                  <a:ext uri="{28A0092B-C50C-407E-A947-70E740481C1C}">
                    <a14:useLocalDpi xmlns:a14="http://schemas.microsoft.com/office/drawing/2010/main" val="0"/>
                  </a:ext>
                </a:extLst>
              </a:blip>
              <a:srcRect/>
              <a:stretch>
                <a:fillRect/>
              </a:stretch>
            </p:blipFill>
            <p:spPr bwMode="auto">
              <a:xfrm>
                <a:off x="4607" y="313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4" name="Picture 1760">
                <a:extLst>
                  <a:ext uri="{FF2B5EF4-FFF2-40B4-BE49-F238E27FC236}">
                    <a16:creationId xmlns:a16="http://schemas.microsoft.com/office/drawing/2014/main" id="{018930D6-9955-47A9-A8BC-9A0EBDD2CEAB}"/>
                  </a:ext>
                </a:extLst>
              </p:cNvPr>
              <p:cNvPicPr>
                <a:picLocks noChangeAspect="1" noChangeArrowheads="1"/>
              </p:cNvPicPr>
              <p:nvPr/>
            </p:nvPicPr>
            <p:blipFill>
              <a:blip r:embed="rId842">
                <a:extLst>
                  <a:ext uri="{28A0092B-C50C-407E-A947-70E740481C1C}">
                    <a14:useLocalDpi xmlns:a14="http://schemas.microsoft.com/office/drawing/2010/main" val="0"/>
                  </a:ext>
                </a:extLst>
              </a:blip>
              <a:srcRect/>
              <a:stretch>
                <a:fillRect/>
              </a:stretch>
            </p:blipFill>
            <p:spPr bwMode="auto">
              <a:xfrm>
                <a:off x="4607" y="314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5" name="Picture 1761">
                <a:extLst>
                  <a:ext uri="{FF2B5EF4-FFF2-40B4-BE49-F238E27FC236}">
                    <a16:creationId xmlns:a16="http://schemas.microsoft.com/office/drawing/2014/main" id="{1FF4CE9F-F5E5-40B4-A94A-CE4BF94BBC34}"/>
                  </a:ext>
                </a:extLst>
              </p:cNvPr>
              <p:cNvPicPr>
                <a:picLocks noChangeAspect="1" noChangeArrowheads="1"/>
              </p:cNvPicPr>
              <p:nvPr/>
            </p:nvPicPr>
            <p:blipFill>
              <a:blip r:embed="rId843">
                <a:extLst>
                  <a:ext uri="{28A0092B-C50C-407E-A947-70E740481C1C}">
                    <a14:useLocalDpi xmlns:a14="http://schemas.microsoft.com/office/drawing/2010/main" val="0"/>
                  </a:ext>
                </a:extLst>
              </a:blip>
              <a:srcRect/>
              <a:stretch>
                <a:fillRect/>
              </a:stretch>
            </p:blipFill>
            <p:spPr bwMode="auto">
              <a:xfrm>
                <a:off x="4607" y="314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6" name="Picture 1762">
                <a:extLst>
                  <a:ext uri="{FF2B5EF4-FFF2-40B4-BE49-F238E27FC236}">
                    <a16:creationId xmlns:a16="http://schemas.microsoft.com/office/drawing/2014/main" id="{A5ABEDFA-BC5E-4232-95A2-87C85CA655C1}"/>
                  </a:ext>
                </a:extLst>
              </p:cNvPr>
              <p:cNvPicPr>
                <a:picLocks noChangeAspect="1" noChangeArrowheads="1"/>
              </p:cNvPicPr>
              <p:nvPr/>
            </p:nvPicPr>
            <p:blipFill>
              <a:blip r:embed="rId844">
                <a:extLst>
                  <a:ext uri="{28A0092B-C50C-407E-A947-70E740481C1C}">
                    <a14:useLocalDpi xmlns:a14="http://schemas.microsoft.com/office/drawing/2010/main" val="0"/>
                  </a:ext>
                </a:extLst>
              </a:blip>
              <a:srcRect/>
              <a:stretch>
                <a:fillRect/>
              </a:stretch>
            </p:blipFill>
            <p:spPr bwMode="auto">
              <a:xfrm>
                <a:off x="4607" y="314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 name="Picture 1763">
                <a:extLst>
                  <a:ext uri="{FF2B5EF4-FFF2-40B4-BE49-F238E27FC236}">
                    <a16:creationId xmlns:a16="http://schemas.microsoft.com/office/drawing/2014/main" id="{10A4E068-89F8-47BB-B0E6-360712F11257}"/>
                  </a:ext>
                </a:extLst>
              </p:cNvPr>
              <p:cNvPicPr>
                <a:picLocks noChangeAspect="1" noChangeArrowheads="1"/>
              </p:cNvPicPr>
              <p:nvPr/>
            </p:nvPicPr>
            <p:blipFill>
              <a:blip r:embed="rId845">
                <a:extLst>
                  <a:ext uri="{28A0092B-C50C-407E-A947-70E740481C1C}">
                    <a14:useLocalDpi xmlns:a14="http://schemas.microsoft.com/office/drawing/2010/main" val="0"/>
                  </a:ext>
                </a:extLst>
              </a:blip>
              <a:srcRect/>
              <a:stretch>
                <a:fillRect/>
              </a:stretch>
            </p:blipFill>
            <p:spPr bwMode="auto">
              <a:xfrm>
                <a:off x="4607" y="314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8" name="Picture 1764">
                <a:extLst>
                  <a:ext uri="{FF2B5EF4-FFF2-40B4-BE49-F238E27FC236}">
                    <a16:creationId xmlns:a16="http://schemas.microsoft.com/office/drawing/2014/main" id="{9198E57D-1E75-4B40-AAA8-6CDF50506A7F}"/>
                  </a:ext>
                </a:extLst>
              </p:cNvPr>
              <p:cNvPicPr>
                <a:picLocks noChangeAspect="1" noChangeArrowheads="1"/>
              </p:cNvPicPr>
              <p:nvPr/>
            </p:nvPicPr>
            <p:blipFill>
              <a:blip r:embed="rId846">
                <a:extLst>
                  <a:ext uri="{28A0092B-C50C-407E-A947-70E740481C1C}">
                    <a14:useLocalDpi xmlns:a14="http://schemas.microsoft.com/office/drawing/2010/main" val="0"/>
                  </a:ext>
                </a:extLst>
              </a:blip>
              <a:srcRect/>
              <a:stretch>
                <a:fillRect/>
              </a:stretch>
            </p:blipFill>
            <p:spPr bwMode="auto">
              <a:xfrm>
                <a:off x="4607" y="314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9" name="Picture 1765">
                <a:extLst>
                  <a:ext uri="{FF2B5EF4-FFF2-40B4-BE49-F238E27FC236}">
                    <a16:creationId xmlns:a16="http://schemas.microsoft.com/office/drawing/2014/main" id="{BDCD2A03-214B-4280-8287-AD43336548A7}"/>
                  </a:ext>
                </a:extLst>
              </p:cNvPr>
              <p:cNvPicPr>
                <a:picLocks noChangeAspect="1" noChangeArrowheads="1"/>
              </p:cNvPicPr>
              <p:nvPr/>
            </p:nvPicPr>
            <p:blipFill>
              <a:blip r:embed="rId847">
                <a:extLst>
                  <a:ext uri="{28A0092B-C50C-407E-A947-70E740481C1C}">
                    <a14:useLocalDpi xmlns:a14="http://schemas.microsoft.com/office/drawing/2010/main" val="0"/>
                  </a:ext>
                </a:extLst>
              </a:blip>
              <a:srcRect/>
              <a:stretch>
                <a:fillRect/>
              </a:stretch>
            </p:blipFill>
            <p:spPr bwMode="auto">
              <a:xfrm>
                <a:off x="4607" y="314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0" name="Picture 1766">
                <a:extLst>
                  <a:ext uri="{FF2B5EF4-FFF2-40B4-BE49-F238E27FC236}">
                    <a16:creationId xmlns:a16="http://schemas.microsoft.com/office/drawing/2014/main" id="{EEC7271E-3771-48D8-B335-7321A234A83D}"/>
                  </a:ext>
                </a:extLst>
              </p:cNvPr>
              <p:cNvPicPr>
                <a:picLocks noChangeAspect="1" noChangeArrowheads="1"/>
              </p:cNvPicPr>
              <p:nvPr/>
            </p:nvPicPr>
            <p:blipFill>
              <a:blip r:embed="rId848">
                <a:extLst>
                  <a:ext uri="{28A0092B-C50C-407E-A947-70E740481C1C}">
                    <a14:useLocalDpi xmlns:a14="http://schemas.microsoft.com/office/drawing/2010/main" val="0"/>
                  </a:ext>
                </a:extLst>
              </a:blip>
              <a:srcRect/>
              <a:stretch>
                <a:fillRect/>
              </a:stretch>
            </p:blipFill>
            <p:spPr bwMode="auto">
              <a:xfrm>
                <a:off x="4607" y="314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1" name="Picture 1767">
                <a:extLst>
                  <a:ext uri="{FF2B5EF4-FFF2-40B4-BE49-F238E27FC236}">
                    <a16:creationId xmlns:a16="http://schemas.microsoft.com/office/drawing/2014/main" id="{D827F7B0-84AB-4CA2-931B-DAC1C4F15533}"/>
                  </a:ext>
                </a:extLst>
              </p:cNvPr>
              <p:cNvPicPr>
                <a:picLocks noChangeAspect="1" noChangeArrowheads="1"/>
              </p:cNvPicPr>
              <p:nvPr/>
            </p:nvPicPr>
            <p:blipFill>
              <a:blip r:embed="rId849">
                <a:extLst>
                  <a:ext uri="{28A0092B-C50C-407E-A947-70E740481C1C}">
                    <a14:useLocalDpi xmlns:a14="http://schemas.microsoft.com/office/drawing/2010/main" val="0"/>
                  </a:ext>
                </a:extLst>
              </a:blip>
              <a:srcRect/>
              <a:stretch>
                <a:fillRect/>
              </a:stretch>
            </p:blipFill>
            <p:spPr bwMode="auto">
              <a:xfrm>
                <a:off x="4607" y="314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2" name="Picture 1768">
                <a:extLst>
                  <a:ext uri="{FF2B5EF4-FFF2-40B4-BE49-F238E27FC236}">
                    <a16:creationId xmlns:a16="http://schemas.microsoft.com/office/drawing/2014/main" id="{BE61706F-AF6A-4DAE-BDC6-9427EE509F1B}"/>
                  </a:ext>
                </a:extLst>
              </p:cNvPr>
              <p:cNvPicPr>
                <a:picLocks noChangeAspect="1" noChangeArrowheads="1"/>
              </p:cNvPicPr>
              <p:nvPr/>
            </p:nvPicPr>
            <p:blipFill>
              <a:blip r:embed="rId850">
                <a:extLst>
                  <a:ext uri="{28A0092B-C50C-407E-A947-70E740481C1C}">
                    <a14:useLocalDpi xmlns:a14="http://schemas.microsoft.com/office/drawing/2010/main" val="0"/>
                  </a:ext>
                </a:extLst>
              </a:blip>
              <a:srcRect/>
              <a:stretch>
                <a:fillRect/>
              </a:stretch>
            </p:blipFill>
            <p:spPr bwMode="auto">
              <a:xfrm>
                <a:off x="4607" y="314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3" name="Picture 1769">
                <a:extLst>
                  <a:ext uri="{FF2B5EF4-FFF2-40B4-BE49-F238E27FC236}">
                    <a16:creationId xmlns:a16="http://schemas.microsoft.com/office/drawing/2014/main" id="{AB730204-32C4-41A1-A33D-44C947BA3483}"/>
                  </a:ext>
                </a:extLst>
              </p:cNvPr>
              <p:cNvPicPr>
                <a:picLocks noChangeAspect="1" noChangeArrowheads="1"/>
              </p:cNvPicPr>
              <p:nvPr/>
            </p:nvPicPr>
            <p:blipFill>
              <a:blip r:embed="rId851">
                <a:extLst>
                  <a:ext uri="{28A0092B-C50C-407E-A947-70E740481C1C}">
                    <a14:useLocalDpi xmlns:a14="http://schemas.microsoft.com/office/drawing/2010/main" val="0"/>
                  </a:ext>
                </a:extLst>
              </a:blip>
              <a:srcRect/>
              <a:stretch>
                <a:fillRect/>
              </a:stretch>
            </p:blipFill>
            <p:spPr bwMode="auto">
              <a:xfrm>
                <a:off x="4607" y="314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4" name="Picture 1770">
                <a:extLst>
                  <a:ext uri="{FF2B5EF4-FFF2-40B4-BE49-F238E27FC236}">
                    <a16:creationId xmlns:a16="http://schemas.microsoft.com/office/drawing/2014/main" id="{27064CC1-156C-4723-806F-984EB588EFAE}"/>
                  </a:ext>
                </a:extLst>
              </p:cNvPr>
              <p:cNvPicPr>
                <a:picLocks noChangeAspect="1" noChangeArrowheads="1"/>
              </p:cNvPicPr>
              <p:nvPr/>
            </p:nvPicPr>
            <p:blipFill>
              <a:blip r:embed="rId852">
                <a:extLst>
                  <a:ext uri="{28A0092B-C50C-407E-A947-70E740481C1C}">
                    <a14:useLocalDpi xmlns:a14="http://schemas.microsoft.com/office/drawing/2010/main" val="0"/>
                  </a:ext>
                </a:extLst>
              </a:blip>
              <a:srcRect/>
              <a:stretch>
                <a:fillRect/>
              </a:stretch>
            </p:blipFill>
            <p:spPr bwMode="auto">
              <a:xfrm>
                <a:off x="4607" y="315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5" name="Picture 1771">
                <a:extLst>
                  <a:ext uri="{FF2B5EF4-FFF2-40B4-BE49-F238E27FC236}">
                    <a16:creationId xmlns:a16="http://schemas.microsoft.com/office/drawing/2014/main" id="{08A2EF7D-857F-453F-8B38-F749E0F6A206}"/>
                  </a:ext>
                </a:extLst>
              </p:cNvPr>
              <p:cNvPicPr>
                <a:picLocks noChangeAspect="1" noChangeArrowheads="1"/>
              </p:cNvPicPr>
              <p:nvPr/>
            </p:nvPicPr>
            <p:blipFill>
              <a:blip r:embed="rId853">
                <a:extLst>
                  <a:ext uri="{28A0092B-C50C-407E-A947-70E740481C1C}">
                    <a14:useLocalDpi xmlns:a14="http://schemas.microsoft.com/office/drawing/2010/main" val="0"/>
                  </a:ext>
                </a:extLst>
              </a:blip>
              <a:srcRect/>
              <a:stretch>
                <a:fillRect/>
              </a:stretch>
            </p:blipFill>
            <p:spPr bwMode="auto">
              <a:xfrm>
                <a:off x="4607" y="315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6" name="Picture 1772">
                <a:extLst>
                  <a:ext uri="{FF2B5EF4-FFF2-40B4-BE49-F238E27FC236}">
                    <a16:creationId xmlns:a16="http://schemas.microsoft.com/office/drawing/2014/main" id="{272EFB4B-DB60-4A0C-9950-CE61F2558C7A}"/>
                  </a:ext>
                </a:extLst>
              </p:cNvPr>
              <p:cNvPicPr>
                <a:picLocks noChangeAspect="1" noChangeArrowheads="1"/>
              </p:cNvPicPr>
              <p:nvPr/>
            </p:nvPicPr>
            <p:blipFill>
              <a:blip r:embed="rId854">
                <a:extLst>
                  <a:ext uri="{28A0092B-C50C-407E-A947-70E740481C1C}">
                    <a14:useLocalDpi xmlns:a14="http://schemas.microsoft.com/office/drawing/2010/main" val="0"/>
                  </a:ext>
                </a:extLst>
              </a:blip>
              <a:srcRect/>
              <a:stretch>
                <a:fillRect/>
              </a:stretch>
            </p:blipFill>
            <p:spPr bwMode="auto">
              <a:xfrm>
                <a:off x="4607" y="315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 name="Picture 1773">
                <a:extLst>
                  <a:ext uri="{FF2B5EF4-FFF2-40B4-BE49-F238E27FC236}">
                    <a16:creationId xmlns:a16="http://schemas.microsoft.com/office/drawing/2014/main" id="{96D7341C-B911-45E7-BE15-FFC8080F83E2}"/>
                  </a:ext>
                </a:extLst>
              </p:cNvPr>
              <p:cNvPicPr>
                <a:picLocks noChangeAspect="1" noChangeArrowheads="1"/>
              </p:cNvPicPr>
              <p:nvPr/>
            </p:nvPicPr>
            <p:blipFill>
              <a:blip r:embed="rId855">
                <a:extLst>
                  <a:ext uri="{28A0092B-C50C-407E-A947-70E740481C1C}">
                    <a14:useLocalDpi xmlns:a14="http://schemas.microsoft.com/office/drawing/2010/main" val="0"/>
                  </a:ext>
                </a:extLst>
              </a:blip>
              <a:srcRect/>
              <a:stretch>
                <a:fillRect/>
              </a:stretch>
            </p:blipFill>
            <p:spPr bwMode="auto">
              <a:xfrm>
                <a:off x="4607" y="315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8" name="Picture 1774">
                <a:extLst>
                  <a:ext uri="{FF2B5EF4-FFF2-40B4-BE49-F238E27FC236}">
                    <a16:creationId xmlns:a16="http://schemas.microsoft.com/office/drawing/2014/main" id="{3A6B87B2-09DE-4A52-B3CD-8241DD43BBB2}"/>
                  </a:ext>
                </a:extLst>
              </p:cNvPr>
              <p:cNvPicPr>
                <a:picLocks noChangeAspect="1" noChangeArrowheads="1"/>
              </p:cNvPicPr>
              <p:nvPr/>
            </p:nvPicPr>
            <p:blipFill>
              <a:blip r:embed="rId856">
                <a:extLst>
                  <a:ext uri="{28A0092B-C50C-407E-A947-70E740481C1C}">
                    <a14:useLocalDpi xmlns:a14="http://schemas.microsoft.com/office/drawing/2010/main" val="0"/>
                  </a:ext>
                </a:extLst>
              </a:blip>
              <a:srcRect/>
              <a:stretch>
                <a:fillRect/>
              </a:stretch>
            </p:blipFill>
            <p:spPr bwMode="auto">
              <a:xfrm>
                <a:off x="4606" y="3153"/>
                <a:ext cx="10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9" name="Picture 1775">
                <a:extLst>
                  <a:ext uri="{FF2B5EF4-FFF2-40B4-BE49-F238E27FC236}">
                    <a16:creationId xmlns:a16="http://schemas.microsoft.com/office/drawing/2014/main" id="{9FC34C98-DAD4-4581-B7CD-6B88856E0DCB}"/>
                  </a:ext>
                </a:extLst>
              </p:cNvPr>
              <p:cNvPicPr>
                <a:picLocks noChangeAspect="1" noChangeArrowheads="1"/>
              </p:cNvPicPr>
              <p:nvPr/>
            </p:nvPicPr>
            <p:blipFill>
              <a:blip r:embed="rId857">
                <a:extLst>
                  <a:ext uri="{28A0092B-C50C-407E-A947-70E740481C1C}">
                    <a14:useLocalDpi xmlns:a14="http://schemas.microsoft.com/office/drawing/2010/main" val="0"/>
                  </a:ext>
                </a:extLst>
              </a:blip>
              <a:srcRect/>
              <a:stretch>
                <a:fillRect/>
              </a:stretch>
            </p:blipFill>
            <p:spPr bwMode="auto">
              <a:xfrm>
                <a:off x="4606" y="3154"/>
                <a:ext cx="10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0" name="Picture 1776">
                <a:extLst>
                  <a:ext uri="{FF2B5EF4-FFF2-40B4-BE49-F238E27FC236}">
                    <a16:creationId xmlns:a16="http://schemas.microsoft.com/office/drawing/2014/main" id="{83357959-69C4-4559-9F21-6999C09EE1F4}"/>
                  </a:ext>
                </a:extLst>
              </p:cNvPr>
              <p:cNvPicPr>
                <a:picLocks noChangeAspect="1" noChangeArrowheads="1"/>
              </p:cNvPicPr>
              <p:nvPr/>
            </p:nvPicPr>
            <p:blipFill>
              <a:blip r:embed="rId858">
                <a:extLst>
                  <a:ext uri="{28A0092B-C50C-407E-A947-70E740481C1C}">
                    <a14:useLocalDpi xmlns:a14="http://schemas.microsoft.com/office/drawing/2010/main" val="0"/>
                  </a:ext>
                </a:extLst>
              </a:blip>
              <a:srcRect/>
              <a:stretch>
                <a:fillRect/>
              </a:stretch>
            </p:blipFill>
            <p:spPr bwMode="auto">
              <a:xfrm>
                <a:off x="4605" y="3155"/>
                <a:ext cx="1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1" name="Picture 1777">
                <a:extLst>
                  <a:ext uri="{FF2B5EF4-FFF2-40B4-BE49-F238E27FC236}">
                    <a16:creationId xmlns:a16="http://schemas.microsoft.com/office/drawing/2014/main" id="{7F2E871D-2D03-4547-9B94-13B42C96EA77}"/>
                  </a:ext>
                </a:extLst>
              </p:cNvPr>
              <p:cNvPicPr>
                <a:picLocks noChangeAspect="1" noChangeArrowheads="1"/>
              </p:cNvPicPr>
              <p:nvPr/>
            </p:nvPicPr>
            <p:blipFill>
              <a:blip r:embed="rId859">
                <a:extLst>
                  <a:ext uri="{28A0092B-C50C-407E-A947-70E740481C1C}">
                    <a14:useLocalDpi xmlns:a14="http://schemas.microsoft.com/office/drawing/2010/main" val="0"/>
                  </a:ext>
                </a:extLst>
              </a:blip>
              <a:srcRect/>
              <a:stretch>
                <a:fillRect/>
              </a:stretch>
            </p:blipFill>
            <p:spPr bwMode="auto">
              <a:xfrm>
                <a:off x="4605" y="3156"/>
                <a:ext cx="10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2" name="Picture 1778">
                <a:extLst>
                  <a:ext uri="{FF2B5EF4-FFF2-40B4-BE49-F238E27FC236}">
                    <a16:creationId xmlns:a16="http://schemas.microsoft.com/office/drawing/2014/main" id="{035B0A0E-E273-4061-A4C6-21395CF0E770}"/>
                  </a:ext>
                </a:extLst>
              </p:cNvPr>
              <p:cNvPicPr>
                <a:picLocks noChangeAspect="1" noChangeArrowheads="1"/>
              </p:cNvPicPr>
              <p:nvPr/>
            </p:nvPicPr>
            <p:blipFill>
              <a:blip r:embed="rId860">
                <a:extLst>
                  <a:ext uri="{28A0092B-C50C-407E-A947-70E740481C1C}">
                    <a14:useLocalDpi xmlns:a14="http://schemas.microsoft.com/office/drawing/2010/main" val="0"/>
                  </a:ext>
                </a:extLst>
              </a:blip>
              <a:srcRect/>
              <a:stretch>
                <a:fillRect/>
              </a:stretch>
            </p:blipFill>
            <p:spPr bwMode="auto">
              <a:xfrm>
                <a:off x="4604" y="3157"/>
                <a:ext cx="1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3" name="Picture 1779">
                <a:extLst>
                  <a:ext uri="{FF2B5EF4-FFF2-40B4-BE49-F238E27FC236}">
                    <a16:creationId xmlns:a16="http://schemas.microsoft.com/office/drawing/2014/main" id="{6AAF2974-D1CF-43D1-95FB-57FD2AE998B1}"/>
                  </a:ext>
                </a:extLst>
              </p:cNvPr>
              <p:cNvPicPr>
                <a:picLocks noChangeAspect="1" noChangeArrowheads="1"/>
              </p:cNvPicPr>
              <p:nvPr/>
            </p:nvPicPr>
            <p:blipFill>
              <a:blip r:embed="rId861">
                <a:extLst>
                  <a:ext uri="{28A0092B-C50C-407E-A947-70E740481C1C}">
                    <a14:useLocalDpi xmlns:a14="http://schemas.microsoft.com/office/drawing/2010/main" val="0"/>
                  </a:ext>
                </a:extLst>
              </a:blip>
              <a:srcRect/>
              <a:stretch>
                <a:fillRect/>
              </a:stretch>
            </p:blipFill>
            <p:spPr bwMode="auto">
              <a:xfrm>
                <a:off x="4604" y="3158"/>
                <a:ext cx="11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 name="Picture 1780">
                <a:extLst>
                  <a:ext uri="{FF2B5EF4-FFF2-40B4-BE49-F238E27FC236}">
                    <a16:creationId xmlns:a16="http://schemas.microsoft.com/office/drawing/2014/main" id="{E15A983A-AFEB-4009-B51D-89619A153DD6}"/>
                  </a:ext>
                </a:extLst>
              </p:cNvPr>
              <p:cNvPicPr>
                <a:picLocks noChangeAspect="1" noChangeArrowheads="1"/>
              </p:cNvPicPr>
              <p:nvPr/>
            </p:nvPicPr>
            <p:blipFill>
              <a:blip r:embed="rId862">
                <a:extLst>
                  <a:ext uri="{28A0092B-C50C-407E-A947-70E740481C1C}">
                    <a14:useLocalDpi xmlns:a14="http://schemas.microsoft.com/office/drawing/2010/main" val="0"/>
                  </a:ext>
                </a:extLst>
              </a:blip>
              <a:srcRect/>
              <a:stretch>
                <a:fillRect/>
              </a:stretch>
            </p:blipFill>
            <p:spPr bwMode="auto">
              <a:xfrm>
                <a:off x="4603" y="3159"/>
                <a:ext cx="1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5" name="Picture 1781">
                <a:extLst>
                  <a:ext uri="{FF2B5EF4-FFF2-40B4-BE49-F238E27FC236}">
                    <a16:creationId xmlns:a16="http://schemas.microsoft.com/office/drawing/2014/main" id="{3DDD59ED-EED0-4F6D-B413-1F00C62D229B}"/>
                  </a:ext>
                </a:extLst>
              </p:cNvPr>
              <p:cNvPicPr>
                <a:picLocks noChangeAspect="1" noChangeArrowheads="1"/>
              </p:cNvPicPr>
              <p:nvPr/>
            </p:nvPicPr>
            <p:blipFill>
              <a:blip r:embed="rId863">
                <a:extLst>
                  <a:ext uri="{28A0092B-C50C-407E-A947-70E740481C1C}">
                    <a14:useLocalDpi xmlns:a14="http://schemas.microsoft.com/office/drawing/2010/main" val="0"/>
                  </a:ext>
                </a:extLst>
              </a:blip>
              <a:srcRect/>
              <a:stretch>
                <a:fillRect/>
              </a:stretch>
            </p:blipFill>
            <p:spPr bwMode="auto">
              <a:xfrm>
                <a:off x="4603" y="3160"/>
                <a:ext cx="1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6" name="Picture 1782">
                <a:extLst>
                  <a:ext uri="{FF2B5EF4-FFF2-40B4-BE49-F238E27FC236}">
                    <a16:creationId xmlns:a16="http://schemas.microsoft.com/office/drawing/2014/main" id="{1D2DC182-769A-4CCA-BCC5-4EF2D26E26C7}"/>
                  </a:ext>
                </a:extLst>
              </p:cNvPr>
              <p:cNvPicPr>
                <a:picLocks noChangeAspect="1" noChangeArrowheads="1"/>
              </p:cNvPicPr>
              <p:nvPr/>
            </p:nvPicPr>
            <p:blipFill>
              <a:blip r:embed="rId864">
                <a:extLst>
                  <a:ext uri="{28A0092B-C50C-407E-A947-70E740481C1C}">
                    <a14:useLocalDpi xmlns:a14="http://schemas.microsoft.com/office/drawing/2010/main" val="0"/>
                  </a:ext>
                </a:extLst>
              </a:blip>
              <a:srcRect/>
              <a:stretch>
                <a:fillRect/>
              </a:stretch>
            </p:blipFill>
            <p:spPr bwMode="auto">
              <a:xfrm>
                <a:off x="4602" y="3161"/>
                <a:ext cx="1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 name="Picture 1783">
                <a:extLst>
                  <a:ext uri="{FF2B5EF4-FFF2-40B4-BE49-F238E27FC236}">
                    <a16:creationId xmlns:a16="http://schemas.microsoft.com/office/drawing/2014/main" id="{50F1BE4E-1C20-4197-BD70-F2EFC32CCB23}"/>
                  </a:ext>
                </a:extLst>
              </p:cNvPr>
              <p:cNvPicPr>
                <a:picLocks noChangeAspect="1" noChangeArrowheads="1"/>
              </p:cNvPicPr>
              <p:nvPr/>
            </p:nvPicPr>
            <p:blipFill>
              <a:blip r:embed="rId865">
                <a:extLst>
                  <a:ext uri="{28A0092B-C50C-407E-A947-70E740481C1C}">
                    <a14:useLocalDpi xmlns:a14="http://schemas.microsoft.com/office/drawing/2010/main" val="0"/>
                  </a:ext>
                </a:extLst>
              </a:blip>
              <a:srcRect/>
              <a:stretch>
                <a:fillRect/>
              </a:stretch>
            </p:blipFill>
            <p:spPr bwMode="auto">
              <a:xfrm>
                <a:off x="4602" y="3162"/>
                <a:ext cx="1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8" name="Picture 1784">
                <a:extLst>
                  <a:ext uri="{FF2B5EF4-FFF2-40B4-BE49-F238E27FC236}">
                    <a16:creationId xmlns:a16="http://schemas.microsoft.com/office/drawing/2014/main" id="{9E1FBE3F-43D7-47DE-A155-10F0F04BEA35}"/>
                  </a:ext>
                </a:extLst>
              </p:cNvPr>
              <p:cNvPicPr>
                <a:picLocks noChangeAspect="1" noChangeArrowheads="1"/>
              </p:cNvPicPr>
              <p:nvPr/>
            </p:nvPicPr>
            <p:blipFill>
              <a:blip r:embed="rId866">
                <a:extLst>
                  <a:ext uri="{28A0092B-C50C-407E-A947-70E740481C1C}">
                    <a14:useLocalDpi xmlns:a14="http://schemas.microsoft.com/office/drawing/2010/main" val="0"/>
                  </a:ext>
                </a:extLst>
              </a:blip>
              <a:srcRect/>
              <a:stretch>
                <a:fillRect/>
              </a:stretch>
            </p:blipFill>
            <p:spPr bwMode="auto">
              <a:xfrm>
                <a:off x="4601" y="3163"/>
                <a:ext cx="1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9" name="Picture 1785">
                <a:extLst>
                  <a:ext uri="{FF2B5EF4-FFF2-40B4-BE49-F238E27FC236}">
                    <a16:creationId xmlns:a16="http://schemas.microsoft.com/office/drawing/2014/main" id="{C10675EB-A64E-415E-8F34-3F2171B0F250}"/>
                  </a:ext>
                </a:extLst>
              </p:cNvPr>
              <p:cNvPicPr>
                <a:picLocks noChangeAspect="1" noChangeArrowheads="1"/>
              </p:cNvPicPr>
              <p:nvPr/>
            </p:nvPicPr>
            <p:blipFill>
              <a:blip r:embed="rId867">
                <a:extLst>
                  <a:ext uri="{28A0092B-C50C-407E-A947-70E740481C1C}">
                    <a14:useLocalDpi xmlns:a14="http://schemas.microsoft.com/office/drawing/2010/main" val="0"/>
                  </a:ext>
                </a:extLst>
              </a:blip>
              <a:srcRect/>
              <a:stretch>
                <a:fillRect/>
              </a:stretch>
            </p:blipFill>
            <p:spPr bwMode="auto">
              <a:xfrm>
                <a:off x="4601" y="3164"/>
                <a:ext cx="1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0" name="Picture 1786">
                <a:extLst>
                  <a:ext uri="{FF2B5EF4-FFF2-40B4-BE49-F238E27FC236}">
                    <a16:creationId xmlns:a16="http://schemas.microsoft.com/office/drawing/2014/main" id="{29ED4946-E955-4F10-AD90-7CD967587924}"/>
                  </a:ext>
                </a:extLst>
              </p:cNvPr>
              <p:cNvPicPr>
                <a:picLocks noChangeAspect="1" noChangeArrowheads="1"/>
              </p:cNvPicPr>
              <p:nvPr/>
            </p:nvPicPr>
            <p:blipFill>
              <a:blip r:embed="rId868">
                <a:extLst>
                  <a:ext uri="{28A0092B-C50C-407E-A947-70E740481C1C}">
                    <a14:useLocalDpi xmlns:a14="http://schemas.microsoft.com/office/drawing/2010/main" val="0"/>
                  </a:ext>
                </a:extLst>
              </a:blip>
              <a:srcRect/>
              <a:stretch>
                <a:fillRect/>
              </a:stretch>
            </p:blipFill>
            <p:spPr bwMode="auto">
              <a:xfrm>
                <a:off x="4601" y="3165"/>
                <a:ext cx="1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1" name="Picture 1787">
                <a:extLst>
                  <a:ext uri="{FF2B5EF4-FFF2-40B4-BE49-F238E27FC236}">
                    <a16:creationId xmlns:a16="http://schemas.microsoft.com/office/drawing/2014/main" id="{04F96334-564F-4CD4-917C-6898EBFE35AC}"/>
                  </a:ext>
                </a:extLst>
              </p:cNvPr>
              <p:cNvPicPr>
                <a:picLocks noChangeAspect="1" noChangeArrowheads="1"/>
              </p:cNvPicPr>
              <p:nvPr/>
            </p:nvPicPr>
            <p:blipFill>
              <a:blip r:embed="rId869">
                <a:extLst>
                  <a:ext uri="{28A0092B-C50C-407E-A947-70E740481C1C}">
                    <a14:useLocalDpi xmlns:a14="http://schemas.microsoft.com/office/drawing/2010/main" val="0"/>
                  </a:ext>
                </a:extLst>
              </a:blip>
              <a:srcRect/>
              <a:stretch>
                <a:fillRect/>
              </a:stretch>
            </p:blipFill>
            <p:spPr bwMode="auto">
              <a:xfrm>
                <a:off x="4601" y="3166"/>
                <a:ext cx="1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2" name="Picture 1788">
                <a:extLst>
                  <a:ext uri="{FF2B5EF4-FFF2-40B4-BE49-F238E27FC236}">
                    <a16:creationId xmlns:a16="http://schemas.microsoft.com/office/drawing/2014/main" id="{9FFBDFEC-4006-4BA4-B80C-2D4D06F09592}"/>
                  </a:ext>
                </a:extLst>
              </p:cNvPr>
              <p:cNvPicPr>
                <a:picLocks noChangeAspect="1" noChangeArrowheads="1"/>
              </p:cNvPicPr>
              <p:nvPr/>
            </p:nvPicPr>
            <p:blipFill>
              <a:blip r:embed="rId870">
                <a:extLst>
                  <a:ext uri="{28A0092B-C50C-407E-A947-70E740481C1C}">
                    <a14:useLocalDpi xmlns:a14="http://schemas.microsoft.com/office/drawing/2010/main" val="0"/>
                  </a:ext>
                </a:extLst>
              </a:blip>
              <a:srcRect/>
              <a:stretch>
                <a:fillRect/>
              </a:stretch>
            </p:blipFill>
            <p:spPr bwMode="auto">
              <a:xfrm>
                <a:off x="4600" y="3167"/>
                <a:ext cx="1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3" name="Picture 1789">
                <a:extLst>
                  <a:ext uri="{FF2B5EF4-FFF2-40B4-BE49-F238E27FC236}">
                    <a16:creationId xmlns:a16="http://schemas.microsoft.com/office/drawing/2014/main" id="{01B11366-AA3E-49BC-945D-79DDF9F8264B}"/>
                  </a:ext>
                </a:extLst>
              </p:cNvPr>
              <p:cNvPicPr>
                <a:picLocks noChangeAspect="1" noChangeArrowheads="1"/>
              </p:cNvPicPr>
              <p:nvPr/>
            </p:nvPicPr>
            <p:blipFill>
              <a:blip r:embed="rId871">
                <a:extLst>
                  <a:ext uri="{28A0092B-C50C-407E-A947-70E740481C1C}">
                    <a14:useLocalDpi xmlns:a14="http://schemas.microsoft.com/office/drawing/2010/main" val="0"/>
                  </a:ext>
                </a:extLst>
              </a:blip>
              <a:srcRect/>
              <a:stretch>
                <a:fillRect/>
              </a:stretch>
            </p:blipFill>
            <p:spPr bwMode="auto">
              <a:xfrm>
                <a:off x="4600" y="3168"/>
                <a:ext cx="1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4" name="Picture 1790">
                <a:extLst>
                  <a:ext uri="{FF2B5EF4-FFF2-40B4-BE49-F238E27FC236}">
                    <a16:creationId xmlns:a16="http://schemas.microsoft.com/office/drawing/2014/main" id="{D703BF4D-A698-41BE-BF84-655165DFD53E}"/>
                  </a:ext>
                </a:extLst>
              </p:cNvPr>
              <p:cNvPicPr>
                <a:picLocks noChangeAspect="1" noChangeArrowheads="1"/>
              </p:cNvPicPr>
              <p:nvPr/>
            </p:nvPicPr>
            <p:blipFill>
              <a:blip r:embed="rId872">
                <a:extLst>
                  <a:ext uri="{28A0092B-C50C-407E-A947-70E740481C1C}">
                    <a14:useLocalDpi xmlns:a14="http://schemas.microsoft.com/office/drawing/2010/main" val="0"/>
                  </a:ext>
                </a:extLst>
              </a:blip>
              <a:srcRect/>
              <a:stretch>
                <a:fillRect/>
              </a:stretch>
            </p:blipFill>
            <p:spPr bwMode="auto">
              <a:xfrm>
                <a:off x="4600" y="3169"/>
                <a:ext cx="1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5" name="Picture 1791">
                <a:extLst>
                  <a:ext uri="{FF2B5EF4-FFF2-40B4-BE49-F238E27FC236}">
                    <a16:creationId xmlns:a16="http://schemas.microsoft.com/office/drawing/2014/main" id="{453446DC-E13A-46C5-885A-FC0CC0303899}"/>
                  </a:ext>
                </a:extLst>
              </p:cNvPr>
              <p:cNvPicPr>
                <a:picLocks noChangeAspect="1" noChangeArrowheads="1"/>
              </p:cNvPicPr>
              <p:nvPr/>
            </p:nvPicPr>
            <p:blipFill>
              <a:blip r:embed="rId873">
                <a:extLst>
                  <a:ext uri="{28A0092B-C50C-407E-A947-70E740481C1C}">
                    <a14:useLocalDpi xmlns:a14="http://schemas.microsoft.com/office/drawing/2010/main" val="0"/>
                  </a:ext>
                </a:extLst>
              </a:blip>
              <a:srcRect/>
              <a:stretch>
                <a:fillRect/>
              </a:stretch>
            </p:blipFill>
            <p:spPr bwMode="auto">
              <a:xfrm>
                <a:off x="4600" y="3170"/>
                <a:ext cx="1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6" name="Picture 1792">
                <a:extLst>
                  <a:ext uri="{FF2B5EF4-FFF2-40B4-BE49-F238E27FC236}">
                    <a16:creationId xmlns:a16="http://schemas.microsoft.com/office/drawing/2014/main" id="{3001A2CF-0A6E-4D6D-A981-85FB09CFBF1B}"/>
                  </a:ext>
                </a:extLst>
              </p:cNvPr>
              <p:cNvPicPr>
                <a:picLocks noChangeAspect="1" noChangeArrowheads="1"/>
              </p:cNvPicPr>
              <p:nvPr/>
            </p:nvPicPr>
            <p:blipFill>
              <a:blip r:embed="rId874">
                <a:extLst>
                  <a:ext uri="{28A0092B-C50C-407E-A947-70E740481C1C}">
                    <a14:useLocalDpi xmlns:a14="http://schemas.microsoft.com/office/drawing/2010/main" val="0"/>
                  </a:ext>
                </a:extLst>
              </a:blip>
              <a:srcRect/>
              <a:stretch>
                <a:fillRect/>
              </a:stretch>
            </p:blipFill>
            <p:spPr bwMode="auto">
              <a:xfrm>
                <a:off x="4599" y="3171"/>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 name="Picture 1793">
                <a:extLst>
                  <a:ext uri="{FF2B5EF4-FFF2-40B4-BE49-F238E27FC236}">
                    <a16:creationId xmlns:a16="http://schemas.microsoft.com/office/drawing/2014/main" id="{BFE28767-87B0-4E51-8109-F07CF08F0F3F}"/>
                  </a:ext>
                </a:extLst>
              </p:cNvPr>
              <p:cNvPicPr>
                <a:picLocks noChangeAspect="1" noChangeArrowheads="1"/>
              </p:cNvPicPr>
              <p:nvPr/>
            </p:nvPicPr>
            <p:blipFill>
              <a:blip r:embed="rId875">
                <a:extLst>
                  <a:ext uri="{28A0092B-C50C-407E-A947-70E740481C1C}">
                    <a14:useLocalDpi xmlns:a14="http://schemas.microsoft.com/office/drawing/2010/main" val="0"/>
                  </a:ext>
                </a:extLst>
              </a:blip>
              <a:srcRect/>
              <a:stretch>
                <a:fillRect/>
              </a:stretch>
            </p:blipFill>
            <p:spPr bwMode="auto">
              <a:xfrm>
                <a:off x="4599" y="3172"/>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8" name="Picture 1794">
                <a:extLst>
                  <a:ext uri="{FF2B5EF4-FFF2-40B4-BE49-F238E27FC236}">
                    <a16:creationId xmlns:a16="http://schemas.microsoft.com/office/drawing/2014/main" id="{EA868FFC-EDE1-401E-9ADD-9808EE0EA968}"/>
                  </a:ext>
                </a:extLst>
              </p:cNvPr>
              <p:cNvPicPr>
                <a:picLocks noChangeAspect="1" noChangeArrowheads="1"/>
              </p:cNvPicPr>
              <p:nvPr/>
            </p:nvPicPr>
            <p:blipFill>
              <a:blip r:embed="rId876">
                <a:extLst>
                  <a:ext uri="{28A0092B-C50C-407E-A947-70E740481C1C}">
                    <a14:useLocalDpi xmlns:a14="http://schemas.microsoft.com/office/drawing/2010/main" val="0"/>
                  </a:ext>
                </a:extLst>
              </a:blip>
              <a:srcRect/>
              <a:stretch>
                <a:fillRect/>
              </a:stretch>
            </p:blipFill>
            <p:spPr bwMode="auto">
              <a:xfrm>
                <a:off x="4599" y="3173"/>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9" name="Picture 1795">
                <a:extLst>
                  <a:ext uri="{FF2B5EF4-FFF2-40B4-BE49-F238E27FC236}">
                    <a16:creationId xmlns:a16="http://schemas.microsoft.com/office/drawing/2014/main" id="{EF5DCDC2-4960-4BED-9BE3-80E228AB56BB}"/>
                  </a:ext>
                </a:extLst>
              </p:cNvPr>
              <p:cNvPicPr>
                <a:picLocks noChangeAspect="1" noChangeArrowheads="1"/>
              </p:cNvPicPr>
              <p:nvPr/>
            </p:nvPicPr>
            <p:blipFill>
              <a:blip r:embed="rId877">
                <a:extLst>
                  <a:ext uri="{28A0092B-C50C-407E-A947-70E740481C1C}">
                    <a14:useLocalDpi xmlns:a14="http://schemas.microsoft.com/office/drawing/2010/main" val="0"/>
                  </a:ext>
                </a:extLst>
              </a:blip>
              <a:srcRect/>
              <a:stretch>
                <a:fillRect/>
              </a:stretch>
            </p:blipFill>
            <p:spPr bwMode="auto">
              <a:xfrm>
                <a:off x="4599" y="3174"/>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0" name="Picture 1796">
                <a:extLst>
                  <a:ext uri="{FF2B5EF4-FFF2-40B4-BE49-F238E27FC236}">
                    <a16:creationId xmlns:a16="http://schemas.microsoft.com/office/drawing/2014/main" id="{049EC5DE-B825-4FF2-9F0D-84D7835B0FB3}"/>
                  </a:ext>
                </a:extLst>
              </p:cNvPr>
              <p:cNvPicPr>
                <a:picLocks noChangeAspect="1" noChangeArrowheads="1"/>
              </p:cNvPicPr>
              <p:nvPr/>
            </p:nvPicPr>
            <p:blipFill>
              <a:blip r:embed="rId878">
                <a:extLst>
                  <a:ext uri="{28A0092B-C50C-407E-A947-70E740481C1C}">
                    <a14:useLocalDpi xmlns:a14="http://schemas.microsoft.com/office/drawing/2010/main" val="0"/>
                  </a:ext>
                </a:extLst>
              </a:blip>
              <a:srcRect/>
              <a:stretch>
                <a:fillRect/>
              </a:stretch>
            </p:blipFill>
            <p:spPr bwMode="auto">
              <a:xfrm>
                <a:off x="4598" y="3175"/>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1" name="Picture 1797">
                <a:extLst>
                  <a:ext uri="{FF2B5EF4-FFF2-40B4-BE49-F238E27FC236}">
                    <a16:creationId xmlns:a16="http://schemas.microsoft.com/office/drawing/2014/main" id="{7339B6F9-02FD-4020-94B7-38FE2D7E7F25}"/>
                  </a:ext>
                </a:extLst>
              </p:cNvPr>
              <p:cNvPicPr>
                <a:picLocks noChangeAspect="1" noChangeArrowheads="1"/>
              </p:cNvPicPr>
              <p:nvPr/>
            </p:nvPicPr>
            <p:blipFill>
              <a:blip r:embed="rId879">
                <a:extLst>
                  <a:ext uri="{28A0092B-C50C-407E-A947-70E740481C1C}">
                    <a14:useLocalDpi xmlns:a14="http://schemas.microsoft.com/office/drawing/2010/main" val="0"/>
                  </a:ext>
                </a:extLst>
              </a:blip>
              <a:srcRect/>
              <a:stretch>
                <a:fillRect/>
              </a:stretch>
            </p:blipFill>
            <p:spPr bwMode="auto">
              <a:xfrm>
                <a:off x="4598" y="3176"/>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2" name="Picture 1798">
                <a:extLst>
                  <a:ext uri="{FF2B5EF4-FFF2-40B4-BE49-F238E27FC236}">
                    <a16:creationId xmlns:a16="http://schemas.microsoft.com/office/drawing/2014/main" id="{708FA0E0-4F06-4BD2-9D70-DCDB8B6DF1DD}"/>
                  </a:ext>
                </a:extLst>
              </p:cNvPr>
              <p:cNvPicPr>
                <a:picLocks noChangeAspect="1" noChangeArrowheads="1"/>
              </p:cNvPicPr>
              <p:nvPr/>
            </p:nvPicPr>
            <p:blipFill>
              <a:blip r:embed="rId880">
                <a:extLst>
                  <a:ext uri="{28A0092B-C50C-407E-A947-70E740481C1C}">
                    <a14:useLocalDpi xmlns:a14="http://schemas.microsoft.com/office/drawing/2010/main" val="0"/>
                  </a:ext>
                </a:extLst>
              </a:blip>
              <a:srcRect/>
              <a:stretch>
                <a:fillRect/>
              </a:stretch>
            </p:blipFill>
            <p:spPr bwMode="auto">
              <a:xfrm>
                <a:off x="4598" y="3176"/>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3" name="Picture 1799">
                <a:extLst>
                  <a:ext uri="{FF2B5EF4-FFF2-40B4-BE49-F238E27FC236}">
                    <a16:creationId xmlns:a16="http://schemas.microsoft.com/office/drawing/2014/main" id="{A0E4A0A6-A104-4BD5-A909-4AD60332CFA1}"/>
                  </a:ext>
                </a:extLst>
              </p:cNvPr>
              <p:cNvPicPr>
                <a:picLocks noChangeAspect="1" noChangeArrowheads="1"/>
              </p:cNvPicPr>
              <p:nvPr/>
            </p:nvPicPr>
            <p:blipFill>
              <a:blip r:embed="rId881">
                <a:extLst>
                  <a:ext uri="{28A0092B-C50C-407E-A947-70E740481C1C}">
                    <a14:useLocalDpi xmlns:a14="http://schemas.microsoft.com/office/drawing/2010/main" val="0"/>
                  </a:ext>
                </a:extLst>
              </a:blip>
              <a:srcRect/>
              <a:stretch>
                <a:fillRect/>
              </a:stretch>
            </p:blipFill>
            <p:spPr bwMode="auto">
              <a:xfrm>
                <a:off x="4598" y="3177"/>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4" name="Picture 1800">
                <a:extLst>
                  <a:ext uri="{FF2B5EF4-FFF2-40B4-BE49-F238E27FC236}">
                    <a16:creationId xmlns:a16="http://schemas.microsoft.com/office/drawing/2014/main" id="{8D897646-CF11-4F2E-940D-FE340851E756}"/>
                  </a:ext>
                </a:extLst>
              </p:cNvPr>
              <p:cNvPicPr>
                <a:picLocks noChangeAspect="1" noChangeArrowheads="1"/>
              </p:cNvPicPr>
              <p:nvPr/>
            </p:nvPicPr>
            <p:blipFill>
              <a:blip r:embed="rId882">
                <a:extLst>
                  <a:ext uri="{28A0092B-C50C-407E-A947-70E740481C1C}">
                    <a14:useLocalDpi xmlns:a14="http://schemas.microsoft.com/office/drawing/2010/main" val="0"/>
                  </a:ext>
                </a:extLst>
              </a:blip>
              <a:srcRect/>
              <a:stretch>
                <a:fillRect/>
              </a:stretch>
            </p:blipFill>
            <p:spPr bwMode="auto">
              <a:xfrm>
                <a:off x="4598" y="3178"/>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5" name="Picture 1801">
                <a:extLst>
                  <a:ext uri="{FF2B5EF4-FFF2-40B4-BE49-F238E27FC236}">
                    <a16:creationId xmlns:a16="http://schemas.microsoft.com/office/drawing/2014/main" id="{749E30D9-1964-4631-928C-1FFB600557D7}"/>
                  </a:ext>
                </a:extLst>
              </p:cNvPr>
              <p:cNvPicPr>
                <a:picLocks noChangeAspect="1" noChangeArrowheads="1"/>
              </p:cNvPicPr>
              <p:nvPr/>
            </p:nvPicPr>
            <p:blipFill>
              <a:blip r:embed="rId883">
                <a:extLst>
                  <a:ext uri="{28A0092B-C50C-407E-A947-70E740481C1C}">
                    <a14:useLocalDpi xmlns:a14="http://schemas.microsoft.com/office/drawing/2010/main" val="0"/>
                  </a:ext>
                </a:extLst>
              </a:blip>
              <a:srcRect/>
              <a:stretch>
                <a:fillRect/>
              </a:stretch>
            </p:blipFill>
            <p:spPr bwMode="auto">
              <a:xfrm>
                <a:off x="4598" y="3179"/>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6" name="Picture 1802">
                <a:extLst>
                  <a:ext uri="{FF2B5EF4-FFF2-40B4-BE49-F238E27FC236}">
                    <a16:creationId xmlns:a16="http://schemas.microsoft.com/office/drawing/2014/main" id="{D096428C-89C4-4FF7-9863-DD40DB89DE19}"/>
                  </a:ext>
                </a:extLst>
              </p:cNvPr>
              <p:cNvPicPr>
                <a:picLocks noChangeAspect="1" noChangeArrowheads="1"/>
              </p:cNvPicPr>
              <p:nvPr/>
            </p:nvPicPr>
            <p:blipFill>
              <a:blip r:embed="rId884">
                <a:extLst>
                  <a:ext uri="{28A0092B-C50C-407E-A947-70E740481C1C}">
                    <a14:useLocalDpi xmlns:a14="http://schemas.microsoft.com/office/drawing/2010/main" val="0"/>
                  </a:ext>
                </a:extLst>
              </a:blip>
              <a:srcRect/>
              <a:stretch>
                <a:fillRect/>
              </a:stretch>
            </p:blipFill>
            <p:spPr bwMode="auto">
              <a:xfrm>
                <a:off x="4598" y="3180"/>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7" name="Picture 1803">
                <a:extLst>
                  <a:ext uri="{FF2B5EF4-FFF2-40B4-BE49-F238E27FC236}">
                    <a16:creationId xmlns:a16="http://schemas.microsoft.com/office/drawing/2014/main" id="{51AB4348-F5E6-435F-B298-F83E07655A2A}"/>
                  </a:ext>
                </a:extLst>
              </p:cNvPr>
              <p:cNvPicPr>
                <a:picLocks noChangeAspect="1" noChangeArrowheads="1"/>
              </p:cNvPicPr>
              <p:nvPr/>
            </p:nvPicPr>
            <p:blipFill>
              <a:blip r:embed="rId885">
                <a:extLst>
                  <a:ext uri="{28A0092B-C50C-407E-A947-70E740481C1C}">
                    <a14:useLocalDpi xmlns:a14="http://schemas.microsoft.com/office/drawing/2010/main" val="0"/>
                  </a:ext>
                </a:extLst>
              </a:blip>
              <a:srcRect/>
              <a:stretch>
                <a:fillRect/>
              </a:stretch>
            </p:blipFill>
            <p:spPr bwMode="auto">
              <a:xfrm>
                <a:off x="4598" y="3181"/>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 name="Picture 1804">
                <a:extLst>
                  <a:ext uri="{FF2B5EF4-FFF2-40B4-BE49-F238E27FC236}">
                    <a16:creationId xmlns:a16="http://schemas.microsoft.com/office/drawing/2014/main" id="{FA9298B5-8EA0-4B93-97E7-BB8C8C2189F8}"/>
                  </a:ext>
                </a:extLst>
              </p:cNvPr>
              <p:cNvPicPr>
                <a:picLocks noChangeAspect="1" noChangeArrowheads="1"/>
              </p:cNvPicPr>
              <p:nvPr/>
            </p:nvPicPr>
            <p:blipFill>
              <a:blip r:embed="rId886">
                <a:extLst>
                  <a:ext uri="{28A0092B-C50C-407E-A947-70E740481C1C}">
                    <a14:useLocalDpi xmlns:a14="http://schemas.microsoft.com/office/drawing/2010/main" val="0"/>
                  </a:ext>
                </a:extLst>
              </a:blip>
              <a:srcRect/>
              <a:stretch>
                <a:fillRect/>
              </a:stretch>
            </p:blipFill>
            <p:spPr bwMode="auto">
              <a:xfrm>
                <a:off x="4597" y="3182"/>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9" name="Picture 1805">
                <a:extLst>
                  <a:ext uri="{FF2B5EF4-FFF2-40B4-BE49-F238E27FC236}">
                    <a16:creationId xmlns:a16="http://schemas.microsoft.com/office/drawing/2014/main" id="{26719F79-4DA2-420C-8550-668608CB0665}"/>
                  </a:ext>
                </a:extLst>
              </p:cNvPr>
              <p:cNvPicPr>
                <a:picLocks noChangeAspect="1" noChangeArrowheads="1"/>
              </p:cNvPicPr>
              <p:nvPr/>
            </p:nvPicPr>
            <p:blipFill>
              <a:blip r:embed="rId887">
                <a:extLst>
                  <a:ext uri="{28A0092B-C50C-407E-A947-70E740481C1C}">
                    <a14:useLocalDpi xmlns:a14="http://schemas.microsoft.com/office/drawing/2010/main" val="0"/>
                  </a:ext>
                </a:extLst>
              </a:blip>
              <a:srcRect/>
              <a:stretch>
                <a:fillRect/>
              </a:stretch>
            </p:blipFill>
            <p:spPr bwMode="auto">
              <a:xfrm>
                <a:off x="4597" y="3183"/>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0" name="Picture 1806">
                <a:extLst>
                  <a:ext uri="{FF2B5EF4-FFF2-40B4-BE49-F238E27FC236}">
                    <a16:creationId xmlns:a16="http://schemas.microsoft.com/office/drawing/2014/main" id="{BF0C86ED-6CAE-4CB9-A91B-09C883189293}"/>
                  </a:ext>
                </a:extLst>
              </p:cNvPr>
              <p:cNvPicPr>
                <a:picLocks noChangeAspect="1" noChangeArrowheads="1"/>
              </p:cNvPicPr>
              <p:nvPr/>
            </p:nvPicPr>
            <p:blipFill>
              <a:blip r:embed="rId888">
                <a:extLst>
                  <a:ext uri="{28A0092B-C50C-407E-A947-70E740481C1C}">
                    <a14:useLocalDpi xmlns:a14="http://schemas.microsoft.com/office/drawing/2010/main" val="0"/>
                  </a:ext>
                </a:extLst>
              </a:blip>
              <a:srcRect/>
              <a:stretch>
                <a:fillRect/>
              </a:stretch>
            </p:blipFill>
            <p:spPr bwMode="auto">
              <a:xfrm>
                <a:off x="4597" y="3184"/>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1" name="Picture 1807">
                <a:extLst>
                  <a:ext uri="{FF2B5EF4-FFF2-40B4-BE49-F238E27FC236}">
                    <a16:creationId xmlns:a16="http://schemas.microsoft.com/office/drawing/2014/main" id="{09158E44-CA77-4CBF-8300-3F0DAE210D47}"/>
                  </a:ext>
                </a:extLst>
              </p:cNvPr>
              <p:cNvPicPr>
                <a:picLocks noChangeAspect="1" noChangeArrowheads="1"/>
              </p:cNvPicPr>
              <p:nvPr/>
            </p:nvPicPr>
            <p:blipFill>
              <a:blip r:embed="rId889">
                <a:extLst>
                  <a:ext uri="{28A0092B-C50C-407E-A947-70E740481C1C}">
                    <a14:useLocalDpi xmlns:a14="http://schemas.microsoft.com/office/drawing/2010/main" val="0"/>
                  </a:ext>
                </a:extLst>
              </a:blip>
              <a:srcRect/>
              <a:stretch>
                <a:fillRect/>
              </a:stretch>
            </p:blipFill>
            <p:spPr bwMode="auto">
              <a:xfrm>
                <a:off x="4597" y="3185"/>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2" name="Picture 1808">
                <a:extLst>
                  <a:ext uri="{FF2B5EF4-FFF2-40B4-BE49-F238E27FC236}">
                    <a16:creationId xmlns:a16="http://schemas.microsoft.com/office/drawing/2014/main" id="{24A33CC3-1632-4615-829F-0BADB97A48BC}"/>
                  </a:ext>
                </a:extLst>
              </p:cNvPr>
              <p:cNvPicPr>
                <a:picLocks noChangeAspect="1" noChangeArrowheads="1"/>
              </p:cNvPicPr>
              <p:nvPr/>
            </p:nvPicPr>
            <p:blipFill>
              <a:blip r:embed="rId890">
                <a:extLst>
                  <a:ext uri="{28A0092B-C50C-407E-A947-70E740481C1C}">
                    <a14:useLocalDpi xmlns:a14="http://schemas.microsoft.com/office/drawing/2010/main" val="0"/>
                  </a:ext>
                </a:extLst>
              </a:blip>
              <a:srcRect/>
              <a:stretch>
                <a:fillRect/>
              </a:stretch>
            </p:blipFill>
            <p:spPr bwMode="auto">
              <a:xfrm>
                <a:off x="4597" y="3186"/>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3" name="Picture 1809">
                <a:extLst>
                  <a:ext uri="{FF2B5EF4-FFF2-40B4-BE49-F238E27FC236}">
                    <a16:creationId xmlns:a16="http://schemas.microsoft.com/office/drawing/2014/main" id="{269ED24A-B321-4CB8-8246-E788C2C93422}"/>
                  </a:ext>
                </a:extLst>
              </p:cNvPr>
              <p:cNvPicPr>
                <a:picLocks noChangeAspect="1" noChangeArrowheads="1"/>
              </p:cNvPicPr>
              <p:nvPr/>
            </p:nvPicPr>
            <p:blipFill>
              <a:blip r:embed="rId891">
                <a:extLst>
                  <a:ext uri="{28A0092B-C50C-407E-A947-70E740481C1C}">
                    <a14:useLocalDpi xmlns:a14="http://schemas.microsoft.com/office/drawing/2010/main" val="0"/>
                  </a:ext>
                </a:extLst>
              </a:blip>
              <a:srcRect/>
              <a:stretch>
                <a:fillRect/>
              </a:stretch>
            </p:blipFill>
            <p:spPr bwMode="auto">
              <a:xfrm>
                <a:off x="4597" y="3187"/>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4" name="Picture 1810">
                <a:extLst>
                  <a:ext uri="{FF2B5EF4-FFF2-40B4-BE49-F238E27FC236}">
                    <a16:creationId xmlns:a16="http://schemas.microsoft.com/office/drawing/2014/main" id="{599E482B-9ACA-4261-9773-D23AD94D5390}"/>
                  </a:ext>
                </a:extLst>
              </p:cNvPr>
              <p:cNvPicPr>
                <a:picLocks noChangeAspect="1" noChangeArrowheads="1"/>
              </p:cNvPicPr>
              <p:nvPr/>
            </p:nvPicPr>
            <p:blipFill>
              <a:blip r:embed="rId892">
                <a:extLst>
                  <a:ext uri="{28A0092B-C50C-407E-A947-70E740481C1C}">
                    <a14:useLocalDpi xmlns:a14="http://schemas.microsoft.com/office/drawing/2010/main" val="0"/>
                  </a:ext>
                </a:extLst>
              </a:blip>
              <a:srcRect/>
              <a:stretch>
                <a:fillRect/>
              </a:stretch>
            </p:blipFill>
            <p:spPr bwMode="auto">
              <a:xfrm>
                <a:off x="4597" y="3188"/>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5" name="Picture 1811">
                <a:extLst>
                  <a:ext uri="{FF2B5EF4-FFF2-40B4-BE49-F238E27FC236}">
                    <a16:creationId xmlns:a16="http://schemas.microsoft.com/office/drawing/2014/main" id="{6B4DDFF8-0F4D-434E-B2D5-DC9643F32855}"/>
                  </a:ext>
                </a:extLst>
              </p:cNvPr>
              <p:cNvPicPr>
                <a:picLocks noChangeAspect="1" noChangeArrowheads="1"/>
              </p:cNvPicPr>
              <p:nvPr/>
            </p:nvPicPr>
            <p:blipFill>
              <a:blip r:embed="rId893">
                <a:extLst>
                  <a:ext uri="{28A0092B-C50C-407E-A947-70E740481C1C}">
                    <a14:useLocalDpi xmlns:a14="http://schemas.microsoft.com/office/drawing/2010/main" val="0"/>
                  </a:ext>
                </a:extLst>
              </a:blip>
              <a:srcRect/>
              <a:stretch>
                <a:fillRect/>
              </a:stretch>
            </p:blipFill>
            <p:spPr bwMode="auto">
              <a:xfrm>
                <a:off x="4597" y="3189"/>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6" name="Picture 1812">
                <a:extLst>
                  <a:ext uri="{FF2B5EF4-FFF2-40B4-BE49-F238E27FC236}">
                    <a16:creationId xmlns:a16="http://schemas.microsoft.com/office/drawing/2014/main" id="{FEB9E60E-21CF-4659-9F35-ABE217674EE9}"/>
                  </a:ext>
                </a:extLst>
              </p:cNvPr>
              <p:cNvPicPr>
                <a:picLocks noChangeAspect="1" noChangeArrowheads="1"/>
              </p:cNvPicPr>
              <p:nvPr/>
            </p:nvPicPr>
            <p:blipFill>
              <a:blip r:embed="rId894">
                <a:extLst>
                  <a:ext uri="{28A0092B-C50C-407E-A947-70E740481C1C}">
                    <a14:useLocalDpi xmlns:a14="http://schemas.microsoft.com/office/drawing/2010/main" val="0"/>
                  </a:ext>
                </a:extLst>
              </a:blip>
              <a:srcRect/>
              <a:stretch>
                <a:fillRect/>
              </a:stretch>
            </p:blipFill>
            <p:spPr bwMode="auto">
              <a:xfrm>
                <a:off x="4597" y="3190"/>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7" name="Picture 1813">
                <a:extLst>
                  <a:ext uri="{FF2B5EF4-FFF2-40B4-BE49-F238E27FC236}">
                    <a16:creationId xmlns:a16="http://schemas.microsoft.com/office/drawing/2014/main" id="{9DC2B0D8-983C-4FDF-AB4D-63ADDAF08757}"/>
                  </a:ext>
                </a:extLst>
              </p:cNvPr>
              <p:cNvPicPr>
                <a:picLocks noChangeAspect="1" noChangeArrowheads="1"/>
              </p:cNvPicPr>
              <p:nvPr/>
            </p:nvPicPr>
            <p:blipFill>
              <a:blip r:embed="rId895">
                <a:extLst>
                  <a:ext uri="{28A0092B-C50C-407E-A947-70E740481C1C}">
                    <a14:useLocalDpi xmlns:a14="http://schemas.microsoft.com/office/drawing/2010/main" val="0"/>
                  </a:ext>
                </a:extLst>
              </a:blip>
              <a:srcRect/>
              <a:stretch>
                <a:fillRect/>
              </a:stretch>
            </p:blipFill>
            <p:spPr bwMode="auto">
              <a:xfrm>
                <a:off x="4597" y="3191"/>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 name="Picture 1814">
                <a:extLst>
                  <a:ext uri="{FF2B5EF4-FFF2-40B4-BE49-F238E27FC236}">
                    <a16:creationId xmlns:a16="http://schemas.microsoft.com/office/drawing/2014/main" id="{0DFB784F-729C-4A7B-B8AA-41F99C8B579F}"/>
                  </a:ext>
                </a:extLst>
              </p:cNvPr>
              <p:cNvPicPr>
                <a:picLocks noChangeAspect="1" noChangeArrowheads="1"/>
              </p:cNvPicPr>
              <p:nvPr/>
            </p:nvPicPr>
            <p:blipFill>
              <a:blip r:embed="rId896">
                <a:extLst>
                  <a:ext uri="{28A0092B-C50C-407E-A947-70E740481C1C}">
                    <a14:useLocalDpi xmlns:a14="http://schemas.microsoft.com/office/drawing/2010/main" val="0"/>
                  </a:ext>
                </a:extLst>
              </a:blip>
              <a:srcRect/>
              <a:stretch>
                <a:fillRect/>
              </a:stretch>
            </p:blipFill>
            <p:spPr bwMode="auto">
              <a:xfrm>
                <a:off x="4597" y="3192"/>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9" name="Picture 1815">
                <a:extLst>
                  <a:ext uri="{FF2B5EF4-FFF2-40B4-BE49-F238E27FC236}">
                    <a16:creationId xmlns:a16="http://schemas.microsoft.com/office/drawing/2014/main" id="{763D67A6-5911-48FD-B5CD-3DADDC970C5E}"/>
                  </a:ext>
                </a:extLst>
              </p:cNvPr>
              <p:cNvPicPr>
                <a:picLocks noChangeAspect="1" noChangeArrowheads="1"/>
              </p:cNvPicPr>
              <p:nvPr/>
            </p:nvPicPr>
            <p:blipFill>
              <a:blip r:embed="rId897">
                <a:extLst>
                  <a:ext uri="{28A0092B-C50C-407E-A947-70E740481C1C}">
                    <a14:useLocalDpi xmlns:a14="http://schemas.microsoft.com/office/drawing/2010/main" val="0"/>
                  </a:ext>
                </a:extLst>
              </a:blip>
              <a:srcRect/>
              <a:stretch>
                <a:fillRect/>
              </a:stretch>
            </p:blipFill>
            <p:spPr bwMode="auto">
              <a:xfrm>
                <a:off x="4597" y="3193"/>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0" name="Picture 1816">
                <a:extLst>
                  <a:ext uri="{FF2B5EF4-FFF2-40B4-BE49-F238E27FC236}">
                    <a16:creationId xmlns:a16="http://schemas.microsoft.com/office/drawing/2014/main" id="{E038B3B1-D791-474A-A5AD-878D8A7CC4D2}"/>
                  </a:ext>
                </a:extLst>
              </p:cNvPr>
              <p:cNvPicPr>
                <a:picLocks noChangeAspect="1" noChangeArrowheads="1"/>
              </p:cNvPicPr>
              <p:nvPr/>
            </p:nvPicPr>
            <p:blipFill>
              <a:blip r:embed="rId898">
                <a:extLst>
                  <a:ext uri="{28A0092B-C50C-407E-A947-70E740481C1C}">
                    <a14:useLocalDpi xmlns:a14="http://schemas.microsoft.com/office/drawing/2010/main" val="0"/>
                  </a:ext>
                </a:extLst>
              </a:blip>
              <a:srcRect/>
              <a:stretch>
                <a:fillRect/>
              </a:stretch>
            </p:blipFill>
            <p:spPr bwMode="auto">
              <a:xfrm>
                <a:off x="4597" y="3194"/>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1" name="Picture 1817">
                <a:extLst>
                  <a:ext uri="{FF2B5EF4-FFF2-40B4-BE49-F238E27FC236}">
                    <a16:creationId xmlns:a16="http://schemas.microsoft.com/office/drawing/2014/main" id="{5EAD650A-E675-4A62-A7F7-0FA3BEE481DD}"/>
                  </a:ext>
                </a:extLst>
              </p:cNvPr>
              <p:cNvPicPr>
                <a:picLocks noChangeAspect="1" noChangeArrowheads="1"/>
              </p:cNvPicPr>
              <p:nvPr/>
            </p:nvPicPr>
            <p:blipFill>
              <a:blip r:embed="rId899">
                <a:extLst>
                  <a:ext uri="{28A0092B-C50C-407E-A947-70E740481C1C}">
                    <a14:useLocalDpi xmlns:a14="http://schemas.microsoft.com/office/drawing/2010/main" val="0"/>
                  </a:ext>
                </a:extLst>
              </a:blip>
              <a:srcRect/>
              <a:stretch>
                <a:fillRect/>
              </a:stretch>
            </p:blipFill>
            <p:spPr bwMode="auto">
              <a:xfrm>
                <a:off x="4597" y="3195"/>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2" name="Picture 1818">
                <a:extLst>
                  <a:ext uri="{FF2B5EF4-FFF2-40B4-BE49-F238E27FC236}">
                    <a16:creationId xmlns:a16="http://schemas.microsoft.com/office/drawing/2014/main" id="{ABF466AB-D76F-4C71-B56E-69B5D9092A56}"/>
                  </a:ext>
                </a:extLst>
              </p:cNvPr>
              <p:cNvPicPr>
                <a:picLocks noChangeAspect="1" noChangeArrowheads="1"/>
              </p:cNvPicPr>
              <p:nvPr/>
            </p:nvPicPr>
            <p:blipFill>
              <a:blip r:embed="rId900">
                <a:extLst>
                  <a:ext uri="{28A0092B-C50C-407E-A947-70E740481C1C}">
                    <a14:useLocalDpi xmlns:a14="http://schemas.microsoft.com/office/drawing/2010/main" val="0"/>
                  </a:ext>
                </a:extLst>
              </a:blip>
              <a:srcRect/>
              <a:stretch>
                <a:fillRect/>
              </a:stretch>
            </p:blipFill>
            <p:spPr bwMode="auto">
              <a:xfrm>
                <a:off x="4598" y="3196"/>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3" name="Picture 1819">
                <a:extLst>
                  <a:ext uri="{FF2B5EF4-FFF2-40B4-BE49-F238E27FC236}">
                    <a16:creationId xmlns:a16="http://schemas.microsoft.com/office/drawing/2014/main" id="{C3A683FB-E4CC-476F-8588-A7AE157880AE}"/>
                  </a:ext>
                </a:extLst>
              </p:cNvPr>
              <p:cNvPicPr>
                <a:picLocks noChangeAspect="1" noChangeArrowheads="1"/>
              </p:cNvPicPr>
              <p:nvPr/>
            </p:nvPicPr>
            <p:blipFill>
              <a:blip r:embed="rId901">
                <a:extLst>
                  <a:ext uri="{28A0092B-C50C-407E-A947-70E740481C1C}">
                    <a14:useLocalDpi xmlns:a14="http://schemas.microsoft.com/office/drawing/2010/main" val="0"/>
                  </a:ext>
                </a:extLst>
              </a:blip>
              <a:srcRect/>
              <a:stretch>
                <a:fillRect/>
              </a:stretch>
            </p:blipFill>
            <p:spPr bwMode="auto">
              <a:xfrm>
                <a:off x="4598" y="3197"/>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4" name="Picture 1820">
                <a:extLst>
                  <a:ext uri="{FF2B5EF4-FFF2-40B4-BE49-F238E27FC236}">
                    <a16:creationId xmlns:a16="http://schemas.microsoft.com/office/drawing/2014/main" id="{D787F224-95E8-49BA-B7BC-003A0D85B551}"/>
                  </a:ext>
                </a:extLst>
              </p:cNvPr>
              <p:cNvPicPr>
                <a:picLocks noChangeAspect="1" noChangeArrowheads="1"/>
              </p:cNvPicPr>
              <p:nvPr/>
            </p:nvPicPr>
            <p:blipFill>
              <a:blip r:embed="rId902">
                <a:extLst>
                  <a:ext uri="{28A0092B-C50C-407E-A947-70E740481C1C}">
                    <a14:useLocalDpi xmlns:a14="http://schemas.microsoft.com/office/drawing/2010/main" val="0"/>
                  </a:ext>
                </a:extLst>
              </a:blip>
              <a:srcRect/>
              <a:stretch>
                <a:fillRect/>
              </a:stretch>
            </p:blipFill>
            <p:spPr bwMode="auto">
              <a:xfrm>
                <a:off x="4598" y="3198"/>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5" name="Picture 1821">
                <a:extLst>
                  <a:ext uri="{FF2B5EF4-FFF2-40B4-BE49-F238E27FC236}">
                    <a16:creationId xmlns:a16="http://schemas.microsoft.com/office/drawing/2014/main" id="{68D903FB-32E8-4AF5-92B6-74B51E9771FA}"/>
                  </a:ext>
                </a:extLst>
              </p:cNvPr>
              <p:cNvPicPr>
                <a:picLocks noChangeAspect="1" noChangeArrowheads="1"/>
              </p:cNvPicPr>
              <p:nvPr/>
            </p:nvPicPr>
            <p:blipFill>
              <a:blip r:embed="rId903">
                <a:extLst>
                  <a:ext uri="{28A0092B-C50C-407E-A947-70E740481C1C}">
                    <a14:useLocalDpi xmlns:a14="http://schemas.microsoft.com/office/drawing/2010/main" val="0"/>
                  </a:ext>
                </a:extLst>
              </a:blip>
              <a:srcRect/>
              <a:stretch>
                <a:fillRect/>
              </a:stretch>
            </p:blipFill>
            <p:spPr bwMode="auto">
              <a:xfrm>
                <a:off x="4598" y="3199"/>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6" name="Picture 1822">
                <a:extLst>
                  <a:ext uri="{FF2B5EF4-FFF2-40B4-BE49-F238E27FC236}">
                    <a16:creationId xmlns:a16="http://schemas.microsoft.com/office/drawing/2014/main" id="{BE61BA5C-82FB-4B86-9914-513B59F65334}"/>
                  </a:ext>
                </a:extLst>
              </p:cNvPr>
              <p:cNvPicPr>
                <a:picLocks noChangeAspect="1" noChangeArrowheads="1"/>
              </p:cNvPicPr>
              <p:nvPr/>
            </p:nvPicPr>
            <p:blipFill>
              <a:blip r:embed="rId904">
                <a:extLst>
                  <a:ext uri="{28A0092B-C50C-407E-A947-70E740481C1C}">
                    <a14:useLocalDpi xmlns:a14="http://schemas.microsoft.com/office/drawing/2010/main" val="0"/>
                  </a:ext>
                </a:extLst>
              </a:blip>
              <a:srcRect/>
              <a:stretch>
                <a:fillRect/>
              </a:stretch>
            </p:blipFill>
            <p:spPr bwMode="auto">
              <a:xfrm>
                <a:off x="4598" y="3200"/>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7" name="Picture 1823">
                <a:extLst>
                  <a:ext uri="{FF2B5EF4-FFF2-40B4-BE49-F238E27FC236}">
                    <a16:creationId xmlns:a16="http://schemas.microsoft.com/office/drawing/2014/main" id="{ACDE58F6-3FE7-46C7-9BC1-8C49120BD73E}"/>
                  </a:ext>
                </a:extLst>
              </p:cNvPr>
              <p:cNvPicPr>
                <a:picLocks noChangeAspect="1" noChangeArrowheads="1"/>
              </p:cNvPicPr>
              <p:nvPr/>
            </p:nvPicPr>
            <p:blipFill>
              <a:blip r:embed="rId905">
                <a:extLst>
                  <a:ext uri="{28A0092B-C50C-407E-A947-70E740481C1C}">
                    <a14:useLocalDpi xmlns:a14="http://schemas.microsoft.com/office/drawing/2010/main" val="0"/>
                  </a:ext>
                </a:extLst>
              </a:blip>
              <a:srcRect/>
              <a:stretch>
                <a:fillRect/>
              </a:stretch>
            </p:blipFill>
            <p:spPr bwMode="auto">
              <a:xfrm>
                <a:off x="4598" y="3200"/>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 name="Picture 1824">
                <a:extLst>
                  <a:ext uri="{FF2B5EF4-FFF2-40B4-BE49-F238E27FC236}">
                    <a16:creationId xmlns:a16="http://schemas.microsoft.com/office/drawing/2014/main" id="{72DBFBE4-E327-42E3-81A0-A88961043175}"/>
                  </a:ext>
                </a:extLst>
              </p:cNvPr>
              <p:cNvPicPr>
                <a:picLocks noChangeAspect="1" noChangeArrowheads="1"/>
              </p:cNvPicPr>
              <p:nvPr/>
            </p:nvPicPr>
            <p:blipFill>
              <a:blip r:embed="rId906">
                <a:extLst>
                  <a:ext uri="{28A0092B-C50C-407E-A947-70E740481C1C}">
                    <a14:useLocalDpi xmlns:a14="http://schemas.microsoft.com/office/drawing/2010/main" val="0"/>
                  </a:ext>
                </a:extLst>
              </a:blip>
              <a:srcRect/>
              <a:stretch>
                <a:fillRect/>
              </a:stretch>
            </p:blipFill>
            <p:spPr bwMode="auto">
              <a:xfrm>
                <a:off x="4598" y="3201"/>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9" name="Picture 1825">
                <a:extLst>
                  <a:ext uri="{FF2B5EF4-FFF2-40B4-BE49-F238E27FC236}">
                    <a16:creationId xmlns:a16="http://schemas.microsoft.com/office/drawing/2014/main" id="{1AA2FEC7-246C-4A72-8C09-E4401FE4E2C8}"/>
                  </a:ext>
                </a:extLst>
              </p:cNvPr>
              <p:cNvPicPr>
                <a:picLocks noChangeAspect="1" noChangeArrowheads="1"/>
              </p:cNvPicPr>
              <p:nvPr/>
            </p:nvPicPr>
            <p:blipFill>
              <a:blip r:embed="rId907">
                <a:extLst>
                  <a:ext uri="{28A0092B-C50C-407E-A947-70E740481C1C}">
                    <a14:useLocalDpi xmlns:a14="http://schemas.microsoft.com/office/drawing/2010/main" val="0"/>
                  </a:ext>
                </a:extLst>
              </a:blip>
              <a:srcRect/>
              <a:stretch>
                <a:fillRect/>
              </a:stretch>
            </p:blipFill>
            <p:spPr bwMode="auto">
              <a:xfrm>
                <a:off x="4598" y="3202"/>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0" name="Picture 1826">
                <a:extLst>
                  <a:ext uri="{FF2B5EF4-FFF2-40B4-BE49-F238E27FC236}">
                    <a16:creationId xmlns:a16="http://schemas.microsoft.com/office/drawing/2014/main" id="{59F6D16D-6980-42B5-8D8E-745E9FD2D9B1}"/>
                  </a:ext>
                </a:extLst>
              </p:cNvPr>
              <p:cNvPicPr>
                <a:picLocks noChangeAspect="1" noChangeArrowheads="1"/>
              </p:cNvPicPr>
              <p:nvPr/>
            </p:nvPicPr>
            <p:blipFill>
              <a:blip r:embed="rId908">
                <a:extLst>
                  <a:ext uri="{28A0092B-C50C-407E-A947-70E740481C1C}">
                    <a14:useLocalDpi xmlns:a14="http://schemas.microsoft.com/office/drawing/2010/main" val="0"/>
                  </a:ext>
                </a:extLst>
              </a:blip>
              <a:srcRect/>
              <a:stretch>
                <a:fillRect/>
              </a:stretch>
            </p:blipFill>
            <p:spPr bwMode="auto">
              <a:xfrm>
                <a:off x="4599" y="3203"/>
                <a:ext cx="1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1" name="Picture 1827">
                <a:extLst>
                  <a:ext uri="{FF2B5EF4-FFF2-40B4-BE49-F238E27FC236}">
                    <a16:creationId xmlns:a16="http://schemas.microsoft.com/office/drawing/2014/main" id="{C7FB7CB9-971B-4EC0-B996-EEF42A8EC6B7}"/>
                  </a:ext>
                </a:extLst>
              </p:cNvPr>
              <p:cNvPicPr>
                <a:picLocks noChangeAspect="1" noChangeArrowheads="1"/>
              </p:cNvPicPr>
              <p:nvPr/>
            </p:nvPicPr>
            <p:blipFill>
              <a:blip r:embed="rId909">
                <a:extLst>
                  <a:ext uri="{28A0092B-C50C-407E-A947-70E740481C1C}">
                    <a14:useLocalDpi xmlns:a14="http://schemas.microsoft.com/office/drawing/2010/main" val="0"/>
                  </a:ext>
                </a:extLst>
              </a:blip>
              <a:srcRect/>
              <a:stretch>
                <a:fillRect/>
              </a:stretch>
            </p:blipFill>
            <p:spPr bwMode="auto">
              <a:xfrm>
                <a:off x="4599" y="3204"/>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2" name="Picture 1828">
                <a:extLst>
                  <a:ext uri="{FF2B5EF4-FFF2-40B4-BE49-F238E27FC236}">
                    <a16:creationId xmlns:a16="http://schemas.microsoft.com/office/drawing/2014/main" id="{780C4D2B-AD60-491D-B548-6635810C925E}"/>
                  </a:ext>
                </a:extLst>
              </p:cNvPr>
              <p:cNvPicPr>
                <a:picLocks noChangeAspect="1" noChangeArrowheads="1"/>
              </p:cNvPicPr>
              <p:nvPr/>
            </p:nvPicPr>
            <p:blipFill>
              <a:blip r:embed="rId910">
                <a:extLst>
                  <a:ext uri="{28A0092B-C50C-407E-A947-70E740481C1C}">
                    <a14:useLocalDpi xmlns:a14="http://schemas.microsoft.com/office/drawing/2010/main" val="0"/>
                  </a:ext>
                </a:extLst>
              </a:blip>
              <a:srcRect/>
              <a:stretch>
                <a:fillRect/>
              </a:stretch>
            </p:blipFill>
            <p:spPr bwMode="auto">
              <a:xfrm>
                <a:off x="4599" y="3205"/>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3" name="Picture 1829">
                <a:extLst>
                  <a:ext uri="{FF2B5EF4-FFF2-40B4-BE49-F238E27FC236}">
                    <a16:creationId xmlns:a16="http://schemas.microsoft.com/office/drawing/2014/main" id="{AC37A0DC-374D-421D-B76F-BB81F8DDBB41}"/>
                  </a:ext>
                </a:extLst>
              </p:cNvPr>
              <p:cNvPicPr>
                <a:picLocks noChangeAspect="1" noChangeArrowheads="1"/>
              </p:cNvPicPr>
              <p:nvPr/>
            </p:nvPicPr>
            <p:blipFill>
              <a:blip r:embed="rId911">
                <a:extLst>
                  <a:ext uri="{28A0092B-C50C-407E-A947-70E740481C1C}">
                    <a14:useLocalDpi xmlns:a14="http://schemas.microsoft.com/office/drawing/2010/main" val="0"/>
                  </a:ext>
                </a:extLst>
              </a:blip>
              <a:srcRect/>
              <a:stretch>
                <a:fillRect/>
              </a:stretch>
            </p:blipFill>
            <p:spPr bwMode="auto">
              <a:xfrm>
                <a:off x="4599" y="3206"/>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4" name="Picture 1830">
                <a:extLst>
                  <a:ext uri="{FF2B5EF4-FFF2-40B4-BE49-F238E27FC236}">
                    <a16:creationId xmlns:a16="http://schemas.microsoft.com/office/drawing/2014/main" id="{DB8104AB-A034-4834-A32F-F5C9FE93CF89}"/>
                  </a:ext>
                </a:extLst>
              </p:cNvPr>
              <p:cNvPicPr>
                <a:picLocks noChangeAspect="1" noChangeArrowheads="1"/>
              </p:cNvPicPr>
              <p:nvPr/>
            </p:nvPicPr>
            <p:blipFill>
              <a:blip r:embed="rId912">
                <a:extLst>
                  <a:ext uri="{28A0092B-C50C-407E-A947-70E740481C1C}">
                    <a14:useLocalDpi xmlns:a14="http://schemas.microsoft.com/office/drawing/2010/main" val="0"/>
                  </a:ext>
                </a:extLst>
              </a:blip>
              <a:srcRect/>
              <a:stretch>
                <a:fillRect/>
              </a:stretch>
            </p:blipFill>
            <p:spPr bwMode="auto">
              <a:xfrm>
                <a:off x="4599" y="3207"/>
                <a:ext cx="1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5" name="Picture 1831">
                <a:extLst>
                  <a:ext uri="{FF2B5EF4-FFF2-40B4-BE49-F238E27FC236}">
                    <a16:creationId xmlns:a16="http://schemas.microsoft.com/office/drawing/2014/main" id="{13C9D065-D7D9-4C62-BFFC-D42CA15B3828}"/>
                  </a:ext>
                </a:extLst>
              </p:cNvPr>
              <p:cNvPicPr>
                <a:picLocks noChangeAspect="1" noChangeArrowheads="1"/>
              </p:cNvPicPr>
              <p:nvPr/>
            </p:nvPicPr>
            <p:blipFill>
              <a:blip r:embed="rId913">
                <a:extLst>
                  <a:ext uri="{28A0092B-C50C-407E-A947-70E740481C1C}">
                    <a14:useLocalDpi xmlns:a14="http://schemas.microsoft.com/office/drawing/2010/main" val="0"/>
                  </a:ext>
                </a:extLst>
              </a:blip>
              <a:srcRect/>
              <a:stretch>
                <a:fillRect/>
              </a:stretch>
            </p:blipFill>
            <p:spPr bwMode="auto">
              <a:xfrm>
                <a:off x="4600" y="3208"/>
                <a:ext cx="1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6" name="Picture 1832">
                <a:extLst>
                  <a:ext uri="{FF2B5EF4-FFF2-40B4-BE49-F238E27FC236}">
                    <a16:creationId xmlns:a16="http://schemas.microsoft.com/office/drawing/2014/main" id="{9CF99B43-7A03-40DB-A20F-7DC51386FB26}"/>
                  </a:ext>
                </a:extLst>
              </p:cNvPr>
              <p:cNvPicPr>
                <a:picLocks noChangeAspect="1" noChangeArrowheads="1"/>
              </p:cNvPicPr>
              <p:nvPr/>
            </p:nvPicPr>
            <p:blipFill>
              <a:blip r:embed="rId914">
                <a:extLst>
                  <a:ext uri="{28A0092B-C50C-407E-A947-70E740481C1C}">
                    <a14:useLocalDpi xmlns:a14="http://schemas.microsoft.com/office/drawing/2010/main" val="0"/>
                  </a:ext>
                </a:extLst>
              </a:blip>
              <a:srcRect/>
              <a:stretch>
                <a:fillRect/>
              </a:stretch>
            </p:blipFill>
            <p:spPr bwMode="auto">
              <a:xfrm>
                <a:off x="4600" y="3209"/>
                <a:ext cx="1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7" name="Picture 1833">
                <a:extLst>
                  <a:ext uri="{FF2B5EF4-FFF2-40B4-BE49-F238E27FC236}">
                    <a16:creationId xmlns:a16="http://schemas.microsoft.com/office/drawing/2014/main" id="{776379C4-B65A-480C-83DA-ECF5E06BF7AF}"/>
                  </a:ext>
                </a:extLst>
              </p:cNvPr>
              <p:cNvPicPr>
                <a:picLocks noChangeAspect="1" noChangeArrowheads="1"/>
              </p:cNvPicPr>
              <p:nvPr/>
            </p:nvPicPr>
            <p:blipFill>
              <a:blip r:embed="rId915">
                <a:extLst>
                  <a:ext uri="{28A0092B-C50C-407E-A947-70E740481C1C}">
                    <a14:useLocalDpi xmlns:a14="http://schemas.microsoft.com/office/drawing/2010/main" val="0"/>
                  </a:ext>
                </a:extLst>
              </a:blip>
              <a:srcRect/>
              <a:stretch>
                <a:fillRect/>
              </a:stretch>
            </p:blipFill>
            <p:spPr bwMode="auto">
              <a:xfrm>
                <a:off x="4600" y="3210"/>
                <a:ext cx="1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 name="Picture 1834">
                <a:extLst>
                  <a:ext uri="{FF2B5EF4-FFF2-40B4-BE49-F238E27FC236}">
                    <a16:creationId xmlns:a16="http://schemas.microsoft.com/office/drawing/2014/main" id="{3B48F55B-328F-42F7-8FA0-D5A4889620C5}"/>
                  </a:ext>
                </a:extLst>
              </p:cNvPr>
              <p:cNvPicPr>
                <a:picLocks noChangeAspect="1" noChangeArrowheads="1"/>
              </p:cNvPicPr>
              <p:nvPr/>
            </p:nvPicPr>
            <p:blipFill>
              <a:blip r:embed="rId916">
                <a:extLst>
                  <a:ext uri="{28A0092B-C50C-407E-A947-70E740481C1C}">
                    <a14:useLocalDpi xmlns:a14="http://schemas.microsoft.com/office/drawing/2010/main" val="0"/>
                  </a:ext>
                </a:extLst>
              </a:blip>
              <a:srcRect/>
              <a:stretch>
                <a:fillRect/>
              </a:stretch>
            </p:blipFill>
            <p:spPr bwMode="auto">
              <a:xfrm>
                <a:off x="4601" y="3211"/>
                <a:ext cx="1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9" name="Picture 1835">
                <a:extLst>
                  <a:ext uri="{FF2B5EF4-FFF2-40B4-BE49-F238E27FC236}">
                    <a16:creationId xmlns:a16="http://schemas.microsoft.com/office/drawing/2014/main" id="{A3601979-06F9-4606-810B-E870DA5B6A0A}"/>
                  </a:ext>
                </a:extLst>
              </p:cNvPr>
              <p:cNvPicPr>
                <a:picLocks noChangeAspect="1" noChangeArrowheads="1"/>
              </p:cNvPicPr>
              <p:nvPr/>
            </p:nvPicPr>
            <p:blipFill>
              <a:blip r:embed="rId917">
                <a:extLst>
                  <a:ext uri="{28A0092B-C50C-407E-A947-70E740481C1C}">
                    <a14:useLocalDpi xmlns:a14="http://schemas.microsoft.com/office/drawing/2010/main" val="0"/>
                  </a:ext>
                </a:extLst>
              </a:blip>
              <a:srcRect/>
              <a:stretch>
                <a:fillRect/>
              </a:stretch>
            </p:blipFill>
            <p:spPr bwMode="auto">
              <a:xfrm>
                <a:off x="4601" y="3212"/>
                <a:ext cx="11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0" name="Picture 1836">
                <a:extLst>
                  <a:ext uri="{FF2B5EF4-FFF2-40B4-BE49-F238E27FC236}">
                    <a16:creationId xmlns:a16="http://schemas.microsoft.com/office/drawing/2014/main" id="{8805956E-F013-43F5-A663-90BC04AB172C}"/>
                  </a:ext>
                </a:extLst>
              </p:cNvPr>
              <p:cNvPicPr>
                <a:picLocks noChangeAspect="1" noChangeArrowheads="1"/>
              </p:cNvPicPr>
              <p:nvPr/>
            </p:nvPicPr>
            <p:blipFill>
              <a:blip r:embed="rId918">
                <a:extLst>
                  <a:ext uri="{28A0092B-C50C-407E-A947-70E740481C1C}">
                    <a14:useLocalDpi xmlns:a14="http://schemas.microsoft.com/office/drawing/2010/main" val="0"/>
                  </a:ext>
                </a:extLst>
              </a:blip>
              <a:srcRect/>
              <a:stretch>
                <a:fillRect/>
              </a:stretch>
            </p:blipFill>
            <p:spPr bwMode="auto">
              <a:xfrm>
                <a:off x="4601" y="3213"/>
                <a:ext cx="1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1" name="Picture 1837">
                <a:extLst>
                  <a:ext uri="{FF2B5EF4-FFF2-40B4-BE49-F238E27FC236}">
                    <a16:creationId xmlns:a16="http://schemas.microsoft.com/office/drawing/2014/main" id="{268C58A0-5025-401A-AA9D-6FE691BEF4D1}"/>
                  </a:ext>
                </a:extLst>
              </p:cNvPr>
              <p:cNvPicPr>
                <a:picLocks noChangeAspect="1" noChangeArrowheads="1"/>
              </p:cNvPicPr>
              <p:nvPr/>
            </p:nvPicPr>
            <p:blipFill>
              <a:blip r:embed="rId919">
                <a:extLst>
                  <a:ext uri="{28A0092B-C50C-407E-A947-70E740481C1C}">
                    <a14:useLocalDpi xmlns:a14="http://schemas.microsoft.com/office/drawing/2010/main" val="0"/>
                  </a:ext>
                </a:extLst>
              </a:blip>
              <a:srcRect/>
              <a:stretch>
                <a:fillRect/>
              </a:stretch>
            </p:blipFill>
            <p:spPr bwMode="auto">
              <a:xfrm>
                <a:off x="4601" y="3214"/>
                <a:ext cx="1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2" name="Picture 1838">
                <a:extLst>
                  <a:ext uri="{FF2B5EF4-FFF2-40B4-BE49-F238E27FC236}">
                    <a16:creationId xmlns:a16="http://schemas.microsoft.com/office/drawing/2014/main" id="{0A19FC44-0AB4-4ACC-B626-4542C52C5E53}"/>
                  </a:ext>
                </a:extLst>
              </p:cNvPr>
              <p:cNvPicPr>
                <a:picLocks noChangeAspect="1" noChangeArrowheads="1"/>
              </p:cNvPicPr>
              <p:nvPr/>
            </p:nvPicPr>
            <p:blipFill>
              <a:blip r:embed="rId920">
                <a:extLst>
                  <a:ext uri="{28A0092B-C50C-407E-A947-70E740481C1C}">
                    <a14:useLocalDpi xmlns:a14="http://schemas.microsoft.com/office/drawing/2010/main" val="0"/>
                  </a:ext>
                </a:extLst>
              </a:blip>
              <a:srcRect/>
              <a:stretch>
                <a:fillRect/>
              </a:stretch>
            </p:blipFill>
            <p:spPr bwMode="auto">
              <a:xfrm>
                <a:off x="4602" y="3215"/>
                <a:ext cx="1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3" name="Picture 1839">
                <a:extLst>
                  <a:ext uri="{FF2B5EF4-FFF2-40B4-BE49-F238E27FC236}">
                    <a16:creationId xmlns:a16="http://schemas.microsoft.com/office/drawing/2014/main" id="{CA9920AE-E346-407B-928E-8A8B74BE1FF3}"/>
                  </a:ext>
                </a:extLst>
              </p:cNvPr>
              <p:cNvPicPr>
                <a:picLocks noChangeAspect="1" noChangeArrowheads="1"/>
              </p:cNvPicPr>
              <p:nvPr/>
            </p:nvPicPr>
            <p:blipFill>
              <a:blip r:embed="rId921">
                <a:extLst>
                  <a:ext uri="{28A0092B-C50C-407E-A947-70E740481C1C}">
                    <a14:useLocalDpi xmlns:a14="http://schemas.microsoft.com/office/drawing/2010/main" val="0"/>
                  </a:ext>
                </a:extLst>
              </a:blip>
              <a:srcRect/>
              <a:stretch>
                <a:fillRect/>
              </a:stretch>
            </p:blipFill>
            <p:spPr bwMode="auto">
              <a:xfrm>
                <a:off x="4602" y="3216"/>
                <a:ext cx="1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4" name="Picture 1840">
                <a:extLst>
                  <a:ext uri="{FF2B5EF4-FFF2-40B4-BE49-F238E27FC236}">
                    <a16:creationId xmlns:a16="http://schemas.microsoft.com/office/drawing/2014/main" id="{A3E1163E-6CD7-42CA-87B7-41AC00551E1A}"/>
                  </a:ext>
                </a:extLst>
              </p:cNvPr>
              <p:cNvPicPr>
                <a:picLocks noChangeAspect="1" noChangeArrowheads="1"/>
              </p:cNvPicPr>
              <p:nvPr/>
            </p:nvPicPr>
            <p:blipFill>
              <a:blip r:embed="rId922">
                <a:extLst>
                  <a:ext uri="{28A0092B-C50C-407E-A947-70E740481C1C}">
                    <a14:useLocalDpi xmlns:a14="http://schemas.microsoft.com/office/drawing/2010/main" val="0"/>
                  </a:ext>
                </a:extLst>
              </a:blip>
              <a:srcRect/>
              <a:stretch>
                <a:fillRect/>
              </a:stretch>
            </p:blipFill>
            <p:spPr bwMode="auto">
              <a:xfrm>
                <a:off x="4603" y="3217"/>
                <a:ext cx="11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5" name="Picture 1841">
                <a:extLst>
                  <a:ext uri="{FF2B5EF4-FFF2-40B4-BE49-F238E27FC236}">
                    <a16:creationId xmlns:a16="http://schemas.microsoft.com/office/drawing/2014/main" id="{119F9A71-1173-4029-BE79-0623C6FEC3DE}"/>
                  </a:ext>
                </a:extLst>
              </p:cNvPr>
              <p:cNvPicPr>
                <a:picLocks noChangeAspect="1" noChangeArrowheads="1"/>
              </p:cNvPicPr>
              <p:nvPr/>
            </p:nvPicPr>
            <p:blipFill>
              <a:blip r:embed="rId923">
                <a:extLst>
                  <a:ext uri="{28A0092B-C50C-407E-A947-70E740481C1C}">
                    <a14:useLocalDpi xmlns:a14="http://schemas.microsoft.com/office/drawing/2010/main" val="0"/>
                  </a:ext>
                </a:extLst>
              </a:blip>
              <a:srcRect/>
              <a:stretch>
                <a:fillRect/>
              </a:stretch>
            </p:blipFill>
            <p:spPr bwMode="auto">
              <a:xfrm>
                <a:off x="4603" y="3218"/>
                <a:ext cx="1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6" name="Picture 1842">
                <a:extLst>
                  <a:ext uri="{FF2B5EF4-FFF2-40B4-BE49-F238E27FC236}">
                    <a16:creationId xmlns:a16="http://schemas.microsoft.com/office/drawing/2014/main" id="{9DBDE7E3-B05C-40B4-8CAA-F05BFAFE8991}"/>
                  </a:ext>
                </a:extLst>
              </p:cNvPr>
              <p:cNvPicPr>
                <a:picLocks noChangeAspect="1" noChangeArrowheads="1"/>
              </p:cNvPicPr>
              <p:nvPr/>
            </p:nvPicPr>
            <p:blipFill>
              <a:blip r:embed="rId924">
                <a:extLst>
                  <a:ext uri="{28A0092B-C50C-407E-A947-70E740481C1C}">
                    <a14:useLocalDpi xmlns:a14="http://schemas.microsoft.com/office/drawing/2010/main" val="0"/>
                  </a:ext>
                </a:extLst>
              </a:blip>
              <a:srcRect/>
              <a:stretch>
                <a:fillRect/>
              </a:stretch>
            </p:blipFill>
            <p:spPr bwMode="auto">
              <a:xfrm>
                <a:off x="4603" y="3219"/>
                <a:ext cx="1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7" name="Picture 1843">
                <a:extLst>
                  <a:ext uri="{FF2B5EF4-FFF2-40B4-BE49-F238E27FC236}">
                    <a16:creationId xmlns:a16="http://schemas.microsoft.com/office/drawing/2014/main" id="{540A90E5-44C3-4614-B79F-1A45C36AB941}"/>
                  </a:ext>
                </a:extLst>
              </p:cNvPr>
              <p:cNvPicPr>
                <a:picLocks noChangeAspect="1" noChangeArrowheads="1"/>
              </p:cNvPicPr>
              <p:nvPr/>
            </p:nvPicPr>
            <p:blipFill>
              <a:blip r:embed="rId925">
                <a:extLst>
                  <a:ext uri="{28A0092B-C50C-407E-A947-70E740481C1C}">
                    <a14:useLocalDpi xmlns:a14="http://schemas.microsoft.com/office/drawing/2010/main" val="0"/>
                  </a:ext>
                </a:extLst>
              </a:blip>
              <a:srcRect/>
              <a:stretch>
                <a:fillRect/>
              </a:stretch>
            </p:blipFill>
            <p:spPr bwMode="auto">
              <a:xfrm>
                <a:off x="4604" y="3220"/>
                <a:ext cx="1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8" name="Picture 1844">
                <a:extLst>
                  <a:ext uri="{FF2B5EF4-FFF2-40B4-BE49-F238E27FC236}">
                    <a16:creationId xmlns:a16="http://schemas.microsoft.com/office/drawing/2014/main" id="{30AF4D3A-F6BE-4385-BA11-1A8D028DAB64}"/>
                  </a:ext>
                </a:extLst>
              </p:cNvPr>
              <p:cNvPicPr>
                <a:picLocks noChangeAspect="1" noChangeArrowheads="1"/>
              </p:cNvPicPr>
              <p:nvPr/>
            </p:nvPicPr>
            <p:blipFill>
              <a:blip r:embed="rId926">
                <a:extLst>
                  <a:ext uri="{28A0092B-C50C-407E-A947-70E740481C1C}">
                    <a14:useLocalDpi xmlns:a14="http://schemas.microsoft.com/office/drawing/2010/main" val="0"/>
                  </a:ext>
                </a:extLst>
              </a:blip>
              <a:srcRect/>
              <a:stretch>
                <a:fillRect/>
              </a:stretch>
            </p:blipFill>
            <p:spPr bwMode="auto">
              <a:xfrm>
                <a:off x="4604" y="3221"/>
                <a:ext cx="10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 name="Picture 1845">
                <a:extLst>
                  <a:ext uri="{FF2B5EF4-FFF2-40B4-BE49-F238E27FC236}">
                    <a16:creationId xmlns:a16="http://schemas.microsoft.com/office/drawing/2014/main" id="{E22269E2-5CEF-43FE-8C22-40932CA6815E}"/>
                  </a:ext>
                </a:extLst>
              </p:cNvPr>
              <p:cNvPicPr>
                <a:picLocks noChangeAspect="1" noChangeArrowheads="1"/>
              </p:cNvPicPr>
              <p:nvPr/>
            </p:nvPicPr>
            <p:blipFill>
              <a:blip r:embed="rId927">
                <a:extLst>
                  <a:ext uri="{28A0092B-C50C-407E-A947-70E740481C1C}">
                    <a14:useLocalDpi xmlns:a14="http://schemas.microsoft.com/office/drawing/2010/main" val="0"/>
                  </a:ext>
                </a:extLst>
              </a:blip>
              <a:srcRect/>
              <a:stretch>
                <a:fillRect/>
              </a:stretch>
            </p:blipFill>
            <p:spPr bwMode="auto">
              <a:xfrm>
                <a:off x="4605" y="3222"/>
                <a:ext cx="10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0" name="Picture 1846">
                <a:extLst>
                  <a:ext uri="{FF2B5EF4-FFF2-40B4-BE49-F238E27FC236}">
                    <a16:creationId xmlns:a16="http://schemas.microsoft.com/office/drawing/2014/main" id="{A3458F77-C0BB-4E5F-9AEF-F2849EED52D4}"/>
                  </a:ext>
                </a:extLst>
              </p:cNvPr>
              <p:cNvPicPr>
                <a:picLocks noChangeAspect="1" noChangeArrowheads="1"/>
              </p:cNvPicPr>
              <p:nvPr/>
            </p:nvPicPr>
            <p:blipFill>
              <a:blip r:embed="rId928">
                <a:extLst>
                  <a:ext uri="{28A0092B-C50C-407E-A947-70E740481C1C}">
                    <a14:useLocalDpi xmlns:a14="http://schemas.microsoft.com/office/drawing/2010/main" val="0"/>
                  </a:ext>
                </a:extLst>
              </a:blip>
              <a:srcRect/>
              <a:stretch>
                <a:fillRect/>
              </a:stretch>
            </p:blipFill>
            <p:spPr bwMode="auto">
              <a:xfrm>
                <a:off x="4606" y="3223"/>
                <a:ext cx="10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1" name="Picture 1847">
                <a:extLst>
                  <a:ext uri="{FF2B5EF4-FFF2-40B4-BE49-F238E27FC236}">
                    <a16:creationId xmlns:a16="http://schemas.microsoft.com/office/drawing/2014/main" id="{282F1005-40BF-47CC-A531-45226E72AC1A}"/>
                  </a:ext>
                </a:extLst>
              </p:cNvPr>
              <p:cNvPicPr>
                <a:picLocks noChangeAspect="1" noChangeArrowheads="1"/>
              </p:cNvPicPr>
              <p:nvPr/>
            </p:nvPicPr>
            <p:blipFill>
              <a:blip r:embed="rId929">
                <a:extLst>
                  <a:ext uri="{28A0092B-C50C-407E-A947-70E740481C1C}">
                    <a14:useLocalDpi xmlns:a14="http://schemas.microsoft.com/office/drawing/2010/main" val="0"/>
                  </a:ext>
                </a:extLst>
              </a:blip>
              <a:srcRect/>
              <a:stretch>
                <a:fillRect/>
              </a:stretch>
            </p:blipFill>
            <p:spPr bwMode="auto">
              <a:xfrm>
                <a:off x="4606" y="3224"/>
                <a:ext cx="10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2" name="Picture 1848">
                <a:extLst>
                  <a:ext uri="{FF2B5EF4-FFF2-40B4-BE49-F238E27FC236}">
                    <a16:creationId xmlns:a16="http://schemas.microsoft.com/office/drawing/2014/main" id="{C4839C6D-BF0C-49E1-8F06-8AC63C11555C}"/>
                  </a:ext>
                </a:extLst>
              </p:cNvPr>
              <p:cNvPicPr>
                <a:picLocks noChangeAspect="1" noChangeArrowheads="1"/>
              </p:cNvPicPr>
              <p:nvPr/>
            </p:nvPicPr>
            <p:blipFill>
              <a:blip r:embed="rId930">
                <a:extLst>
                  <a:ext uri="{28A0092B-C50C-407E-A947-70E740481C1C}">
                    <a14:useLocalDpi xmlns:a14="http://schemas.microsoft.com/office/drawing/2010/main" val="0"/>
                  </a:ext>
                </a:extLst>
              </a:blip>
              <a:srcRect/>
              <a:stretch>
                <a:fillRect/>
              </a:stretch>
            </p:blipFill>
            <p:spPr bwMode="auto">
              <a:xfrm>
                <a:off x="4607" y="322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3" name="Picture 1849">
                <a:extLst>
                  <a:ext uri="{FF2B5EF4-FFF2-40B4-BE49-F238E27FC236}">
                    <a16:creationId xmlns:a16="http://schemas.microsoft.com/office/drawing/2014/main" id="{18AB7D97-8B23-40E1-960C-F309AB858A17}"/>
                  </a:ext>
                </a:extLst>
              </p:cNvPr>
              <p:cNvPicPr>
                <a:picLocks noChangeAspect="1" noChangeArrowheads="1"/>
              </p:cNvPicPr>
              <p:nvPr/>
            </p:nvPicPr>
            <p:blipFill>
              <a:blip r:embed="rId931">
                <a:extLst>
                  <a:ext uri="{28A0092B-C50C-407E-A947-70E740481C1C}">
                    <a14:useLocalDpi xmlns:a14="http://schemas.microsoft.com/office/drawing/2010/main" val="0"/>
                  </a:ext>
                </a:extLst>
              </a:blip>
              <a:srcRect/>
              <a:stretch>
                <a:fillRect/>
              </a:stretch>
            </p:blipFill>
            <p:spPr bwMode="auto">
              <a:xfrm>
                <a:off x="4607" y="322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4" name="Picture 1850">
                <a:extLst>
                  <a:ext uri="{FF2B5EF4-FFF2-40B4-BE49-F238E27FC236}">
                    <a16:creationId xmlns:a16="http://schemas.microsoft.com/office/drawing/2014/main" id="{F8A8016F-C330-4752-9CDC-F1D9FA0C8160}"/>
                  </a:ext>
                </a:extLst>
              </p:cNvPr>
              <p:cNvPicPr>
                <a:picLocks noChangeAspect="1" noChangeArrowheads="1"/>
              </p:cNvPicPr>
              <p:nvPr/>
            </p:nvPicPr>
            <p:blipFill>
              <a:blip r:embed="rId932">
                <a:extLst>
                  <a:ext uri="{28A0092B-C50C-407E-A947-70E740481C1C}">
                    <a14:useLocalDpi xmlns:a14="http://schemas.microsoft.com/office/drawing/2010/main" val="0"/>
                  </a:ext>
                </a:extLst>
              </a:blip>
              <a:srcRect/>
              <a:stretch>
                <a:fillRect/>
              </a:stretch>
            </p:blipFill>
            <p:spPr bwMode="auto">
              <a:xfrm>
                <a:off x="4607" y="322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5" name="Picture 1851">
                <a:extLst>
                  <a:ext uri="{FF2B5EF4-FFF2-40B4-BE49-F238E27FC236}">
                    <a16:creationId xmlns:a16="http://schemas.microsoft.com/office/drawing/2014/main" id="{4E410B73-017A-4882-A0E5-B7EB918CC050}"/>
                  </a:ext>
                </a:extLst>
              </p:cNvPr>
              <p:cNvPicPr>
                <a:picLocks noChangeAspect="1" noChangeArrowheads="1"/>
              </p:cNvPicPr>
              <p:nvPr/>
            </p:nvPicPr>
            <p:blipFill>
              <a:blip r:embed="rId933">
                <a:extLst>
                  <a:ext uri="{28A0092B-C50C-407E-A947-70E740481C1C}">
                    <a14:useLocalDpi xmlns:a14="http://schemas.microsoft.com/office/drawing/2010/main" val="0"/>
                  </a:ext>
                </a:extLst>
              </a:blip>
              <a:srcRect/>
              <a:stretch>
                <a:fillRect/>
              </a:stretch>
            </p:blipFill>
            <p:spPr bwMode="auto">
              <a:xfrm>
                <a:off x="4607" y="322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6" name="Picture 1852">
                <a:extLst>
                  <a:ext uri="{FF2B5EF4-FFF2-40B4-BE49-F238E27FC236}">
                    <a16:creationId xmlns:a16="http://schemas.microsoft.com/office/drawing/2014/main" id="{2EE995B7-6AE3-4F30-B07D-CD82817DBAF3}"/>
                  </a:ext>
                </a:extLst>
              </p:cNvPr>
              <p:cNvPicPr>
                <a:picLocks noChangeAspect="1" noChangeArrowheads="1"/>
              </p:cNvPicPr>
              <p:nvPr/>
            </p:nvPicPr>
            <p:blipFill>
              <a:blip r:embed="rId934">
                <a:extLst>
                  <a:ext uri="{28A0092B-C50C-407E-A947-70E740481C1C}">
                    <a14:useLocalDpi xmlns:a14="http://schemas.microsoft.com/office/drawing/2010/main" val="0"/>
                  </a:ext>
                </a:extLst>
              </a:blip>
              <a:srcRect/>
              <a:stretch>
                <a:fillRect/>
              </a:stretch>
            </p:blipFill>
            <p:spPr bwMode="auto">
              <a:xfrm>
                <a:off x="4607" y="322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7" name="Picture 1853">
                <a:extLst>
                  <a:ext uri="{FF2B5EF4-FFF2-40B4-BE49-F238E27FC236}">
                    <a16:creationId xmlns:a16="http://schemas.microsoft.com/office/drawing/2014/main" id="{ED7961AF-83E2-4E42-867D-B5B54CAB84E1}"/>
                  </a:ext>
                </a:extLst>
              </p:cNvPr>
              <p:cNvPicPr>
                <a:picLocks noChangeAspect="1" noChangeArrowheads="1"/>
              </p:cNvPicPr>
              <p:nvPr/>
            </p:nvPicPr>
            <p:blipFill>
              <a:blip r:embed="rId935">
                <a:extLst>
                  <a:ext uri="{28A0092B-C50C-407E-A947-70E740481C1C}">
                    <a14:useLocalDpi xmlns:a14="http://schemas.microsoft.com/office/drawing/2010/main" val="0"/>
                  </a:ext>
                </a:extLst>
              </a:blip>
              <a:srcRect/>
              <a:stretch>
                <a:fillRect/>
              </a:stretch>
            </p:blipFill>
            <p:spPr bwMode="auto">
              <a:xfrm>
                <a:off x="4607" y="322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8" name="Picture 1854">
                <a:extLst>
                  <a:ext uri="{FF2B5EF4-FFF2-40B4-BE49-F238E27FC236}">
                    <a16:creationId xmlns:a16="http://schemas.microsoft.com/office/drawing/2014/main" id="{84FF08ED-1061-46C2-9520-0A1D634FB586}"/>
                  </a:ext>
                </a:extLst>
              </p:cNvPr>
              <p:cNvPicPr>
                <a:picLocks noChangeAspect="1" noChangeArrowheads="1"/>
              </p:cNvPicPr>
              <p:nvPr/>
            </p:nvPicPr>
            <p:blipFill>
              <a:blip r:embed="rId936">
                <a:extLst>
                  <a:ext uri="{28A0092B-C50C-407E-A947-70E740481C1C}">
                    <a14:useLocalDpi xmlns:a14="http://schemas.microsoft.com/office/drawing/2010/main" val="0"/>
                  </a:ext>
                </a:extLst>
              </a:blip>
              <a:srcRect/>
              <a:stretch>
                <a:fillRect/>
              </a:stretch>
            </p:blipFill>
            <p:spPr bwMode="auto">
              <a:xfrm>
                <a:off x="4599" y="3230"/>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 name="Picture 1855">
                <a:extLst>
                  <a:ext uri="{FF2B5EF4-FFF2-40B4-BE49-F238E27FC236}">
                    <a16:creationId xmlns:a16="http://schemas.microsoft.com/office/drawing/2014/main" id="{4B474B6B-3C2D-4465-AB67-EE9DB8F0D770}"/>
                  </a:ext>
                </a:extLst>
              </p:cNvPr>
              <p:cNvPicPr>
                <a:picLocks noChangeAspect="1" noChangeArrowheads="1"/>
              </p:cNvPicPr>
              <p:nvPr/>
            </p:nvPicPr>
            <p:blipFill>
              <a:blip r:embed="rId937">
                <a:extLst>
                  <a:ext uri="{28A0092B-C50C-407E-A947-70E740481C1C}">
                    <a14:useLocalDpi xmlns:a14="http://schemas.microsoft.com/office/drawing/2010/main" val="0"/>
                  </a:ext>
                </a:extLst>
              </a:blip>
              <a:srcRect/>
              <a:stretch>
                <a:fillRect/>
              </a:stretch>
            </p:blipFill>
            <p:spPr bwMode="auto">
              <a:xfrm>
                <a:off x="4607" y="323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 name="Picture 1856">
                <a:extLst>
                  <a:ext uri="{FF2B5EF4-FFF2-40B4-BE49-F238E27FC236}">
                    <a16:creationId xmlns:a16="http://schemas.microsoft.com/office/drawing/2014/main" id="{F3209383-D441-44BA-A1A8-312E2941D559}"/>
                  </a:ext>
                </a:extLst>
              </p:cNvPr>
              <p:cNvPicPr>
                <a:picLocks noChangeAspect="1" noChangeArrowheads="1"/>
              </p:cNvPicPr>
              <p:nvPr/>
            </p:nvPicPr>
            <p:blipFill>
              <a:blip r:embed="rId938">
                <a:extLst>
                  <a:ext uri="{28A0092B-C50C-407E-A947-70E740481C1C}">
                    <a14:useLocalDpi xmlns:a14="http://schemas.microsoft.com/office/drawing/2010/main" val="0"/>
                  </a:ext>
                </a:extLst>
              </a:blip>
              <a:srcRect/>
              <a:stretch>
                <a:fillRect/>
              </a:stretch>
            </p:blipFill>
            <p:spPr bwMode="auto">
              <a:xfrm>
                <a:off x="4714" y="3230"/>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 name="Picture 1857">
                <a:extLst>
                  <a:ext uri="{FF2B5EF4-FFF2-40B4-BE49-F238E27FC236}">
                    <a16:creationId xmlns:a16="http://schemas.microsoft.com/office/drawing/2014/main" id="{7EE17426-786B-4CA3-A1CE-2B1692822D09}"/>
                  </a:ext>
                </a:extLst>
              </p:cNvPr>
              <p:cNvPicPr>
                <a:picLocks noChangeAspect="1" noChangeArrowheads="1"/>
              </p:cNvPicPr>
              <p:nvPr/>
            </p:nvPicPr>
            <p:blipFill>
              <a:blip r:embed="rId939">
                <a:extLst>
                  <a:ext uri="{28A0092B-C50C-407E-A947-70E740481C1C}">
                    <a14:useLocalDpi xmlns:a14="http://schemas.microsoft.com/office/drawing/2010/main" val="0"/>
                  </a:ext>
                </a:extLst>
              </a:blip>
              <a:srcRect/>
              <a:stretch>
                <a:fillRect/>
              </a:stretch>
            </p:blipFill>
            <p:spPr bwMode="auto">
              <a:xfrm>
                <a:off x="4599" y="3231"/>
                <a:ext cx="1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2" name="Picture 1858">
                <a:extLst>
                  <a:ext uri="{FF2B5EF4-FFF2-40B4-BE49-F238E27FC236}">
                    <a16:creationId xmlns:a16="http://schemas.microsoft.com/office/drawing/2014/main" id="{AE4389FB-E935-4E12-B251-55A8E3C9AC73}"/>
                  </a:ext>
                </a:extLst>
              </p:cNvPr>
              <p:cNvPicPr>
                <a:picLocks noChangeAspect="1" noChangeArrowheads="1"/>
              </p:cNvPicPr>
              <p:nvPr/>
            </p:nvPicPr>
            <p:blipFill>
              <a:blip r:embed="rId940">
                <a:extLst>
                  <a:ext uri="{28A0092B-C50C-407E-A947-70E740481C1C}">
                    <a14:useLocalDpi xmlns:a14="http://schemas.microsoft.com/office/drawing/2010/main" val="0"/>
                  </a:ext>
                </a:extLst>
              </a:blip>
              <a:srcRect/>
              <a:stretch>
                <a:fillRect/>
              </a:stretch>
            </p:blipFill>
            <p:spPr bwMode="auto">
              <a:xfrm>
                <a:off x="4713" y="3231"/>
                <a:ext cx="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3" name="Picture 1859">
                <a:extLst>
                  <a:ext uri="{FF2B5EF4-FFF2-40B4-BE49-F238E27FC236}">
                    <a16:creationId xmlns:a16="http://schemas.microsoft.com/office/drawing/2014/main" id="{6C562F90-37DB-4736-8E33-5487E2B295EB}"/>
                  </a:ext>
                </a:extLst>
              </p:cNvPr>
              <p:cNvPicPr>
                <a:picLocks noChangeAspect="1" noChangeArrowheads="1"/>
              </p:cNvPicPr>
              <p:nvPr/>
            </p:nvPicPr>
            <p:blipFill>
              <a:blip r:embed="rId941">
                <a:extLst>
                  <a:ext uri="{28A0092B-C50C-407E-A947-70E740481C1C}">
                    <a14:useLocalDpi xmlns:a14="http://schemas.microsoft.com/office/drawing/2010/main" val="0"/>
                  </a:ext>
                </a:extLst>
              </a:blip>
              <a:srcRect/>
              <a:stretch>
                <a:fillRect/>
              </a:stretch>
            </p:blipFill>
            <p:spPr bwMode="auto">
              <a:xfrm>
                <a:off x="4599" y="3232"/>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4" name="Picture 1860">
                <a:extLst>
                  <a:ext uri="{FF2B5EF4-FFF2-40B4-BE49-F238E27FC236}">
                    <a16:creationId xmlns:a16="http://schemas.microsoft.com/office/drawing/2014/main" id="{D40D62E5-F37E-4332-A59A-E1C6C230B49C}"/>
                  </a:ext>
                </a:extLst>
              </p:cNvPr>
              <p:cNvPicPr>
                <a:picLocks noChangeAspect="1" noChangeArrowheads="1"/>
              </p:cNvPicPr>
              <p:nvPr/>
            </p:nvPicPr>
            <p:blipFill>
              <a:blip r:embed="rId942">
                <a:extLst>
                  <a:ext uri="{28A0092B-C50C-407E-A947-70E740481C1C}">
                    <a14:useLocalDpi xmlns:a14="http://schemas.microsoft.com/office/drawing/2010/main" val="0"/>
                  </a:ext>
                </a:extLst>
              </a:blip>
              <a:srcRect/>
              <a:stretch>
                <a:fillRect/>
              </a:stretch>
            </p:blipFill>
            <p:spPr bwMode="auto">
              <a:xfrm>
                <a:off x="4599" y="3233"/>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5" name="Picture 1861">
                <a:extLst>
                  <a:ext uri="{FF2B5EF4-FFF2-40B4-BE49-F238E27FC236}">
                    <a16:creationId xmlns:a16="http://schemas.microsoft.com/office/drawing/2014/main" id="{A7E5390E-0F16-4BEE-AC8F-490E27A343D5}"/>
                  </a:ext>
                </a:extLst>
              </p:cNvPr>
              <p:cNvPicPr>
                <a:picLocks noChangeAspect="1" noChangeArrowheads="1"/>
              </p:cNvPicPr>
              <p:nvPr/>
            </p:nvPicPr>
            <p:blipFill>
              <a:blip r:embed="rId943">
                <a:extLst>
                  <a:ext uri="{28A0092B-C50C-407E-A947-70E740481C1C}">
                    <a14:useLocalDpi xmlns:a14="http://schemas.microsoft.com/office/drawing/2010/main" val="0"/>
                  </a:ext>
                </a:extLst>
              </a:blip>
              <a:srcRect/>
              <a:stretch>
                <a:fillRect/>
              </a:stretch>
            </p:blipFill>
            <p:spPr bwMode="auto">
              <a:xfrm>
                <a:off x="4599" y="3234"/>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6" name="Picture 1862">
                <a:extLst>
                  <a:ext uri="{FF2B5EF4-FFF2-40B4-BE49-F238E27FC236}">
                    <a16:creationId xmlns:a16="http://schemas.microsoft.com/office/drawing/2014/main" id="{788CD912-F3F8-47EC-92FF-31132A2199A0}"/>
                  </a:ext>
                </a:extLst>
              </p:cNvPr>
              <p:cNvPicPr>
                <a:picLocks noChangeAspect="1" noChangeArrowheads="1"/>
              </p:cNvPicPr>
              <p:nvPr/>
            </p:nvPicPr>
            <p:blipFill>
              <a:blip r:embed="rId944">
                <a:extLst>
                  <a:ext uri="{28A0092B-C50C-407E-A947-70E740481C1C}">
                    <a14:useLocalDpi xmlns:a14="http://schemas.microsoft.com/office/drawing/2010/main" val="0"/>
                  </a:ext>
                </a:extLst>
              </a:blip>
              <a:srcRect/>
              <a:stretch>
                <a:fillRect/>
              </a:stretch>
            </p:blipFill>
            <p:spPr bwMode="auto">
              <a:xfrm>
                <a:off x="4599" y="3235"/>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7" name="Picture 1863">
                <a:extLst>
                  <a:ext uri="{FF2B5EF4-FFF2-40B4-BE49-F238E27FC236}">
                    <a16:creationId xmlns:a16="http://schemas.microsoft.com/office/drawing/2014/main" id="{E3FEE706-1339-4368-98B0-16CD65D8CDEC}"/>
                  </a:ext>
                </a:extLst>
              </p:cNvPr>
              <p:cNvPicPr>
                <a:picLocks noChangeAspect="1" noChangeArrowheads="1"/>
              </p:cNvPicPr>
              <p:nvPr/>
            </p:nvPicPr>
            <p:blipFill>
              <a:blip r:embed="rId945">
                <a:extLst>
                  <a:ext uri="{28A0092B-C50C-407E-A947-70E740481C1C}">
                    <a14:useLocalDpi xmlns:a14="http://schemas.microsoft.com/office/drawing/2010/main" val="0"/>
                  </a:ext>
                </a:extLst>
              </a:blip>
              <a:srcRect/>
              <a:stretch>
                <a:fillRect/>
              </a:stretch>
            </p:blipFill>
            <p:spPr bwMode="auto">
              <a:xfrm>
                <a:off x="4591" y="3236"/>
                <a:ext cx="1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8" name="Picture 1864">
                <a:extLst>
                  <a:ext uri="{FF2B5EF4-FFF2-40B4-BE49-F238E27FC236}">
                    <a16:creationId xmlns:a16="http://schemas.microsoft.com/office/drawing/2014/main" id="{345D773C-9793-47DE-A7D6-E63D43CF87FA}"/>
                  </a:ext>
                </a:extLst>
              </p:cNvPr>
              <p:cNvPicPr>
                <a:picLocks noChangeAspect="1" noChangeArrowheads="1"/>
              </p:cNvPicPr>
              <p:nvPr/>
            </p:nvPicPr>
            <p:blipFill>
              <a:blip r:embed="rId946">
                <a:extLst>
                  <a:ext uri="{28A0092B-C50C-407E-A947-70E740481C1C}">
                    <a14:useLocalDpi xmlns:a14="http://schemas.microsoft.com/office/drawing/2010/main" val="0"/>
                  </a:ext>
                </a:extLst>
              </a:blip>
              <a:srcRect/>
              <a:stretch>
                <a:fillRect/>
              </a:stretch>
            </p:blipFill>
            <p:spPr bwMode="auto">
              <a:xfrm>
                <a:off x="4590" y="3237"/>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 name="Picture 1865">
                <a:extLst>
                  <a:ext uri="{FF2B5EF4-FFF2-40B4-BE49-F238E27FC236}">
                    <a16:creationId xmlns:a16="http://schemas.microsoft.com/office/drawing/2014/main" id="{2C3DB4B2-C48C-4809-8437-CB0F895EBDC0}"/>
                  </a:ext>
                </a:extLst>
              </p:cNvPr>
              <p:cNvPicPr>
                <a:picLocks noChangeAspect="1" noChangeArrowheads="1"/>
              </p:cNvPicPr>
              <p:nvPr/>
            </p:nvPicPr>
            <p:blipFill>
              <a:blip r:embed="rId947">
                <a:extLst>
                  <a:ext uri="{28A0092B-C50C-407E-A947-70E740481C1C}">
                    <a14:useLocalDpi xmlns:a14="http://schemas.microsoft.com/office/drawing/2010/main" val="0"/>
                  </a:ext>
                </a:extLst>
              </a:blip>
              <a:srcRect/>
              <a:stretch>
                <a:fillRect/>
              </a:stretch>
            </p:blipFill>
            <p:spPr bwMode="auto">
              <a:xfrm>
                <a:off x="4590" y="3238"/>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0" name="Picture 1866">
                <a:extLst>
                  <a:ext uri="{FF2B5EF4-FFF2-40B4-BE49-F238E27FC236}">
                    <a16:creationId xmlns:a16="http://schemas.microsoft.com/office/drawing/2014/main" id="{6A433700-A41F-45C1-8186-BD3A74EF0678}"/>
                  </a:ext>
                </a:extLst>
              </p:cNvPr>
              <p:cNvPicPr>
                <a:picLocks noChangeAspect="1" noChangeArrowheads="1"/>
              </p:cNvPicPr>
              <p:nvPr/>
            </p:nvPicPr>
            <p:blipFill>
              <a:blip r:embed="rId948">
                <a:extLst>
                  <a:ext uri="{28A0092B-C50C-407E-A947-70E740481C1C}">
                    <a14:useLocalDpi xmlns:a14="http://schemas.microsoft.com/office/drawing/2010/main" val="0"/>
                  </a:ext>
                </a:extLst>
              </a:blip>
              <a:srcRect/>
              <a:stretch>
                <a:fillRect/>
              </a:stretch>
            </p:blipFill>
            <p:spPr bwMode="auto">
              <a:xfrm>
                <a:off x="4590" y="3239"/>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1" name="Picture 1867">
                <a:extLst>
                  <a:ext uri="{FF2B5EF4-FFF2-40B4-BE49-F238E27FC236}">
                    <a16:creationId xmlns:a16="http://schemas.microsoft.com/office/drawing/2014/main" id="{3B188682-FE0B-4FC7-B2FA-A352C4999D74}"/>
                  </a:ext>
                </a:extLst>
              </p:cNvPr>
              <p:cNvPicPr>
                <a:picLocks noChangeAspect="1" noChangeArrowheads="1"/>
              </p:cNvPicPr>
              <p:nvPr/>
            </p:nvPicPr>
            <p:blipFill>
              <a:blip r:embed="rId949">
                <a:extLst>
                  <a:ext uri="{28A0092B-C50C-407E-A947-70E740481C1C}">
                    <a14:useLocalDpi xmlns:a14="http://schemas.microsoft.com/office/drawing/2010/main" val="0"/>
                  </a:ext>
                </a:extLst>
              </a:blip>
              <a:srcRect/>
              <a:stretch>
                <a:fillRect/>
              </a:stretch>
            </p:blipFill>
            <p:spPr bwMode="auto">
              <a:xfrm>
                <a:off x="4590" y="3240"/>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2" name="Picture 1868">
                <a:extLst>
                  <a:ext uri="{FF2B5EF4-FFF2-40B4-BE49-F238E27FC236}">
                    <a16:creationId xmlns:a16="http://schemas.microsoft.com/office/drawing/2014/main" id="{3F255587-B81C-45F7-B09F-40BD79DA9589}"/>
                  </a:ext>
                </a:extLst>
              </p:cNvPr>
              <p:cNvPicPr>
                <a:picLocks noChangeAspect="1" noChangeArrowheads="1"/>
              </p:cNvPicPr>
              <p:nvPr/>
            </p:nvPicPr>
            <p:blipFill>
              <a:blip r:embed="rId950">
                <a:extLst>
                  <a:ext uri="{28A0092B-C50C-407E-A947-70E740481C1C}">
                    <a14:useLocalDpi xmlns:a14="http://schemas.microsoft.com/office/drawing/2010/main" val="0"/>
                  </a:ext>
                </a:extLst>
              </a:blip>
              <a:srcRect/>
              <a:stretch>
                <a:fillRect/>
              </a:stretch>
            </p:blipFill>
            <p:spPr bwMode="auto">
              <a:xfrm>
                <a:off x="4590" y="3241"/>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3" name="Picture 1869">
                <a:extLst>
                  <a:ext uri="{FF2B5EF4-FFF2-40B4-BE49-F238E27FC236}">
                    <a16:creationId xmlns:a16="http://schemas.microsoft.com/office/drawing/2014/main" id="{0DB7E1F4-2676-46A3-96BB-F490731548C9}"/>
                  </a:ext>
                </a:extLst>
              </p:cNvPr>
              <p:cNvPicPr>
                <a:picLocks noChangeAspect="1" noChangeArrowheads="1"/>
              </p:cNvPicPr>
              <p:nvPr/>
            </p:nvPicPr>
            <p:blipFill>
              <a:blip r:embed="rId951">
                <a:extLst>
                  <a:ext uri="{28A0092B-C50C-407E-A947-70E740481C1C}">
                    <a14:useLocalDpi xmlns:a14="http://schemas.microsoft.com/office/drawing/2010/main" val="0"/>
                  </a:ext>
                </a:extLst>
              </a:blip>
              <a:srcRect/>
              <a:stretch>
                <a:fillRect/>
              </a:stretch>
            </p:blipFill>
            <p:spPr bwMode="auto">
              <a:xfrm>
                <a:off x="4590" y="3242"/>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4" name="Picture 1870">
                <a:extLst>
                  <a:ext uri="{FF2B5EF4-FFF2-40B4-BE49-F238E27FC236}">
                    <a16:creationId xmlns:a16="http://schemas.microsoft.com/office/drawing/2014/main" id="{AEE507F4-52FA-4DFC-A1C2-FC673724E24C}"/>
                  </a:ext>
                </a:extLst>
              </p:cNvPr>
              <p:cNvPicPr>
                <a:picLocks noChangeAspect="1" noChangeArrowheads="1"/>
              </p:cNvPicPr>
              <p:nvPr/>
            </p:nvPicPr>
            <p:blipFill>
              <a:blip r:embed="rId952">
                <a:extLst>
                  <a:ext uri="{28A0092B-C50C-407E-A947-70E740481C1C}">
                    <a14:useLocalDpi xmlns:a14="http://schemas.microsoft.com/office/drawing/2010/main" val="0"/>
                  </a:ext>
                </a:extLst>
              </a:blip>
              <a:srcRect/>
              <a:stretch>
                <a:fillRect/>
              </a:stretch>
            </p:blipFill>
            <p:spPr bwMode="auto">
              <a:xfrm>
                <a:off x="4590" y="3243"/>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5" name="Picture 1871">
                <a:extLst>
                  <a:ext uri="{FF2B5EF4-FFF2-40B4-BE49-F238E27FC236}">
                    <a16:creationId xmlns:a16="http://schemas.microsoft.com/office/drawing/2014/main" id="{7848EBE2-E221-4C32-8071-30C1A80DDBDA}"/>
                  </a:ext>
                </a:extLst>
              </p:cNvPr>
              <p:cNvPicPr>
                <a:picLocks noChangeAspect="1" noChangeArrowheads="1"/>
              </p:cNvPicPr>
              <p:nvPr/>
            </p:nvPicPr>
            <p:blipFill>
              <a:blip r:embed="rId953">
                <a:extLst>
                  <a:ext uri="{28A0092B-C50C-407E-A947-70E740481C1C}">
                    <a14:useLocalDpi xmlns:a14="http://schemas.microsoft.com/office/drawing/2010/main" val="0"/>
                  </a:ext>
                </a:extLst>
              </a:blip>
              <a:srcRect/>
              <a:stretch>
                <a:fillRect/>
              </a:stretch>
            </p:blipFill>
            <p:spPr bwMode="auto">
              <a:xfrm>
                <a:off x="4590" y="3244"/>
                <a:ext cx="13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6" name="Picture 1872">
                <a:extLst>
                  <a:ext uri="{FF2B5EF4-FFF2-40B4-BE49-F238E27FC236}">
                    <a16:creationId xmlns:a16="http://schemas.microsoft.com/office/drawing/2014/main" id="{502DB99B-772A-4C6E-98C2-744D412BC504}"/>
                  </a:ext>
                </a:extLst>
              </p:cNvPr>
              <p:cNvPicPr>
                <a:picLocks noChangeAspect="1" noChangeArrowheads="1"/>
              </p:cNvPicPr>
              <p:nvPr/>
            </p:nvPicPr>
            <p:blipFill>
              <a:blip r:embed="rId954">
                <a:extLst>
                  <a:ext uri="{28A0092B-C50C-407E-A947-70E740481C1C}">
                    <a14:useLocalDpi xmlns:a14="http://schemas.microsoft.com/office/drawing/2010/main" val="0"/>
                  </a:ext>
                </a:extLst>
              </a:blip>
              <a:srcRect/>
              <a:stretch>
                <a:fillRect/>
              </a:stretch>
            </p:blipFill>
            <p:spPr bwMode="auto">
              <a:xfrm>
                <a:off x="4591" y="3245"/>
                <a:ext cx="12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7" name="Picture 1873">
                <a:extLst>
                  <a:ext uri="{FF2B5EF4-FFF2-40B4-BE49-F238E27FC236}">
                    <a16:creationId xmlns:a16="http://schemas.microsoft.com/office/drawing/2014/main" id="{21A50F7C-503F-4BEE-9ECD-B725CF203511}"/>
                  </a:ext>
                </a:extLst>
              </p:cNvPr>
              <p:cNvPicPr>
                <a:picLocks noChangeAspect="1" noChangeArrowheads="1"/>
              </p:cNvPicPr>
              <p:nvPr/>
            </p:nvPicPr>
            <p:blipFill>
              <a:blip r:embed="rId955">
                <a:extLst>
                  <a:ext uri="{28A0092B-C50C-407E-A947-70E740481C1C}">
                    <a14:useLocalDpi xmlns:a14="http://schemas.microsoft.com/office/drawing/2010/main" val="0"/>
                  </a:ext>
                </a:extLst>
              </a:blip>
              <a:srcRect/>
              <a:stretch>
                <a:fillRect/>
              </a:stretch>
            </p:blipFill>
            <p:spPr bwMode="auto">
              <a:xfrm>
                <a:off x="4599" y="3246"/>
                <a:ext cx="12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8" name="Picture 1874">
                <a:extLst>
                  <a:ext uri="{FF2B5EF4-FFF2-40B4-BE49-F238E27FC236}">
                    <a16:creationId xmlns:a16="http://schemas.microsoft.com/office/drawing/2014/main" id="{887B07A6-98D8-425B-ABC7-32E3489AA1C3}"/>
                  </a:ext>
                </a:extLst>
              </p:cNvPr>
              <p:cNvPicPr>
                <a:picLocks noChangeAspect="1" noChangeArrowheads="1"/>
              </p:cNvPicPr>
              <p:nvPr/>
            </p:nvPicPr>
            <p:blipFill>
              <a:blip r:embed="rId956">
                <a:extLst>
                  <a:ext uri="{28A0092B-C50C-407E-A947-70E740481C1C}">
                    <a14:useLocalDpi xmlns:a14="http://schemas.microsoft.com/office/drawing/2010/main" val="0"/>
                  </a:ext>
                </a:extLst>
              </a:blip>
              <a:srcRect/>
              <a:stretch>
                <a:fillRect/>
              </a:stretch>
            </p:blipFill>
            <p:spPr bwMode="auto">
              <a:xfrm>
                <a:off x="4599" y="3247"/>
                <a:ext cx="3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 name="Picture 1875">
                <a:extLst>
                  <a:ext uri="{FF2B5EF4-FFF2-40B4-BE49-F238E27FC236}">
                    <a16:creationId xmlns:a16="http://schemas.microsoft.com/office/drawing/2014/main" id="{2DBA04DA-D032-4F02-B364-30F365809D89}"/>
                  </a:ext>
                </a:extLst>
              </p:cNvPr>
              <p:cNvPicPr>
                <a:picLocks noChangeAspect="1" noChangeArrowheads="1"/>
              </p:cNvPicPr>
              <p:nvPr/>
            </p:nvPicPr>
            <p:blipFill>
              <a:blip r:embed="rId957">
                <a:extLst>
                  <a:ext uri="{28A0092B-C50C-407E-A947-70E740481C1C}">
                    <a14:useLocalDpi xmlns:a14="http://schemas.microsoft.com/office/drawing/2010/main" val="0"/>
                  </a:ext>
                </a:extLst>
              </a:blip>
              <a:srcRect/>
              <a:stretch>
                <a:fillRect/>
              </a:stretch>
            </p:blipFill>
            <p:spPr bwMode="auto">
              <a:xfrm>
                <a:off x="4685" y="3247"/>
                <a:ext cx="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0" name="Picture 1876">
                <a:extLst>
                  <a:ext uri="{FF2B5EF4-FFF2-40B4-BE49-F238E27FC236}">
                    <a16:creationId xmlns:a16="http://schemas.microsoft.com/office/drawing/2014/main" id="{E5848CF1-4163-4B83-BBB5-101DF6891848}"/>
                  </a:ext>
                </a:extLst>
              </p:cNvPr>
              <p:cNvPicPr>
                <a:picLocks noChangeAspect="1" noChangeArrowheads="1"/>
              </p:cNvPicPr>
              <p:nvPr/>
            </p:nvPicPr>
            <p:blipFill>
              <a:blip r:embed="rId377">
                <a:extLst>
                  <a:ext uri="{28A0092B-C50C-407E-A947-70E740481C1C}">
                    <a14:useLocalDpi xmlns:a14="http://schemas.microsoft.com/office/drawing/2010/main" val="0"/>
                  </a:ext>
                </a:extLst>
              </a:blip>
              <a:srcRect/>
              <a:stretch>
                <a:fillRect/>
              </a:stretch>
            </p:blipFill>
            <p:spPr bwMode="auto">
              <a:xfrm>
                <a:off x="4599" y="3248"/>
                <a:ext cx="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1" name="Picture 1877">
                <a:extLst>
                  <a:ext uri="{FF2B5EF4-FFF2-40B4-BE49-F238E27FC236}">
                    <a16:creationId xmlns:a16="http://schemas.microsoft.com/office/drawing/2014/main" id="{A0083EA2-7DF1-49C8-8586-A018A0A38EF9}"/>
                  </a:ext>
                </a:extLst>
              </p:cNvPr>
              <p:cNvPicPr>
                <a:picLocks noChangeAspect="1" noChangeArrowheads="1"/>
              </p:cNvPicPr>
              <p:nvPr/>
            </p:nvPicPr>
            <p:blipFill>
              <a:blip r:embed="rId958">
                <a:extLst>
                  <a:ext uri="{28A0092B-C50C-407E-A947-70E740481C1C}">
                    <a14:useLocalDpi xmlns:a14="http://schemas.microsoft.com/office/drawing/2010/main" val="0"/>
                  </a:ext>
                </a:extLst>
              </a:blip>
              <a:srcRect/>
              <a:stretch>
                <a:fillRect/>
              </a:stretch>
            </p:blipFill>
            <p:spPr bwMode="auto">
              <a:xfrm>
                <a:off x="4607" y="3248"/>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2" name="Picture 1878">
                <a:extLst>
                  <a:ext uri="{FF2B5EF4-FFF2-40B4-BE49-F238E27FC236}">
                    <a16:creationId xmlns:a16="http://schemas.microsoft.com/office/drawing/2014/main" id="{1E9B5730-C022-4212-B8ED-CF5519A6CBD4}"/>
                  </a:ext>
                </a:extLst>
              </p:cNvPr>
              <p:cNvPicPr>
                <a:picLocks noChangeAspect="1" noChangeArrowheads="1"/>
              </p:cNvPicPr>
              <p:nvPr/>
            </p:nvPicPr>
            <p:blipFill>
              <a:blip r:embed="rId958">
                <a:extLst>
                  <a:ext uri="{28A0092B-C50C-407E-A947-70E740481C1C}">
                    <a14:useLocalDpi xmlns:a14="http://schemas.microsoft.com/office/drawing/2010/main" val="0"/>
                  </a:ext>
                </a:extLst>
              </a:blip>
              <a:srcRect/>
              <a:stretch>
                <a:fillRect/>
              </a:stretch>
            </p:blipFill>
            <p:spPr bwMode="auto">
              <a:xfrm>
                <a:off x="4685" y="3248"/>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3" name="Picture 1879">
                <a:extLst>
                  <a:ext uri="{FF2B5EF4-FFF2-40B4-BE49-F238E27FC236}">
                    <a16:creationId xmlns:a16="http://schemas.microsoft.com/office/drawing/2014/main" id="{98C92DF6-1580-44C5-82F1-AEE5BD26C5ED}"/>
                  </a:ext>
                </a:extLst>
              </p:cNvPr>
              <p:cNvPicPr>
                <a:picLocks noChangeAspect="1" noChangeArrowheads="1"/>
              </p:cNvPicPr>
              <p:nvPr/>
            </p:nvPicPr>
            <p:blipFill>
              <a:blip r:embed="rId959">
                <a:extLst>
                  <a:ext uri="{28A0092B-C50C-407E-A947-70E740481C1C}">
                    <a14:useLocalDpi xmlns:a14="http://schemas.microsoft.com/office/drawing/2010/main" val="0"/>
                  </a:ext>
                </a:extLst>
              </a:blip>
              <a:srcRect/>
              <a:stretch>
                <a:fillRect/>
              </a:stretch>
            </p:blipFill>
            <p:spPr bwMode="auto">
              <a:xfrm>
                <a:off x="4713" y="3248"/>
                <a:ext cx="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4" name="Picture 1880">
                <a:extLst>
                  <a:ext uri="{FF2B5EF4-FFF2-40B4-BE49-F238E27FC236}">
                    <a16:creationId xmlns:a16="http://schemas.microsoft.com/office/drawing/2014/main" id="{85031DBE-F2AF-4490-916E-C03EE076FBE3}"/>
                  </a:ext>
                </a:extLst>
              </p:cNvPr>
              <p:cNvPicPr>
                <a:picLocks noChangeAspect="1" noChangeArrowheads="1"/>
              </p:cNvPicPr>
              <p:nvPr/>
            </p:nvPicPr>
            <p:blipFill>
              <a:blip r:embed="rId960">
                <a:extLst>
                  <a:ext uri="{28A0092B-C50C-407E-A947-70E740481C1C}">
                    <a14:useLocalDpi xmlns:a14="http://schemas.microsoft.com/office/drawing/2010/main" val="0"/>
                  </a:ext>
                </a:extLst>
              </a:blip>
              <a:srcRect/>
              <a:stretch>
                <a:fillRect/>
              </a:stretch>
            </p:blipFill>
            <p:spPr bwMode="auto">
              <a:xfrm>
                <a:off x="4599" y="3248"/>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5" name="Picture 1881">
                <a:extLst>
                  <a:ext uri="{FF2B5EF4-FFF2-40B4-BE49-F238E27FC236}">
                    <a16:creationId xmlns:a16="http://schemas.microsoft.com/office/drawing/2014/main" id="{5506354B-9B6B-4EA2-89B8-57EC465FB416}"/>
                  </a:ext>
                </a:extLst>
              </p:cNvPr>
              <p:cNvPicPr>
                <a:picLocks noChangeAspect="1" noChangeArrowheads="1"/>
              </p:cNvPicPr>
              <p:nvPr/>
            </p:nvPicPr>
            <p:blipFill>
              <a:blip r:embed="rId810">
                <a:extLst>
                  <a:ext uri="{28A0092B-C50C-407E-A947-70E740481C1C}">
                    <a14:useLocalDpi xmlns:a14="http://schemas.microsoft.com/office/drawing/2010/main" val="0"/>
                  </a:ext>
                </a:extLst>
              </a:blip>
              <a:srcRect/>
              <a:stretch>
                <a:fillRect/>
              </a:stretch>
            </p:blipFill>
            <p:spPr bwMode="auto">
              <a:xfrm>
                <a:off x="4607" y="3248"/>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6" name="Picture 1882">
                <a:extLst>
                  <a:ext uri="{FF2B5EF4-FFF2-40B4-BE49-F238E27FC236}">
                    <a16:creationId xmlns:a16="http://schemas.microsoft.com/office/drawing/2014/main" id="{5DB2CB82-7D83-4CC4-B0DB-DE6BEAB5508D}"/>
                  </a:ext>
                </a:extLst>
              </p:cNvPr>
              <p:cNvPicPr>
                <a:picLocks noChangeAspect="1" noChangeArrowheads="1"/>
              </p:cNvPicPr>
              <p:nvPr/>
            </p:nvPicPr>
            <p:blipFill>
              <a:blip r:embed="rId810">
                <a:extLst>
                  <a:ext uri="{28A0092B-C50C-407E-A947-70E740481C1C}">
                    <a14:useLocalDpi xmlns:a14="http://schemas.microsoft.com/office/drawing/2010/main" val="0"/>
                  </a:ext>
                </a:extLst>
              </a:blip>
              <a:srcRect/>
              <a:stretch>
                <a:fillRect/>
              </a:stretch>
            </p:blipFill>
            <p:spPr bwMode="auto">
              <a:xfrm>
                <a:off x="4685" y="3248"/>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7" name="Picture 1883">
                <a:extLst>
                  <a:ext uri="{FF2B5EF4-FFF2-40B4-BE49-F238E27FC236}">
                    <a16:creationId xmlns:a16="http://schemas.microsoft.com/office/drawing/2014/main" id="{A19CC5EA-093A-44AF-9F95-F03F264BA6E4}"/>
                  </a:ext>
                </a:extLst>
              </p:cNvPr>
              <p:cNvPicPr>
                <a:picLocks noChangeAspect="1" noChangeArrowheads="1"/>
              </p:cNvPicPr>
              <p:nvPr/>
            </p:nvPicPr>
            <p:blipFill>
              <a:blip r:embed="rId961">
                <a:extLst>
                  <a:ext uri="{28A0092B-C50C-407E-A947-70E740481C1C}">
                    <a14:useLocalDpi xmlns:a14="http://schemas.microsoft.com/office/drawing/2010/main" val="0"/>
                  </a:ext>
                </a:extLst>
              </a:blip>
              <a:srcRect/>
              <a:stretch>
                <a:fillRect/>
              </a:stretch>
            </p:blipFill>
            <p:spPr bwMode="auto">
              <a:xfrm>
                <a:off x="4714" y="3248"/>
                <a:ext cx="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8" name="Picture 1884">
                <a:extLst>
                  <a:ext uri="{FF2B5EF4-FFF2-40B4-BE49-F238E27FC236}">
                    <a16:creationId xmlns:a16="http://schemas.microsoft.com/office/drawing/2014/main" id="{DF0F1C40-4D00-48E1-900F-C5844831D593}"/>
                  </a:ext>
                </a:extLst>
              </p:cNvPr>
              <p:cNvPicPr>
                <a:picLocks noChangeAspect="1" noChangeArrowheads="1"/>
              </p:cNvPicPr>
              <p:nvPr/>
            </p:nvPicPr>
            <p:blipFill>
              <a:blip r:embed="rId380">
                <a:extLst>
                  <a:ext uri="{28A0092B-C50C-407E-A947-70E740481C1C}">
                    <a14:useLocalDpi xmlns:a14="http://schemas.microsoft.com/office/drawing/2010/main" val="0"/>
                  </a:ext>
                </a:extLst>
              </a:blip>
              <a:srcRect/>
              <a:stretch>
                <a:fillRect/>
              </a:stretch>
            </p:blipFill>
            <p:spPr bwMode="auto">
              <a:xfrm>
                <a:off x="4600" y="3249"/>
                <a:ext cx="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 name="Picture 1885">
                <a:extLst>
                  <a:ext uri="{FF2B5EF4-FFF2-40B4-BE49-F238E27FC236}">
                    <a16:creationId xmlns:a16="http://schemas.microsoft.com/office/drawing/2014/main" id="{4AFD2A68-9BBB-4DE3-A443-E9DF8997415B}"/>
                  </a:ext>
                </a:extLst>
              </p:cNvPr>
              <p:cNvPicPr>
                <a:picLocks noChangeAspect="1" noChangeArrowheads="1"/>
              </p:cNvPicPr>
              <p:nvPr/>
            </p:nvPicPr>
            <p:blipFill>
              <a:blip r:embed="rId962">
                <a:extLst>
                  <a:ext uri="{28A0092B-C50C-407E-A947-70E740481C1C}">
                    <a14:useLocalDpi xmlns:a14="http://schemas.microsoft.com/office/drawing/2010/main" val="0"/>
                  </a:ext>
                </a:extLst>
              </a:blip>
              <a:srcRect/>
              <a:stretch>
                <a:fillRect/>
              </a:stretch>
            </p:blipFill>
            <p:spPr bwMode="auto">
              <a:xfrm>
                <a:off x="4607" y="3249"/>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 name="Picture 1886">
                <a:extLst>
                  <a:ext uri="{FF2B5EF4-FFF2-40B4-BE49-F238E27FC236}">
                    <a16:creationId xmlns:a16="http://schemas.microsoft.com/office/drawing/2014/main" id="{427F3640-68AD-4069-A70A-3BFF604362D5}"/>
                  </a:ext>
                </a:extLst>
              </p:cNvPr>
              <p:cNvPicPr>
                <a:picLocks noChangeAspect="1" noChangeArrowheads="1"/>
              </p:cNvPicPr>
              <p:nvPr/>
            </p:nvPicPr>
            <p:blipFill>
              <a:blip r:embed="rId962">
                <a:extLst>
                  <a:ext uri="{28A0092B-C50C-407E-A947-70E740481C1C}">
                    <a14:useLocalDpi xmlns:a14="http://schemas.microsoft.com/office/drawing/2010/main" val="0"/>
                  </a:ext>
                </a:extLst>
              </a:blip>
              <a:srcRect/>
              <a:stretch>
                <a:fillRect/>
              </a:stretch>
            </p:blipFill>
            <p:spPr bwMode="auto">
              <a:xfrm>
                <a:off x="4685" y="3249"/>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1" name="Picture 1887">
                <a:extLst>
                  <a:ext uri="{FF2B5EF4-FFF2-40B4-BE49-F238E27FC236}">
                    <a16:creationId xmlns:a16="http://schemas.microsoft.com/office/drawing/2014/main" id="{6911466A-5FA7-43E1-BCEA-EC55C90D6465}"/>
                  </a:ext>
                </a:extLst>
              </p:cNvPr>
              <p:cNvPicPr>
                <a:picLocks noChangeAspect="1" noChangeArrowheads="1"/>
              </p:cNvPicPr>
              <p:nvPr/>
            </p:nvPicPr>
            <p:blipFill>
              <a:blip r:embed="rId963">
                <a:extLst>
                  <a:ext uri="{28A0092B-C50C-407E-A947-70E740481C1C}">
                    <a14:useLocalDpi xmlns:a14="http://schemas.microsoft.com/office/drawing/2010/main" val="0"/>
                  </a:ext>
                </a:extLst>
              </a:blip>
              <a:srcRect/>
              <a:stretch>
                <a:fillRect/>
              </a:stretch>
            </p:blipFill>
            <p:spPr bwMode="auto">
              <a:xfrm>
                <a:off x="4714" y="3249"/>
                <a:ext cx="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2" name="Picture 1888">
                <a:extLst>
                  <a:ext uri="{FF2B5EF4-FFF2-40B4-BE49-F238E27FC236}">
                    <a16:creationId xmlns:a16="http://schemas.microsoft.com/office/drawing/2014/main" id="{BB8957F7-708A-4C64-BF2E-392BEE60CA88}"/>
                  </a:ext>
                </a:extLst>
              </p:cNvPr>
              <p:cNvPicPr>
                <a:picLocks noChangeAspect="1" noChangeArrowheads="1"/>
              </p:cNvPicPr>
              <p:nvPr/>
            </p:nvPicPr>
            <p:blipFill>
              <a:blip r:embed="rId964">
                <a:extLst>
                  <a:ext uri="{28A0092B-C50C-407E-A947-70E740481C1C}">
                    <a14:useLocalDpi xmlns:a14="http://schemas.microsoft.com/office/drawing/2010/main" val="0"/>
                  </a:ext>
                </a:extLst>
              </a:blip>
              <a:srcRect/>
              <a:stretch>
                <a:fillRect/>
              </a:stretch>
            </p:blipFill>
            <p:spPr bwMode="auto">
              <a:xfrm>
                <a:off x="4607" y="3250"/>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3" name="Picture 1889">
                <a:extLst>
                  <a:ext uri="{FF2B5EF4-FFF2-40B4-BE49-F238E27FC236}">
                    <a16:creationId xmlns:a16="http://schemas.microsoft.com/office/drawing/2014/main" id="{E194D089-4FEE-4C02-BFAB-2ED40D94D812}"/>
                  </a:ext>
                </a:extLst>
              </p:cNvPr>
              <p:cNvPicPr>
                <a:picLocks noChangeAspect="1" noChangeArrowheads="1"/>
              </p:cNvPicPr>
              <p:nvPr/>
            </p:nvPicPr>
            <p:blipFill>
              <a:blip r:embed="rId964">
                <a:extLst>
                  <a:ext uri="{28A0092B-C50C-407E-A947-70E740481C1C}">
                    <a14:useLocalDpi xmlns:a14="http://schemas.microsoft.com/office/drawing/2010/main" val="0"/>
                  </a:ext>
                </a:extLst>
              </a:blip>
              <a:srcRect/>
              <a:stretch>
                <a:fillRect/>
              </a:stretch>
            </p:blipFill>
            <p:spPr bwMode="auto">
              <a:xfrm>
                <a:off x="4685" y="3250"/>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4" name="Picture 1890">
                <a:extLst>
                  <a:ext uri="{FF2B5EF4-FFF2-40B4-BE49-F238E27FC236}">
                    <a16:creationId xmlns:a16="http://schemas.microsoft.com/office/drawing/2014/main" id="{34F747A1-58E2-4BFB-9BE7-C7F2C1C88415}"/>
                  </a:ext>
                </a:extLst>
              </p:cNvPr>
              <p:cNvPicPr>
                <a:picLocks noChangeAspect="1" noChangeArrowheads="1"/>
              </p:cNvPicPr>
              <p:nvPr/>
            </p:nvPicPr>
            <p:blipFill>
              <a:blip r:embed="rId965">
                <a:extLst>
                  <a:ext uri="{28A0092B-C50C-407E-A947-70E740481C1C}">
                    <a14:useLocalDpi xmlns:a14="http://schemas.microsoft.com/office/drawing/2010/main" val="0"/>
                  </a:ext>
                </a:extLst>
              </a:blip>
              <a:srcRect/>
              <a:stretch>
                <a:fillRect/>
              </a:stretch>
            </p:blipFill>
            <p:spPr bwMode="auto">
              <a:xfrm>
                <a:off x="4607" y="3251"/>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5" name="Picture 1891">
                <a:extLst>
                  <a:ext uri="{FF2B5EF4-FFF2-40B4-BE49-F238E27FC236}">
                    <a16:creationId xmlns:a16="http://schemas.microsoft.com/office/drawing/2014/main" id="{52FEB444-B210-4B1E-9278-D8A9539ECAB8}"/>
                  </a:ext>
                </a:extLst>
              </p:cNvPr>
              <p:cNvPicPr>
                <a:picLocks noChangeAspect="1" noChangeArrowheads="1"/>
              </p:cNvPicPr>
              <p:nvPr/>
            </p:nvPicPr>
            <p:blipFill>
              <a:blip r:embed="rId965">
                <a:extLst>
                  <a:ext uri="{28A0092B-C50C-407E-A947-70E740481C1C}">
                    <a14:useLocalDpi xmlns:a14="http://schemas.microsoft.com/office/drawing/2010/main" val="0"/>
                  </a:ext>
                </a:extLst>
              </a:blip>
              <a:srcRect/>
              <a:stretch>
                <a:fillRect/>
              </a:stretch>
            </p:blipFill>
            <p:spPr bwMode="auto">
              <a:xfrm>
                <a:off x="4685" y="3251"/>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6" name="Picture 1892">
                <a:extLst>
                  <a:ext uri="{FF2B5EF4-FFF2-40B4-BE49-F238E27FC236}">
                    <a16:creationId xmlns:a16="http://schemas.microsoft.com/office/drawing/2014/main" id="{3BC17782-E3D5-4D1C-B0AA-FB510EDD3E52}"/>
                  </a:ext>
                </a:extLst>
              </p:cNvPr>
              <p:cNvPicPr>
                <a:picLocks noChangeAspect="1" noChangeArrowheads="1"/>
              </p:cNvPicPr>
              <p:nvPr/>
            </p:nvPicPr>
            <p:blipFill>
              <a:blip r:embed="rId966">
                <a:extLst>
                  <a:ext uri="{28A0092B-C50C-407E-A947-70E740481C1C}">
                    <a14:useLocalDpi xmlns:a14="http://schemas.microsoft.com/office/drawing/2010/main" val="0"/>
                  </a:ext>
                </a:extLst>
              </a:blip>
              <a:srcRect/>
              <a:stretch>
                <a:fillRect/>
              </a:stretch>
            </p:blipFill>
            <p:spPr bwMode="auto">
              <a:xfrm>
                <a:off x="4607" y="3252"/>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7" name="Picture 1893">
                <a:extLst>
                  <a:ext uri="{FF2B5EF4-FFF2-40B4-BE49-F238E27FC236}">
                    <a16:creationId xmlns:a16="http://schemas.microsoft.com/office/drawing/2014/main" id="{2536C37B-7848-4E37-8C34-9037EC09C228}"/>
                  </a:ext>
                </a:extLst>
              </p:cNvPr>
              <p:cNvPicPr>
                <a:picLocks noChangeAspect="1" noChangeArrowheads="1"/>
              </p:cNvPicPr>
              <p:nvPr/>
            </p:nvPicPr>
            <p:blipFill>
              <a:blip r:embed="rId966">
                <a:extLst>
                  <a:ext uri="{28A0092B-C50C-407E-A947-70E740481C1C}">
                    <a14:useLocalDpi xmlns:a14="http://schemas.microsoft.com/office/drawing/2010/main" val="0"/>
                  </a:ext>
                </a:extLst>
              </a:blip>
              <a:srcRect/>
              <a:stretch>
                <a:fillRect/>
              </a:stretch>
            </p:blipFill>
            <p:spPr bwMode="auto">
              <a:xfrm>
                <a:off x="4685" y="3252"/>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8" name="Picture 1894">
                <a:extLst>
                  <a:ext uri="{FF2B5EF4-FFF2-40B4-BE49-F238E27FC236}">
                    <a16:creationId xmlns:a16="http://schemas.microsoft.com/office/drawing/2014/main" id="{B72AA7BD-9BD3-4708-9D1B-EC619AAC7E6A}"/>
                  </a:ext>
                </a:extLst>
              </p:cNvPr>
              <p:cNvPicPr>
                <a:picLocks noChangeAspect="1" noChangeArrowheads="1"/>
              </p:cNvPicPr>
              <p:nvPr/>
            </p:nvPicPr>
            <p:blipFill>
              <a:blip r:embed="rId967">
                <a:extLst>
                  <a:ext uri="{28A0092B-C50C-407E-A947-70E740481C1C}">
                    <a14:useLocalDpi xmlns:a14="http://schemas.microsoft.com/office/drawing/2010/main" val="0"/>
                  </a:ext>
                </a:extLst>
              </a:blip>
              <a:srcRect/>
              <a:stretch>
                <a:fillRect/>
              </a:stretch>
            </p:blipFill>
            <p:spPr bwMode="auto">
              <a:xfrm>
                <a:off x="4607" y="3253"/>
                <a:ext cx="2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9" name="Picture 1895">
                <a:extLst>
                  <a:ext uri="{FF2B5EF4-FFF2-40B4-BE49-F238E27FC236}">
                    <a16:creationId xmlns:a16="http://schemas.microsoft.com/office/drawing/2014/main" id="{B19F4522-8E62-4B48-A455-D2A1EE5F78B7}"/>
                  </a:ext>
                </a:extLst>
              </p:cNvPr>
              <p:cNvPicPr>
                <a:picLocks noChangeAspect="1" noChangeArrowheads="1"/>
              </p:cNvPicPr>
              <p:nvPr/>
            </p:nvPicPr>
            <p:blipFill>
              <a:blip r:embed="rId967">
                <a:extLst>
                  <a:ext uri="{28A0092B-C50C-407E-A947-70E740481C1C}">
                    <a14:useLocalDpi xmlns:a14="http://schemas.microsoft.com/office/drawing/2010/main" val="0"/>
                  </a:ext>
                </a:extLst>
              </a:blip>
              <a:srcRect/>
              <a:stretch>
                <a:fillRect/>
              </a:stretch>
            </p:blipFill>
            <p:spPr bwMode="auto">
              <a:xfrm>
                <a:off x="4685" y="3253"/>
                <a:ext cx="2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60" name="Picture 1896">
              <a:extLst>
                <a:ext uri="{FF2B5EF4-FFF2-40B4-BE49-F238E27FC236}">
                  <a16:creationId xmlns:a16="http://schemas.microsoft.com/office/drawing/2014/main" id="{91E89618-084B-4679-9424-1624C77DED07}"/>
                </a:ext>
              </a:extLst>
            </p:cNvPr>
            <p:cNvPicPr>
              <a:picLocks noChangeAspect="1" noChangeArrowheads="1"/>
            </p:cNvPicPr>
            <p:nvPr/>
          </p:nvPicPr>
          <p:blipFill>
            <a:blip r:embed="rId391">
              <a:extLst>
                <a:ext uri="{28A0092B-C50C-407E-A947-70E740481C1C}">
                  <a14:useLocalDpi xmlns:a14="http://schemas.microsoft.com/office/drawing/2010/main" val="0"/>
                </a:ext>
              </a:extLst>
            </a:blip>
            <a:srcRect/>
            <a:stretch>
              <a:fillRect/>
            </a:stretch>
          </p:blipFill>
          <p:spPr bwMode="auto">
            <a:xfrm>
              <a:off x="7618413" y="4811713"/>
              <a:ext cx="4857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61" name="Group 1897">
              <a:extLst>
                <a:ext uri="{FF2B5EF4-FFF2-40B4-BE49-F238E27FC236}">
                  <a16:creationId xmlns:a16="http://schemas.microsoft.com/office/drawing/2014/main" id="{60BF9240-C00F-4E5B-AD32-C147C1679553}"/>
                </a:ext>
              </a:extLst>
            </p:cNvPr>
            <p:cNvGrpSpPr>
              <a:grpSpLocks/>
            </p:cNvGrpSpPr>
            <p:nvPr/>
          </p:nvGrpSpPr>
          <p:grpSpPr bwMode="auto">
            <a:xfrm>
              <a:off x="8201025" y="4824413"/>
              <a:ext cx="373063" cy="320675"/>
              <a:chOff x="5215" y="2943"/>
              <a:chExt cx="235" cy="202"/>
            </a:xfrm>
          </p:grpSpPr>
          <p:grpSp>
            <p:nvGrpSpPr>
              <p:cNvPr id="1062" name="Group 1898">
                <a:extLst>
                  <a:ext uri="{FF2B5EF4-FFF2-40B4-BE49-F238E27FC236}">
                    <a16:creationId xmlns:a16="http://schemas.microsoft.com/office/drawing/2014/main" id="{86C1FF04-9B8D-4EC1-AA8D-565941D750A0}"/>
                  </a:ext>
                </a:extLst>
              </p:cNvPr>
              <p:cNvGrpSpPr>
                <a:grpSpLocks/>
              </p:cNvGrpSpPr>
              <p:nvPr/>
            </p:nvGrpSpPr>
            <p:grpSpPr bwMode="auto">
              <a:xfrm>
                <a:off x="5215" y="2943"/>
                <a:ext cx="235" cy="192"/>
                <a:chOff x="5215" y="2943"/>
                <a:chExt cx="235" cy="192"/>
              </a:xfrm>
            </p:grpSpPr>
            <p:pic>
              <p:nvPicPr>
                <p:cNvPr id="1073" name="Picture 1899">
                  <a:extLst>
                    <a:ext uri="{FF2B5EF4-FFF2-40B4-BE49-F238E27FC236}">
                      <a16:creationId xmlns:a16="http://schemas.microsoft.com/office/drawing/2014/main" id="{C81C7F80-7E96-4E87-B9EC-8CDC72310DD1}"/>
                    </a:ext>
                  </a:extLst>
                </p:cNvPr>
                <p:cNvPicPr>
                  <a:picLocks noChangeAspect="1" noChangeArrowheads="1"/>
                </p:cNvPicPr>
                <p:nvPr/>
              </p:nvPicPr>
              <p:blipFill>
                <a:blip r:embed="rId968">
                  <a:extLst>
                    <a:ext uri="{28A0092B-C50C-407E-A947-70E740481C1C}">
                      <a14:useLocalDpi xmlns:a14="http://schemas.microsoft.com/office/drawing/2010/main" val="0"/>
                    </a:ext>
                  </a:extLst>
                </a:blip>
                <a:srcRect/>
                <a:stretch>
                  <a:fillRect/>
                </a:stretch>
              </p:blipFill>
              <p:spPr bwMode="auto">
                <a:xfrm>
                  <a:off x="5235" y="2943"/>
                  <a:ext cx="21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4" name="Picture 1900">
                  <a:extLst>
                    <a:ext uri="{FF2B5EF4-FFF2-40B4-BE49-F238E27FC236}">
                      <a16:creationId xmlns:a16="http://schemas.microsoft.com/office/drawing/2014/main" id="{2C64D10E-788D-482B-8AC5-DAF0B6FE2291}"/>
                    </a:ext>
                  </a:extLst>
                </p:cNvPr>
                <p:cNvPicPr>
                  <a:picLocks noChangeAspect="1" noChangeArrowheads="1"/>
                </p:cNvPicPr>
                <p:nvPr/>
              </p:nvPicPr>
              <p:blipFill>
                <a:blip r:embed="rId969">
                  <a:extLst>
                    <a:ext uri="{28A0092B-C50C-407E-A947-70E740481C1C}">
                      <a14:useLocalDpi xmlns:a14="http://schemas.microsoft.com/office/drawing/2010/main" val="0"/>
                    </a:ext>
                  </a:extLst>
                </a:blip>
                <a:srcRect/>
                <a:stretch>
                  <a:fillRect/>
                </a:stretch>
              </p:blipFill>
              <p:spPr bwMode="auto">
                <a:xfrm>
                  <a:off x="5233" y="2944"/>
                  <a:ext cx="2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 name="Picture 1901">
                  <a:extLst>
                    <a:ext uri="{FF2B5EF4-FFF2-40B4-BE49-F238E27FC236}">
                      <a16:creationId xmlns:a16="http://schemas.microsoft.com/office/drawing/2014/main" id="{D5A874F9-3878-4AB3-8562-AF44AC467107}"/>
                    </a:ext>
                  </a:extLst>
                </p:cNvPr>
                <p:cNvPicPr>
                  <a:picLocks noChangeAspect="1" noChangeArrowheads="1"/>
                </p:cNvPicPr>
                <p:nvPr/>
              </p:nvPicPr>
              <p:blipFill>
                <a:blip r:embed="rId970">
                  <a:extLst>
                    <a:ext uri="{28A0092B-C50C-407E-A947-70E740481C1C}">
                      <a14:useLocalDpi xmlns:a14="http://schemas.microsoft.com/office/drawing/2010/main" val="0"/>
                    </a:ext>
                  </a:extLst>
                </a:blip>
                <a:srcRect/>
                <a:stretch>
                  <a:fillRect/>
                </a:stretch>
              </p:blipFill>
              <p:spPr bwMode="auto">
                <a:xfrm>
                  <a:off x="5232" y="2945"/>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6" name="Picture 1902">
                  <a:extLst>
                    <a:ext uri="{FF2B5EF4-FFF2-40B4-BE49-F238E27FC236}">
                      <a16:creationId xmlns:a16="http://schemas.microsoft.com/office/drawing/2014/main" id="{9B68A310-0C92-45A2-8246-799C6B25D095}"/>
                    </a:ext>
                  </a:extLst>
                </p:cNvPr>
                <p:cNvPicPr>
                  <a:picLocks noChangeAspect="1" noChangeArrowheads="1"/>
                </p:cNvPicPr>
                <p:nvPr/>
              </p:nvPicPr>
              <p:blipFill>
                <a:blip r:embed="rId971">
                  <a:extLst>
                    <a:ext uri="{28A0092B-C50C-407E-A947-70E740481C1C}">
                      <a14:useLocalDpi xmlns:a14="http://schemas.microsoft.com/office/drawing/2010/main" val="0"/>
                    </a:ext>
                  </a:extLst>
                </a:blip>
                <a:srcRect/>
                <a:stretch>
                  <a:fillRect/>
                </a:stretch>
              </p:blipFill>
              <p:spPr bwMode="auto">
                <a:xfrm>
                  <a:off x="5231" y="2946"/>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7" name="Picture 1903">
                  <a:extLst>
                    <a:ext uri="{FF2B5EF4-FFF2-40B4-BE49-F238E27FC236}">
                      <a16:creationId xmlns:a16="http://schemas.microsoft.com/office/drawing/2014/main" id="{75B82B19-E2EA-446C-BD26-4BB3611B3CBC}"/>
                    </a:ext>
                  </a:extLst>
                </p:cNvPr>
                <p:cNvPicPr>
                  <a:picLocks noChangeAspect="1" noChangeArrowheads="1"/>
                </p:cNvPicPr>
                <p:nvPr/>
              </p:nvPicPr>
              <p:blipFill>
                <a:blip r:embed="rId972">
                  <a:extLst>
                    <a:ext uri="{28A0092B-C50C-407E-A947-70E740481C1C}">
                      <a14:useLocalDpi xmlns:a14="http://schemas.microsoft.com/office/drawing/2010/main" val="0"/>
                    </a:ext>
                  </a:extLst>
                </a:blip>
                <a:srcRect/>
                <a:stretch>
                  <a:fillRect/>
                </a:stretch>
              </p:blipFill>
              <p:spPr bwMode="auto">
                <a:xfrm>
                  <a:off x="5231" y="2947"/>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8" name="Picture 1904">
                  <a:extLst>
                    <a:ext uri="{FF2B5EF4-FFF2-40B4-BE49-F238E27FC236}">
                      <a16:creationId xmlns:a16="http://schemas.microsoft.com/office/drawing/2014/main" id="{E53411C8-C163-49BC-A354-9F4CB784FE0E}"/>
                    </a:ext>
                  </a:extLst>
                </p:cNvPr>
                <p:cNvPicPr>
                  <a:picLocks noChangeAspect="1" noChangeArrowheads="1"/>
                </p:cNvPicPr>
                <p:nvPr/>
              </p:nvPicPr>
              <p:blipFill>
                <a:blip r:embed="rId973">
                  <a:extLst>
                    <a:ext uri="{28A0092B-C50C-407E-A947-70E740481C1C}">
                      <a14:useLocalDpi xmlns:a14="http://schemas.microsoft.com/office/drawing/2010/main" val="0"/>
                    </a:ext>
                  </a:extLst>
                </a:blip>
                <a:srcRect/>
                <a:stretch>
                  <a:fillRect/>
                </a:stretch>
              </p:blipFill>
              <p:spPr bwMode="auto">
                <a:xfrm>
                  <a:off x="5231" y="2948"/>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9" name="Picture 1905">
                  <a:extLst>
                    <a:ext uri="{FF2B5EF4-FFF2-40B4-BE49-F238E27FC236}">
                      <a16:creationId xmlns:a16="http://schemas.microsoft.com/office/drawing/2014/main" id="{E40CB960-6124-4B44-AFF4-D7139CDF2AE4}"/>
                    </a:ext>
                  </a:extLst>
                </p:cNvPr>
                <p:cNvPicPr>
                  <a:picLocks noChangeAspect="1" noChangeArrowheads="1"/>
                </p:cNvPicPr>
                <p:nvPr/>
              </p:nvPicPr>
              <p:blipFill>
                <a:blip r:embed="rId974">
                  <a:extLst>
                    <a:ext uri="{28A0092B-C50C-407E-A947-70E740481C1C}">
                      <a14:useLocalDpi xmlns:a14="http://schemas.microsoft.com/office/drawing/2010/main" val="0"/>
                    </a:ext>
                  </a:extLst>
                </a:blip>
                <a:srcRect/>
                <a:stretch>
                  <a:fillRect/>
                </a:stretch>
              </p:blipFill>
              <p:spPr bwMode="auto">
                <a:xfrm>
                  <a:off x="5231" y="2949"/>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0" name="Picture 1906">
                  <a:extLst>
                    <a:ext uri="{FF2B5EF4-FFF2-40B4-BE49-F238E27FC236}">
                      <a16:creationId xmlns:a16="http://schemas.microsoft.com/office/drawing/2014/main" id="{E6B0E383-6395-4B95-87ED-AA8849768A67}"/>
                    </a:ext>
                  </a:extLst>
                </p:cNvPr>
                <p:cNvPicPr>
                  <a:picLocks noChangeAspect="1" noChangeArrowheads="1"/>
                </p:cNvPicPr>
                <p:nvPr/>
              </p:nvPicPr>
              <p:blipFill>
                <a:blip r:embed="rId975">
                  <a:extLst>
                    <a:ext uri="{28A0092B-C50C-407E-A947-70E740481C1C}">
                      <a14:useLocalDpi xmlns:a14="http://schemas.microsoft.com/office/drawing/2010/main" val="0"/>
                    </a:ext>
                  </a:extLst>
                </a:blip>
                <a:srcRect/>
                <a:stretch>
                  <a:fillRect/>
                </a:stretch>
              </p:blipFill>
              <p:spPr bwMode="auto">
                <a:xfrm>
                  <a:off x="5231" y="2950"/>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1" name="Picture 1907">
                  <a:extLst>
                    <a:ext uri="{FF2B5EF4-FFF2-40B4-BE49-F238E27FC236}">
                      <a16:creationId xmlns:a16="http://schemas.microsoft.com/office/drawing/2014/main" id="{890B396C-44D0-4115-A308-C322B3A924F4}"/>
                    </a:ext>
                  </a:extLst>
                </p:cNvPr>
                <p:cNvPicPr>
                  <a:picLocks noChangeAspect="1" noChangeArrowheads="1"/>
                </p:cNvPicPr>
                <p:nvPr/>
              </p:nvPicPr>
              <p:blipFill>
                <a:blip r:embed="rId976">
                  <a:extLst>
                    <a:ext uri="{28A0092B-C50C-407E-A947-70E740481C1C}">
                      <a14:useLocalDpi xmlns:a14="http://schemas.microsoft.com/office/drawing/2010/main" val="0"/>
                    </a:ext>
                  </a:extLst>
                </a:blip>
                <a:srcRect/>
                <a:stretch>
                  <a:fillRect/>
                </a:stretch>
              </p:blipFill>
              <p:spPr bwMode="auto">
                <a:xfrm>
                  <a:off x="5231" y="2951"/>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2" name="Picture 1908">
                  <a:extLst>
                    <a:ext uri="{FF2B5EF4-FFF2-40B4-BE49-F238E27FC236}">
                      <a16:creationId xmlns:a16="http://schemas.microsoft.com/office/drawing/2014/main" id="{8E6EB084-5BE2-48A0-9309-4E479CEB3D3C}"/>
                    </a:ext>
                  </a:extLst>
                </p:cNvPr>
                <p:cNvPicPr>
                  <a:picLocks noChangeAspect="1" noChangeArrowheads="1"/>
                </p:cNvPicPr>
                <p:nvPr/>
              </p:nvPicPr>
              <p:blipFill>
                <a:blip r:embed="rId977">
                  <a:extLst>
                    <a:ext uri="{28A0092B-C50C-407E-A947-70E740481C1C}">
                      <a14:useLocalDpi xmlns:a14="http://schemas.microsoft.com/office/drawing/2010/main" val="0"/>
                    </a:ext>
                  </a:extLst>
                </a:blip>
                <a:srcRect/>
                <a:stretch>
                  <a:fillRect/>
                </a:stretch>
              </p:blipFill>
              <p:spPr bwMode="auto">
                <a:xfrm>
                  <a:off x="5231" y="2952"/>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3" name="Picture 1909">
                  <a:extLst>
                    <a:ext uri="{FF2B5EF4-FFF2-40B4-BE49-F238E27FC236}">
                      <a16:creationId xmlns:a16="http://schemas.microsoft.com/office/drawing/2014/main" id="{D8762795-96A1-4929-BFF3-1AF9F7F57ADA}"/>
                    </a:ext>
                  </a:extLst>
                </p:cNvPr>
                <p:cNvPicPr>
                  <a:picLocks noChangeAspect="1" noChangeArrowheads="1"/>
                </p:cNvPicPr>
                <p:nvPr/>
              </p:nvPicPr>
              <p:blipFill>
                <a:blip r:embed="rId978">
                  <a:extLst>
                    <a:ext uri="{28A0092B-C50C-407E-A947-70E740481C1C}">
                      <a14:useLocalDpi xmlns:a14="http://schemas.microsoft.com/office/drawing/2010/main" val="0"/>
                    </a:ext>
                  </a:extLst>
                </a:blip>
                <a:srcRect/>
                <a:stretch>
                  <a:fillRect/>
                </a:stretch>
              </p:blipFill>
              <p:spPr bwMode="auto">
                <a:xfrm>
                  <a:off x="5231" y="2953"/>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4" name="Picture 1910">
                  <a:extLst>
                    <a:ext uri="{FF2B5EF4-FFF2-40B4-BE49-F238E27FC236}">
                      <a16:creationId xmlns:a16="http://schemas.microsoft.com/office/drawing/2014/main" id="{24D87855-7663-462A-847A-F10B8C0AA0AC}"/>
                    </a:ext>
                  </a:extLst>
                </p:cNvPr>
                <p:cNvPicPr>
                  <a:picLocks noChangeAspect="1" noChangeArrowheads="1"/>
                </p:cNvPicPr>
                <p:nvPr/>
              </p:nvPicPr>
              <p:blipFill>
                <a:blip r:embed="rId979">
                  <a:extLst>
                    <a:ext uri="{28A0092B-C50C-407E-A947-70E740481C1C}">
                      <a14:useLocalDpi xmlns:a14="http://schemas.microsoft.com/office/drawing/2010/main" val="0"/>
                    </a:ext>
                  </a:extLst>
                </a:blip>
                <a:srcRect/>
                <a:stretch>
                  <a:fillRect/>
                </a:stretch>
              </p:blipFill>
              <p:spPr bwMode="auto">
                <a:xfrm>
                  <a:off x="5231" y="2954"/>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 name="Picture 1911">
                  <a:extLst>
                    <a:ext uri="{FF2B5EF4-FFF2-40B4-BE49-F238E27FC236}">
                      <a16:creationId xmlns:a16="http://schemas.microsoft.com/office/drawing/2014/main" id="{53337BF5-7830-4937-A97A-A210DA87452B}"/>
                    </a:ext>
                  </a:extLst>
                </p:cNvPr>
                <p:cNvPicPr>
                  <a:picLocks noChangeAspect="1" noChangeArrowheads="1"/>
                </p:cNvPicPr>
                <p:nvPr/>
              </p:nvPicPr>
              <p:blipFill>
                <a:blip r:embed="rId980">
                  <a:extLst>
                    <a:ext uri="{28A0092B-C50C-407E-A947-70E740481C1C}">
                      <a14:useLocalDpi xmlns:a14="http://schemas.microsoft.com/office/drawing/2010/main" val="0"/>
                    </a:ext>
                  </a:extLst>
                </a:blip>
                <a:srcRect/>
                <a:stretch>
                  <a:fillRect/>
                </a:stretch>
              </p:blipFill>
              <p:spPr bwMode="auto">
                <a:xfrm>
                  <a:off x="5230" y="2955"/>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6" name="Picture 1912">
                  <a:extLst>
                    <a:ext uri="{FF2B5EF4-FFF2-40B4-BE49-F238E27FC236}">
                      <a16:creationId xmlns:a16="http://schemas.microsoft.com/office/drawing/2014/main" id="{9001CC86-FD54-4C6D-8C44-6691FB1C5772}"/>
                    </a:ext>
                  </a:extLst>
                </p:cNvPr>
                <p:cNvPicPr>
                  <a:picLocks noChangeAspect="1" noChangeArrowheads="1"/>
                </p:cNvPicPr>
                <p:nvPr/>
              </p:nvPicPr>
              <p:blipFill>
                <a:blip r:embed="rId981">
                  <a:extLst>
                    <a:ext uri="{28A0092B-C50C-407E-A947-70E740481C1C}">
                      <a14:useLocalDpi xmlns:a14="http://schemas.microsoft.com/office/drawing/2010/main" val="0"/>
                    </a:ext>
                  </a:extLst>
                </a:blip>
                <a:srcRect/>
                <a:stretch>
                  <a:fillRect/>
                </a:stretch>
              </p:blipFill>
              <p:spPr bwMode="auto">
                <a:xfrm>
                  <a:off x="5219" y="2956"/>
                  <a:ext cx="23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7" name="Picture 1913">
                  <a:extLst>
                    <a:ext uri="{FF2B5EF4-FFF2-40B4-BE49-F238E27FC236}">
                      <a16:creationId xmlns:a16="http://schemas.microsoft.com/office/drawing/2014/main" id="{506D6DDC-A8CC-4C0A-9D5A-199D5B6B8577}"/>
                    </a:ext>
                  </a:extLst>
                </p:cNvPr>
                <p:cNvPicPr>
                  <a:picLocks noChangeAspect="1" noChangeArrowheads="1"/>
                </p:cNvPicPr>
                <p:nvPr/>
              </p:nvPicPr>
              <p:blipFill>
                <a:blip r:embed="rId982">
                  <a:extLst>
                    <a:ext uri="{28A0092B-C50C-407E-A947-70E740481C1C}">
                      <a14:useLocalDpi xmlns:a14="http://schemas.microsoft.com/office/drawing/2010/main" val="0"/>
                    </a:ext>
                  </a:extLst>
                </a:blip>
                <a:srcRect/>
                <a:stretch>
                  <a:fillRect/>
                </a:stretch>
              </p:blipFill>
              <p:spPr bwMode="auto">
                <a:xfrm>
                  <a:off x="5218" y="2957"/>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8" name="Picture 1914">
                  <a:extLst>
                    <a:ext uri="{FF2B5EF4-FFF2-40B4-BE49-F238E27FC236}">
                      <a16:creationId xmlns:a16="http://schemas.microsoft.com/office/drawing/2014/main" id="{FD3FB51F-40E6-4ED8-87FA-575A3041C72E}"/>
                    </a:ext>
                  </a:extLst>
                </p:cNvPr>
                <p:cNvPicPr>
                  <a:picLocks noChangeAspect="1" noChangeArrowheads="1"/>
                </p:cNvPicPr>
                <p:nvPr/>
              </p:nvPicPr>
              <p:blipFill>
                <a:blip r:embed="rId983">
                  <a:extLst>
                    <a:ext uri="{28A0092B-C50C-407E-A947-70E740481C1C}">
                      <a14:useLocalDpi xmlns:a14="http://schemas.microsoft.com/office/drawing/2010/main" val="0"/>
                    </a:ext>
                  </a:extLst>
                </a:blip>
                <a:srcRect/>
                <a:stretch>
                  <a:fillRect/>
                </a:stretch>
              </p:blipFill>
              <p:spPr bwMode="auto">
                <a:xfrm>
                  <a:off x="5216" y="2958"/>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9" name="Picture 1915">
                  <a:extLst>
                    <a:ext uri="{FF2B5EF4-FFF2-40B4-BE49-F238E27FC236}">
                      <a16:creationId xmlns:a16="http://schemas.microsoft.com/office/drawing/2014/main" id="{A55A4AC1-4700-475F-BCA9-A3F337DC5B20}"/>
                    </a:ext>
                  </a:extLst>
                </p:cNvPr>
                <p:cNvPicPr>
                  <a:picLocks noChangeAspect="1" noChangeArrowheads="1"/>
                </p:cNvPicPr>
                <p:nvPr/>
              </p:nvPicPr>
              <p:blipFill>
                <a:blip r:embed="rId984">
                  <a:extLst>
                    <a:ext uri="{28A0092B-C50C-407E-A947-70E740481C1C}">
                      <a14:useLocalDpi xmlns:a14="http://schemas.microsoft.com/office/drawing/2010/main" val="0"/>
                    </a:ext>
                  </a:extLst>
                </a:blip>
                <a:srcRect/>
                <a:stretch>
                  <a:fillRect/>
                </a:stretch>
              </p:blipFill>
              <p:spPr bwMode="auto">
                <a:xfrm>
                  <a:off x="5215" y="295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0" name="Picture 1916">
                  <a:extLst>
                    <a:ext uri="{FF2B5EF4-FFF2-40B4-BE49-F238E27FC236}">
                      <a16:creationId xmlns:a16="http://schemas.microsoft.com/office/drawing/2014/main" id="{E5C3B4B5-AC0C-49D8-B9FB-D24850F690A6}"/>
                    </a:ext>
                  </a:extLst>
                </p:cNvPr>
                <p:cNvPicPr>
                  <a:picLocks noChangeAspect="1" noChangeArrowheads="1"/>
                </p:cNvPicPr>
                <p:nvPr/>
              </p:nvPicPr>
              <p:blipFill>
                <a:blip r:embed="rId985">
                  <a:extLst>
                    <a:ext uri="{28A0092B-C50C-407E-A947-70E740481C1C}">
                      <a14:useLocalDpi xmlns:a14="http://schemas.microsoft.com/office/drawing/2010/main" val="0"/>
                    </a:ext>
                  </a:extLst>
                </a:blip>
                <a:srcRect/>
                <a:stretch>
                  <a:fillRect/>
                </a:stretch>
              </p:blipFill>
              <p:spPr bwMode="auto">
                <a:xfrm>
                  <a:off x="5215" y="2960"/>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1" name="Picture 1917">
                  <a:extLst>
                    <a:ext uri="{FF2B5EF4-FFF2-40B4-BE49-F238E27FC236}">
                      <a16:creationId xmlns:a16="http://schemas.microsoft.com/office/drawing/2014/main" id="{DB9C3D78-8654-4BB3-AC02-7394E0B006B9}"/>
                    </a:ext>
                  </a:extLst>
                </p:cNvPr>
                <p:cNvPicPr>
                  <a:picLocks noChangeAspect="1" noChangeArrowheads="1"/>
                </p:cNvPicPr>
                <p:nvPr/>
              </p:nvPicPr>
              <p:blipFill>
                <a:blip r:embed="rId986">
                  <a:extLst>
                    <a:ext uri="{28A0092B-C50C-407E-A947-70E740481C1C}">
                      <a14:useLocalDpi xmlns:a14="http://schemas.microsoft.com/office/drawing/2010/main" val="0"/>
                    </a:ext>
                  </a:extLst>
                </a:blip>
                <a:srcRect/>
                <a:stretch>
                  <a:fillRect/>
                </a:stretch>
              </p:blipFill>
              <p:spPr bwMode="auto">
                <a:xfrm>
                  <a:off x="5215" y="296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2" name="Picture 1918">
                  <a:extLst>
                    <a:ext uri="{FF2B5EF4-FFF2-40B4-BE49-F238E27FC236}">
                      <a16:creationId xmlns:a16="http://schemas.microsoft.com/office/drawing/2014/main" id="{EEE8FBC5-4498-4D86-BE3D-8DCDA8F3470B}"/>
                    </a:ext>
                  </a:extLst>
                </p:cNvPr>
                <p:cNvPicPr>
                  <a:picLocks noChangeAspect="1" noChangeArrowheads="1"/>
                </p:cNvPicPr>
                <p:nvPr/>
              </p:nvPicPr>
              <p:blipFill>
                <a:blip r:embed="rId987">
                  <a:extLst>
                    <a:ext uri="{28A0092B-C50C-407E-A947-70E740481C1C}">
                      <a14:useLocalDpi xmlns:a14="http://schemas.microsoft.com/office/drawing/2010/main" val="0"/>
                    </a:ext>
                  </a:extLst>
                </a:blip>
                <a:srcRect/>
                <a:stretch>
                  <a:fillRect/>
                </a:stretch>
              </p:blipFill>
              <p:spPr bwMode="auto">
                <a:xfrm>
                  <a:off x="5215" y="296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3" name="Picture 1919">
                  <a:extLst>
                    <a:ext uri="{FF2B5EF4-FFF2-40B4-BE49-F238E27FC236}">
                      <a16:creationId xmlns:a16="http://schemas.microsoft.com/office/drawing/2014/main" id="{45C1EA19-AEDF-4FE2-B570-C68EEC2C370A}"/>
                    </a:ext>
                  </a:extLst>
                </p:cNvPr>
                <p:cNvPicPr>
                  <a:picLocks noChangeAspect="1" noChangeArrowheads="1"/>
                </p:cNvPicPr>
                <p:nvPr/>
              </p:nvPicPr>
              <p:blipFill>
                <a:blip r:embed="rId988">
                  <a:extLst>
                    <a:ext uri="{28A0092B-C50C-407E-A947-70E740481C1C}">
                      <a14:useLocalDpi xmlns:a14="http://schemas.microsoft.com/office/drawing/2010/main" val="0"/>
                    </a:ext>
                  </a:extLst>
                </a:blip>
                <a:srcRect/>
                <a:stretch>
                  <a:fillRect/>
                </a:stretch>
              </p:blipFill>
              <p:spPr bwMode="auto">
                <a:xfrm>
                  <a:off x="5215" y="2962"/>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4" name="Picture 1920">
                  <a:extLst>
                    <a:ext uri="{FF2B5EF4-FFF2-40B4-BE49-F238E27FC236}">
                      <a16:creationId xmlns:a16="http://schemas.microsoft.com/office/drawing/2014/main" id="{502B1BB8-6B09-406B-9206-A88C8FCFFF6D}"/>
                    </a:ext>
                  </a:extLst>
                </p:cNvPr>
                <p:cNvPicPr>
                  <a:picLocks noChangeAspect="1" noChangeArrowheads="1"/>
                </p:cNvPicPr>
                <p:nvPr/>
              </p:nvPicPr>
              <p:blipFill>
                <a:blip r:embed="rId989">
                  <a:extLst>
                    <a:ext uri="{28A0092B-C50C-407E-A947-70E740481C1C}">
                      <a14:useLocalDpi xmlns:a14="http://schemas.microsoft.com/office/drawing/2010/main" val="0"/>
                    </a:ext>
                  </a:extLst>
                </a:blip>
                <a:srcRect/>
                <a:stretch>
                  <a:fillRect/>
                </a:stretch>
              </p:blipFill>
              <p:spPr bwMode="auto">
                <a:xfrm>
                  <a:off x="5215" y="2963"/>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 name="Picture 1921">
                  <a:extLst>
                    <a:ext uri="{FF2B5EF4-FFF2-40B4-BE49-F238E27FC236}">
                      <a16:creationId xmlns:a16="http://schemas.microsoft.com/office/drawing/2014/main" id="{2FCB2911-4040-4918-B70D-E765A71003E6}"/>
                    </a:ext>
                  </a:extLst>
                </p:cNvPr>
                <p:cNvPicPr>
                  <a:picLocks noChangeAspect="1" noChangeArrowheads="1"/>
                </p:cNvPicPr>
                <p:nvPr/>
              </p:nvPicPr>
              <p:blipFill>
                <a:blip r:embed="rId990">
                  <a:extLst>
                    <a:ext uri="{28A0092B-C50C-407E-A947-70E740481C1C}">
                      <a14:useLocalDpi xmlns:a14="http://schemas.microsoft.com/office/drawing/2010/main" val="0"/>
                    </a:ext>
                  </a:extLst>
                </a:blip>
                <a:srcRect/>
                <a:stretch>
                  <a:fillRect/>
                </a:stretch>
              </p:blipFill>
              <p:spPr bwMode="auto">
                <a:xfrm>
                  <a:off x="5215" y="2964"/>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6" name="Picture 1922">
                  <a:extLst>
                    <a:ext uri="{FF2B5EF4-FFF2-40B4-BE49-F238E27FC236}">
                      <a16:creationId xmlns:a16="http://schemas.microsoft.com/office/drawing/2014/main" id="{35432A12-BC41-4823-8E57-F3ED12C3DEA0}"/>
                    </a:ext>
                  </a:extLst>
                </p:cNvPr>
                <p:cNvPicPr>
                  <a:picLocks noChangeAspect="1" noChangeArrowheads="1"/>
                </p:cNvPicPr>
                <p:nvPr/>
              </p:nvPicPr>
              <p:blipFill>
                <a:blip r:embed="rId991">
                  <a:extLst>
                    <a:ext uri="{28A0092B-C50C-407E-A947-70E740481C1C}">
                      <a14:useLocalDpi xmlns:a14="http://schemas.microsoft.com/office/drawing/2010/main" val="0"/>
                    </a:ext>
                  </a:extLst>
                </a:blip>
                <a:srcRect/>
                <a:stretch>
                  <a:fillRect/>
                </a:stretch>
              </p:blipFill>
              <p:spPr bwMode="auto">
                <a:xfrm>
                  <a:off x="5215" y="296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7" name="Picture 1923">
                  <a:extLst>
                    <a:ext uri="{FF2B5EF4-FFF2-40B4-BE49-F238E27FC236}">
                      <a16:creationId xmlns:a16="http://schemas.microsoft.com/office/drawing/2014/main" id="{90103CE5-FACE-4D51-A7A7-0AC5CCCBC82D}"/>
                    </a:ext>
                  </a:extLst>
                </p:cNvPr>
                <p:cNvPicPr>
                  <a:picLocks noChangeAspect="1" noChangeArrowheads="1"/>
                </p:cNvPicPr>
                <p:nvPr/>
              </p:nvPicPr>
              <p:blipFill>
                <a:blip r:embed="rId992">
                  <a:extLst>
                    <a:ext uri="{28A0092B-C50C-407E-A947-70E740481C1C}">
                      <a14:useLocalDpi xmlns:a14="http://schemas.microsoft.com/office/drawing/2010/main" val="0"/>
                    </a:ext>
                  </a:extLst>
                </a:blip>
                <a:srcRect/>
                <a:stretch>
                  <a:fillRect/>
                </a:stretch>
              </p:blipFill>
              <p:spPr bwMode="auto">
                <a:xfrm>
                  <a:off x="5215" y="2966"/>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8" name="Picture 1924">
                  <a:extLst>
                    <a:ext uri="{FF2B5EF4-FFF2-40B4-BE49-F238E27FC236}">
                      <a16:creationId xmlns:a16="http://schemas.microsoft.com/office/drawing/2014/main" id="{2224A514-05F1-48C2-B6D5-D3037526F02B}"/>
                    </a:ext>
                  </a:extLst>
                </p:cNvPr>
                <p:cNvPicPr>
                  <a:picLocks noChangeAspect="1" noChangeArrowheads="1"/>
                </p:cNvPicPr>
                <p:nvPr/>
              </p:nvPicPr>
              <p:blipFill>
                <a:blip r:embed="rId993">
                  <a:extLst>
                    <a:ext uri="{28A0092B-C50C-407E-A947-70E740481C1C}">
                      <a14:useLocalDpi xmlns:a14="http://schemas.microsoft.com/office/drawing/2010/main" val="0"/>
                    </a:ext>
                  </a:extLst>
                </a:blip>
                <a:srcRect/>
                <a:stretch>
                  <a:fillRect/>
                </a:stretch>
              </p:blipFill>
              <p:spPr bwMode="auto">
                <a:xfrm>
                  <a:off x="5215" y="2967"/>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9" name="Picture 1925">
                  <a:extLst>
                    <a:ext uri="{FF2B5EF4-FFF2-40B4-BE49-F238E27FC236}">
                      <a16:creationId xmlns:a16="http://schemas.microsoft.com/office/drawing/2014/main" id="{5039C8B6-B8EA-4426-8044-C292D58BF1D4}"/>
                    </a:ext>
                  </a:extLst>
                </p:cNvPr>
                <p:cNvPicPr>
                  <a:picLocks noChangeAspect="1" noChangeArrowheads="1"/>
                </p:cNvPicPr>
                <p:nvPr/>
              </p:nvPicPr>
              <p:blipFill>
                <a:blip r:embed="rId994">
                  <a:extLst>
                    <a:ext uri="{28A0092B-C50C-407E-A947-70E740481C1C}">
                      <a14:useLocalDpi xmlns:a14="http://schemas.microsoft.com/office/drawing/2010/main" val="0"/>
                    </a:ext>
                  </a:extLst>
                </a:blip>
                <a:srcRect/>
                <a:stretch>
                  <a:fillRect/>
                </a:stretch>
              </p:blipFill>
              <p:spPr bwMode="auto">
                <a:xfrm>
                  <a:off x="5216" y="2968"/>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0" name="Picture 1926">
                  <a:extLst>
                    <a:ext uri="{FF2B5EF4-FFF2-40B4-BE49-F238E27FC236}">
                      <a16:creationId xmlns:a16="http://schemas.microsoft.com/office/drawing/2014/main" id="{13140778-1A45-4DEA-8794-93267F39C754}"/>
                    </a:ext>
                  </a:extLst>
                </p:cNvPr>
                <p:cNvPicPr>
                  <a:picLocks noChangeAspect="1" noChangeArrowheads="1"/>
                </p:cNvPicPr>
                <p:nvPr/>
              </p:nvPicPr>
              <p:blipFill>
                <a:blip r:embed="rId995">
                  <a:extLst>
                    <a:ext uri="{28A0092B-C50C-407E-A947-70E740481C1C}">
                      <a14:useLocalDpi xmlns:a14="http://schemas.microsoft.com/office/drawing/2010/main" val="0"/>
                    </a:ext>
                  </a:extLst>
                </a:blip>
                <a:srcRect/>
                <a:stretch>
                  <a:fillRect/>
                </a:stretch>
              </p:blipFill>
              <p:spPr bwMode="auto">
                <a:xfrm>
                  <a:off x="5217" y="2969"/>
                  <a:ext cx="23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1" name="Picture 1927">
                  <a:extLst>
                    <a:ext uri="{FF2B5EF4-FFF2-40B4-BE49-F238E27FC236}">
                      <a16:creationId xmlns:a16="http://schemas.microsoft.com/office/drawing/2014/main" id="{AF236498-3029-4B17-AEB0-E2AF497C380C}"/>
                    </a:ext>
                  </a:extLst>
                </p:cNvPr>
                <p:cNvPicPr>
                  <a:picLocks noChangeAspect="1" noChangeArrowheads="1"/>
                </p:cNvPicPr>
                <p:nvPr/>
              </p:nvPicPr>
              <p:blipFill>
                <a:blip r:embed="rId996">
                  <a:extLst>
                    <a:ext uri="{28A0092B-C50C-407E-A947-70E740481C1C}">
                      <a14:useLocalDpi xmlns:a14="http://schemas.microsoft.com/office/drawing/2010/main" val="0"/>
                    </a:ext>
                  </a:extLst>
                </a:blip>
                <a:srcRect/>
                <a:stretch>
                  <a:fillRect/>
                </a:stretch>
              </p:blipFill>
              <p:spPr bwMode="auto">
                <a:xfrm>
                  <a:off x="5219" y="2970"/>
                  <a:ext cx="23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2" name="Picture 1928">
                  <a:extLst>
                    <a:ext uri="{FF2B5EF4-FFF2-40B4-BE49-F238E27FC236}">
                      <a16:creationId xmlns:a16="http://schemas.microsoft.com/office/drawing/2014/main" id="{CF16A369-CFF3-473C-9C0E-F4F3C8CA8BC9}"/>
                    </a:ext>
                  </a:extLst>
                </p:cNvPr>
                <p:cNvPicPr>
                  <a:picLocks noChangeAspect="1" noChangeArrowheads="1"/>
                </p:cNvPicPr>
                <p:nvPr/>
              </p:nvPicPr>
              <p:blipFill>
                <a:blip r:embed="rId997">
                  <a:extLst>
                    <a:ext uri="{28A0092B-C50C-407E-A947-70E740481C1C}">
                      <a14:useLocalDpi xmlns:a14="http://schemas.microsoft.com/office/drawing/2010/main" val="0"/>
                    </a:ext>
                  </a:extLst>
                </a:blip>
                <a:srcRect/>
                <a:stretch>
                  <a:fillRect/>
                </a:stretch>
              </p:blipFill>
              <p:spPr bwMode="auto">
                <a:xfrm>
                  <a:off x="5230" y="2971"/>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3" name="Picture 1929">
                  <a:extLst>
                    <a:ext uri="{FF2B5EF4-FFF2-40B4-BE49-F238E27FC236}">
                      <a16:creationId xmlns:a16="http://schemas.microsoft.com/office/drawing/2014/main" id="{4BE35B01-7BAF-4858-A8C8-63BE45C96A12}"/>
                    </a:ext>
                  </a:extLst>
                </p:cNvPr>
                <p:cNvPicPr>
                  <a:picLocks noChangeAspect="1" noChangeArrowheads="1"/>
                </p:cNvPicPr>
                <p:nvPr/>
              </p:nvPicPr>
              <p:blipFill>
                <a:blip r:embed="rId998">
                  <a:extLst>
                    <a:ext uri="{28A0092B-C50C-407E-A947-70E740481C1C}">
                      <a14:useLocalDpi xmlns:a14="http://schemas.microsoft.com/office/drawing/2010/main" val="0"/>
                    </a:ext>
                  </a:extLst>
                </a:blip>
                <a:srcRect/>
                <a:stretch>
                  <a:fillRect/>
                </a:stretch>
              </p:blipFill>
              <p:spPr bwMode="auto">
                <a:xfrm>
                  <a:off x="5231" y="2972"/>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4" name="Picture 1930">
                  <a:extLst>
                    <a:ext uri="{FF2B5EF4-FFF2-40B4-BE49-F238E27FC236}">
                      <a16:creationId xmlns:a16="http://schemas.microsoft.com/office/drawing/2014/main" id="{66BF1852-F66C-43B9-9A44-D56DAAAAE103}"/>
                    </a:ext>
                  </a:extLst>
                </p:cNvPr>
                <p:cNvPicPr>
                  <a:picLocks noChangeAspect="1" noChangeArrowheads="1"/>
                </p:cNvPicPr>
                <p:nvPr/>
              </p:nvPicPr>
              <p:blipFill>
                <a:blip r:embed="rId999">
                  <a:extLst>
                    <a:ext uri="{28A0092B-C50C-407E-A947-70E740481C1C}">
                      <a14:useLocalDpi xmlns:a14="http://schemas.microsoft.com/office/drawing/2010/main" val="0"/>
                    </a:ext>
                  </a:extLst>
                </a:blip>
                <a:srcRect/>
                <a:stretch>
                  <a:fillRect/>
                </a:stretch>
              </p:blipFill>
              <p:spPr bwMode="auto">
                <a:xfrm>
                  <a:off x="5231" y="2973"/>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 name="Picture 1931">
                  <a:extLst>
                    <a:ext uri="{FF2B5EF4-FFF2-40B4-BE49-F238E27FC236}">
                      <a16:creationId xmlns:a16="http://schemas.microsoft.com/office/drawing/2014/main" id="{1F5CBCD1-3FEF-45B7-9D9F-1C91D3C473A5}"/>
                    </a:ext>
                  </a:extLst>
                </p:cNvPr>
                <p:cNvPicPr>
                  <a:picLocks noChangeAspect="1" noChangeArrowheads="1"/>
                </p:cNvPicPr>
                <p:nvPr/>
              </p:nvPicPr>
              <p:blipFill>
                <a:blip r:embed="rId1000">
                  <a:extLst>
                    <a:ext uri="{28A0092B-C50C-407E-A947-70E740481C1C}">
                      <a14:useLocalDpi xmlns:a14="http://schemas.microsoft.com/office/drawing/2010/main" val="0"/>
                    </a:ext>
                  </a:extLst>
                </a:blip>
                <a:srcRect/>
                <a:stretch>
                  <a:fillRect/>
                </a:stretch>
              </p:blipFill>
              <p:spPr bwMode="auto">
                <a:xfrm>
                  <a:off x="5231" y="2974"/>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 name="Picture 1932">
                  <a:extLst>
                    <a:ext uri="{FF2B5EF4-FFF2-40B4-BE49-F238E27FC236}">
                      <a16:creationId xmlns:a16="http://schemas.microsoft.com/office/drawing/2014/main" id="{89016D4C-ABB4-429C-B4BD-D2D10E366099}"/>
                    </a:ext>
                  </a:extLst>
                </p:cNvPr>
                <p:cNvPicPr>
                  <a:picLocks noChangeAspect="1" noChangeArrowheads="1"/>
                </p:cNvPicPr>
                <p:nvPr/>
              </p:nvPicPr>
              <p:blipFill>
                <a:blip r:embed="rId1001">
                  <a:extLst>
                    <a:ext uri="{28A0092B-C50C-407E-A947-70E740481C1C}">
                      <a14:useLocalDpi xmlns:a14="http://schemas.microsoft.com/office/drawing/2010/main" val="0"/>
                    </a:ext>
                  </a:extLst>
                </a:blip>
                <a:srcRect/>
                <a:stretch>
                  <a:fillRect/>
                </a:stretch>
              </p:blipFill>
              <p:spPr bwMode="auto">
                <a:xfrm>
                  <a:off x="5231" y="2975"/>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7" name="Picture 1933">
                  <a:extLst>
                    <a:ext uri="{FF2B5EF4-FFF2-40B4-BE49-F238E27FC236}">
                      <a16:creationId xmlns:a16="http://schemas.microsoft.com/office/drawing/2014/main" id="{BAE95449-0485-47D2-A22E-42C0F5799DB4}"/>
                    </a:ext>
                  </a:extLst>
                </p:cNvPr>
                <p:cNvPicPr>
                  <a:picLocks noChangeAspect="1" noChangeArrowheads="1"/>
                </p:cNvPicPr>
                <p:nvPr/>
              </p:nvPicPr>
              <p:blipFill>
                <a:blip r:embed="rId1002">
                  <a:extLst>
                    <a:ext uri="{28A0092B-C50C-407E-A947-70E740481C1C}">
                      <a14:useLocalDpi xmlns:a14="http://schemas.microsoft.com/office/drawing/2010/main" val="0"/>
                    </a:ext>
                  </a:extLst>
                </a:blip>
                <a:srcRect/>
                <a:stretch>
                  <a:fillRect/>
                </a:stretch>
              </p:blipFill>
              <p:spPr bwMode="auto">
                <a:xfrm>
                  <a:off x="5226" y="2976"/>
                  <a:ext cx="2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8" name="Picture 1934">
                  <a:extLst>
                    <a:ext uri="{FF2B5EF4-FFF2-40B4-BE49-F238E27FC236}">
                      <a16:creationId xmlns:a16="http://schemas.microsoft.com/office/drawing/2014/main" id="{559E19D1-B0AC-47DC-A6F9-8C91793562EB}"/>
                    </a:ext>
                  </a:extLst>
                </p:cNvPr>
                <p:cNvPicPr>
                  <a:picLocks noChangeAspect="1" noChangeArrowheads="1"/>
                </p:cNvPicPr>
                <p:nvPr/>
              </p:nvPicPr>
              <p:blipFill>
                <a:blip r:embed="rId1003">
                  <a:extLst>
                    <a:ext uri="{28A0092B-C50C-407E-A947-70E740481C1C}">
                      <a14:useLocalDpi xmlns:a14="http://schemas.microsoft.com/office/drawing/2010/main" val="0"/>
                    </a:ext>
                  </a:extLst>
                </a:blip>
                <a:srcRect/>
                <a:stretch>
                  <a:fillRect/>
                </a:stretch>
              </p:blipFill>
              <p:spPr bwMode="auto">
                <a:xfrm>
                  <a:off x="5218" y="2977"/>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9" name="Picture 1935">
                  <a:extLst>
                    <a:ext uri="{FF2B5EF4-FFF2-40B4-BE49-F238E27FC236}">
                      <a16:creationId xmlns:a16="http://schemas.microsoft.com/office/drawing/2014/main" id="{D33EEB80-A9BD-4530-9563-4732DF77406D}"/>
                    </a:ext>
                  </a:extLst>
                </p:cNvPr>
                <p:cNvPicPr>
                  <a:picLocks noChangeAspect="1" noChangeArrowheads="1"/>
                </p:cNvPicPr>
                <p:nvPr/>
              </p:nvPicPr>
              <p:blipFill>
                <a:blip r:embed="rId1004">
                  <a:extLst>
                    <a:ext uri="{28A0092B-C50C-407E-A947-70E740481C1C}">
                      <a14:useLocalDpi xmlns:a14="http://schemas.microsoft.com/office/drawing/2010/main" val="0"/>
                    </a:ext>
                  </a:extLst>
                </a:blip>
                <a:srcRect/>
                <a:stretch>
                  <a:fillRect/>
                </a:stretch>
              </p:blipFill>
              <p:spPr bwMode="auto">
                <a:xfrm>
                  <a:off x="5216" y="2978"/>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0" name="Picture 1936">
                  <a:extLst>
                    <a:ext uri="{FF2B5EF4-FFF2-40B4-BE49-F238E27FC236}">
                      <a16:creationId xmlns:a16="http://schemas.microsoft.com/office/drawing/2014/main" id="{314E5240-6411-464E-AE9A-07927F406108}"/>
                    </a:ext>
                  </a:extLst>
                </p:cNvPr>
                <p:cNvPicPr>
                  <a:picLocks noChangeAspect="1" noChangeArrowheads="1"/>
                </p:cNvPicPr>
                <p:nvPr/>
              </p:nvPicPr>
              <p:blipFill>
                <a:blip r:embed="rId1005">
                  <a:extLst>
                    <a:ext uri="{28A0092B-C50C-407E-A947-70E740481C1C}">
                      <a14:useLocalDpi xmlns:a14="http://schemas.microsoft.com/office/drawing/2010/main" val="0"/>
                    </a:ext>
                  </a:extLst>
                </a:blip>
                <a:srcRect/>
                <a:stretch>
                  <a:fillRect/>
                </a:stretch>
              </p:blipFill>
              <p:spPr bwMode="auto">
                <a:xfrm>
                  <a:off x="5215" y="297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1" name="Picture 1937">
                  <a:extLst>
                    <a:ext uri="{FF2B5EF4-FFF2-40B4-BE49-F238E27FC236}">
                      <a16:creationId xmlns:a16="http://schemas.microsoft.com/office/drawing/2014/main" id="{EABC5F3E-A69C-426B-9B4A-AB0501C74452}"/>
                    </a:ext>
                  </a:extLst>
                </p:cNvPr>
                <p:cNvPicPr>
                  <a:picLocks noChangeAspect="1" noChangeArrowheads="1"/>
                </p:cNvPicPr>
                <p:nvPr/>
              </p:nvPicPr>
              <p:blipFill>
                <a:blip r:embed="rId1006">
                  <a:extLst>
                    <a:ext uri="{28A0092B-C50C-407E-A947-70E740481C1C}">
                      <a14:useLocalDpi xmlns:a14="http://schemas.microsoft.com/office/drawing/2010/main" val="0"/>
                    </a:ext>
                  </a:extLst>
                </a:blip>
                <a:srcRect/>
                <a:stretch>
                  <a:fillRect/>
                </a:stretch>
              </p:blipFill>
              <p:spPr bwMode="auto">
                <a:xfrm>
                  <a:off x="5215" y="2980"/>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2" name="Picture 1938">
                  <a:extLst>
                    <a:ext uri="{FF2B5EF4-FFF2-40B4-BE49-F238E27FC236}">
                      <a16:creationId xmlns:a16="http://schemas.microsoft.com/office/drawing/2014/main" id="{76483F27-CEA6-4124-A117-414909F3FB23}"/>
                    </a:ext>
                  </a:extLst>
                </p:cNvPr>
                <p:cNvPicPr>
                  <a:picLocks noChangeAspect="1" noChangeArrowheads="1"/>
                </p:cNvPicPr>
                <p:nvPr/>
              </p:nvPicPr>
              <p:blipFill>
                <a:blip r:embed="rId1007">
                  <a:extLst>
                    <a:ext uri="{28A0092B-C50C-407E-A947-70E740481C1C}">
                      <a14:useLocalDpi xmlns:a14="http://schemas.microsoft.com/office/drawing/2010/main" val="0"/>
                    </a:ext>
                  </a:extLst>
                </a:blip>
                <a:srcRect/>
                <a:stretch>
                  <a:fillRect/>
                </a:stretch>
              </p:blipFill>
              <p:spPr bwMode="auto">
                <a:xfrm>
                  <a:off x="5215" y="298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3" name="Picture 1939">
                  <a:extLst>
                    <a:ext uri="{FF2B5EF4-FFF2-40B4-BE49-F238E27FC236}">
                      <a16:creationId xmlns:a16="http://schemas.microsoft.com/office/drawing/2014/main" id="{74C37BA5-039A-4CF0-ADDC-6E163AB1C638}"/>
                    </a:ext>
                  </a:extLst>
                </p:cNvPr>
                <p:cNvPicPr>
                  <a:picLocks noChangeAspect="1" noChangeArrowheads="1"/>
                </p:cNvPicPr>
                <p:nvPr/>
              </p:nvPicPr>
              <p:blipFill>
                <a:blip r:embed="rId1008">
                  <a:extLst>
                    <a:ext uri="{28A0092B-C50C-407E-A947-70E740481C1C}">
                      <a14:useLocalDpi xmlns:a14="http://schemas.microsoft.com/office/drawing/2010/main" val="0"/>
                    </a:ext>
                  </a:extLst>
                </a:blip>
                <a:srcRect/>
                <a:stretch>
                  <a:fillRect/>
                </a:stretch>
              </p:blipFill>
              <p:spPr bwMode="auto">
                <a:xfrm>
                  <a:off x="5215" y="2982"/>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4" name="Picture 1940">
                  <a:extLst>
                    <a:ext uri="{FF2B5EF4-FFF2-40B4-BE49-F238E27FC236}">
                      <a16:creationId xmlns:a16="http://schemas.microsoft.com/office/drawing/2014/main" id="{6A5C7D88-B7FF-42D0-8C68-54D76AA27F20}"/>
                    </a:ext>
                  </a:extLst>
                </p:cNvPr>
                <p:cNvPicPr>
                  <a:picLocks noChangeAspect="1" noChangeArrowheads="1"/>
                </p:cNvPicPr>
                <p:nvPr/>
              </p:nvPicPr>
              <p:blipFill>
                <a:blip r:embed="rId1009">
                  <a:extLst>
                    <a:ext uri="{28A0092B-C50C-407E-A947-70E740481C1C}">
                      <a14:useLocalDpi xmlns:a14="http://schemas.microsoft.com/office/drawing/2010/main" val="0"/>
                    </a:ext>
                  </a:extLst>
                </a:blip>
                <a:srcRect/>
                <a:stretch>
                  <a:fillRect/>
                </a:stretch>
              </p:blipFill>
              <p:spPr bwMode="auto">
                <a:xfrm>
                  <a:off x="5215" y="2983"/>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5" name="Picture 1941">
                  <a:extLst>
                    <a:ext uri="{FF2B5EF4-FFF2-40B4-BE49-F238E27FC236}">
                      <a16:creationId xmlns:a16="http://schemas.microsoft.com/office/drawing/2014/main" id="{8E5238E5-A6B2-4B50-A045-E8087E9F15C5}"/>
                    </a:ext>
                  </a:extLst>
                </p:cNvPr>
                <p:cNvPicPr>
                  <a:picLocks noChangeAspect="1" noChangeArrowheads="1"/>
                </p:cNvPicPr>
                <p:nvPr/>
              </p:nvPicPr>
              <p:blipFill>
                <a:blip r:embed="rId1010">
                  <a:extLst>
                    <a:ext uri="{28A0092B-C50C-407E-A947-70E740481C1C}">
                      <a14:useLocalDpi xmlns:a14="http://schemas.microsoft.com/office/drawing/2010/main" val="0"/>
                    </a:ext>
                  </a:extLst>
                </a:blip>
                <a:srcRect/>
                <a:stretch>
                  <a:fillRect/>
                </a:stretch>
              </p:blipFill>
              <p:spPr bwMode="auto">
                <a:xfrm>
                  <a:off x="5215" y="2984"/>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 name="Picture 1942">
                  <a:extLst>
                    <a:ext uri="{FF2B5EF4-FFF2-40B4-BE49-F238E27FC236}">
                      <a16:creationId xmlns:a16="http://schemas.microsoft.com/office/drawing/2014/main" id="{EDD07B74-FA03-4A21-BAC8-F8DFCB13F614}"/>
                    </a:ext>
                  </a:extLst>
                </p:cNvPr>
                <p:cNvPicPr>
                  <a:picLocks noChangeAspect="1" noChangeArrowheads="1"/>
                </p:cNvPicPr>
                <p:nvPr/>
              </p:nvPicPr>
              <p:blipFill>
                <a:blip r:embed="rId1011">
                  <a:extLst>
                    <a:ext uri="{28A0092B-C50C-407E-A947-70E740481C1C}">
                      <a14:useLocalDpi xmlns:a14="http://schemas.microsoft.com/office/drawing/2010/main" val="0"/>
                    </a:ext>
                  </a:extLst>
                </a:blip>
                <a:srcRect/>
                <a:stretch>
                  <a:fillRect/>
                </a:stretch>
              </p:blipFill>
              <p:spPr bwMode="auto">
                <a:xfrm>
                  <a:off x="5215" y="298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7" name="Picture 1943">
                  <a:extLst>
                    <a:ext uri="{FF2B5EF4-FFF2-40B4-BE49-F238E27FC236}">
                      <a16:creationId xmlns:a16="http://schemas.microsoft.com/office/drawing/2014/main" id="{CD4616E9-B893-4F56-8D4D-5405EC771282}"/>
                    </a:ext>
                  </a:extLst>
                </p:cNvPr>
                <p:cNvPicPr>
                  <a:picLocks noChangeAspect="1" noChangeArrowheads="1"/>
                </p:cNvPicPr>
                <p:nvPr/>
              </p:nvPicPr>
              <p:blipFill>
                <a:blip r:embed="rId1012">
                  <a:extLst>
                    <a:ext uri="{28A0092B-C50C-407E-A947-70E740481C1C}">
                      <a14:useLocalDpi xmlns:a14="http://schemas.microsoft.com/office/drawing/2010/main" val="0"/>
                    </a:ext>
                  </a:extLst>
                </a:blip>
                <a:srcRect/>
                <a:stretch>
                  <a:fillRect/>
                </a:stretch>
              </p:blipFill>
              <p:spPr bwMode="auto">
                <a:xfrm>
                  <a:off x="5215" y="298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8" name="Picture 1944">
                  <a:extLst>
                    <a:ext uri="{FF2B5EF4-FFF2-40B4-BE49-F238E27FC236}">
                      <a16:creationId xmlns:a16="http://schemas.microsoft.com/office/drawing/2014/main" id="{79C72CA5-A0BF-4D72-A7B5-4AC95425DD00}"/>
                    </a:ext>
                  </a:extLst>
                </p:cNvPr>
                <p:cNvPicPr>
                  <a:picLocks noChangeAspect="1" noChangeArrowheads="1"/>
                </p:cNvPicPr>
                <p:nvPr/>
              </p:nvPicPr>
              <p:blipFill>
                <a:blip r:embed="rId1013">
                  <a:extLst>
                    <a:ext uri="{28A0092B-C50C-407E-A947-70E740481C1C}">
                      <a14:useLocalDpi xmlns:a14="http://schemas.microsoft.com/office/drawing/2010/main" val="0"/>
                    </a:ext>
                  </a:extLst>
                </a:blip>
                <a:srcRect/>
                <a:stretch>
                  <a:fillRect/>
                </a:stretch>
              </p:blipFill>
              <p:spPr bwMode="auto">
                <a:xfrm>
                  <a:off x="5215" y="2986"/>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9" name="Picture 1945">
                  <a:extLst>
                    <a:ext uri="{FF2B5EF4-FFF2-40B4-BE49-F238E27FC236}">
                      <a16:creationId xmlns:a16="http://schemas.microsoft.com/office/drawing/2014/main" id="{C80FE031-51F5-4D6B-8B2A-E7B3759742CC}"/>
                    </a:ext>
                  </a:extLst>
                </p:cNvPr>
                <p:cNvPicPr>
                  <a:picLocks noChangeAspect="1" noChangeArrowheads="1"/>
                </p:cNvPicPr>
                <p:nvPr/>
              </p:nvPicPr>
              <p:blipFill>
                <a:blip r:embed="rId1014">
                  <a:extLst>
                    <a:ext uri="{28A0092B-C50C-407E-A947-70E740481C1C}">
                      <a14:useLocalDpi xmlns:a14="http://schemas.microsoft.com/office/drawing/2010/main" val="0"/>
                    </a:ext>
                  </a:extLst>
                </a:blip>
                <a:srcRect/>
                <a:stretch>
                  <a:fillRect/>
                </a:stretch>
              </p:blipFill>
              <p:spPr bwMode="auto">
                <a:xfrm>
                  <a:off x="5215" y="2987"/>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0" name="Picture 1946">
                  <a:extLst>
                    <a:ext uri="{FF2B5EF4-FFF2-40B4-BE49-F238E27FC236}">
                      <a16:creationId xmlns:a16="http://schemas.microsoft.com/office/drawing/2014/main" id="{BAA45107-3893-4056-9E7E-9885CFDDC06B}"/>
                    </a:ext>
                  </a:extLst>
                </p:cNvPr>
                <p:cNvPicPr>
                  <a:picLocks noChangeAspect="1" noChangeArrowheads="1"/>
                </p:cNvPicPr>
                <p:nvPr/>
              </p:nvPicPr>
              <p:blipFill>
                <a:blip r:embed="rId1015">
                  <a:extLst>
                    <a:ext uri="{28A0092B-C50C-407E-A947-70E740481C1C}">
                      <a14:useLocalDpi xmlns:a14="http://schemas.microsoft.com/office/drawing/2010/main" val="0"/>
                    </a:ext>
                  </a:extLst>
                </a:blip>
                <a:srcRect/>
                <a:stretch>
                  <a:fillRect/>
                </a:stretch>
              </p:blipFill>
              <p:spPr bwMode="auto">
                <a:xfrm>
                  <a:off x="5215" y="2988"/>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1" name="Picture 1947">
                  <a:extLst>
                    <a:ext uri="{FF2B5EF4-FFF2-40B4-BE49-F238E27FC236}">
                      <a16:creationId xmlns:a16="http://schemas.microsoft.com/office/drawing/2014/main" id="{96E91659-6936-4C9A-B654-A4B30EFF73D3}"/>
                    </a:ext>
                  </a:extLst>
                </p:cNvPr>
                <p:cNvPicPr>
                  <a:picLocks noChangeAspect="1" noChangeArrowheads="1"/>
                </p:cNvPicPr>
                <p:nvPr/>
              </p:nvPicPr>
              <p:blipFill>
                <a:blip r:embed="rId1016">
                  <a:extLst>
                    <a:ext uri="{28A0092B-C50C-407E-A947-70E740481C1C}">
                      <a14:useLocalDpi xmlns:a14="http://schemas.microsoft.com/office/drawing/2010/main" val="0"/>
                    </a:ext>
                  </a:extLst>
                </a:blip>
                <a:srcRect/>
                <a:stretch>
                  <a:fillRect/>
                </a:stretch>
              </p:blipFill>
              <p:spPr bwMode="auto">
                <a:xfrm>
                  <a:off x="5216" y="2989"/>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2" name="Picture 1948">
                  <a:extLst>
                    <a:ext uri="{FF2B5EF4-FFF2-40B4-BE49-F238E27FC236}">
                      <a16:creationId xmlns:a16="http://schemas.microsoft.com/office/drawing/2014/main" id="{152B7EA2-81AD-45C8-A4C0-0442ED340B43}"/>
                    </a:ext>
                  </a:extLst>
                </p:cNvPr>
                <p:cNvPicPr>
                  <a:picLocks noChangeAspect="1" noChangeArrowheads="1"/>
                </p:cNvPicPr>
                <p:nvPr/>
              </p:nvPicPr>
              <p:blipFill>
                <a:blip r:embed="rId1017">
                  <a:extLst>
                    <a:ext uri="{28A0092B-C50C-407E-A947-70E740481C1C}">
                      <a14:useLocalDpi xmlns:a14="http://schemas.microsoft.com/office/drawing/2010/main" val="0"/>
                    </a:ext>
                  </a:extLst>
                </a:blip>
                <a:srcRect/>
                <a:stretch>
                  <a:fillRect/>
                </a:stretch>
              </p:blipFill>
              <p:spPr bwMode="auto">
                <a:xfrm>
                  <a:off x="5218" y="2990"/>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3" name="Picture 1949">
                  <a:extLst>
                    <a:ext uri="{FF2B5EF4-FFF2-40B4-BE49-F238E27FC236}">
                      <a16:creationId xmlns:a16="http://schemas.microsoft.com/office/drawing/2014/main" id="{9A225719-C332-4177-ABEF-9880771F5B9B}"/>
                    </a:ext>
                  </a:extLst>
                </p:cNvPr>
                <p:cNvPicPr>
                  <a:picLocks noChangeAspect="1" noChangeArrowheads="1"/>
                </p:cNvPicPr>
                <p:nvPr/>
              </p:nvPicPr>
              <p:blipFill>
                <a:blip r:embed="rId1018">
                  <a:extLst>
                    <a:ext uri="{28A0092B-C50C-407E-A947-70E740481C1C}">
                      <a14:useLocalDpi xmlns:a14="http://schemas.microsoft.com/office/drawing/2010/main" val="0"/>
                    </a:ext>
                  </a:extLst>
                </a:blip>
                <a:srcRect/>
                <a:stretch>
                  <a:fillRect/>
                </a:stretch>
              </p:blipFill>
              <p:spPr bwMode="auto">
                <a:xfrm>
                  <a:off x="5226" y="2991"/>
                  <a:ext cx="2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4" name="Picture 1950">
                  <a:extLst>
                    <a:ext uri="{FF2B5EF4-FFF2-40B4-BE49-F238E27FC236}">
                      <a16:creationId xmlns:a16="http://schemas.microsoft.com/office/drawing/2014/main" id="{CF3BCDAB-05A2-4BC0-9E2B-F73D6C946064}"/>
                    </a:ext>
                  </a:extLst>
                </p:cNvPr>
                <p:cNvPicPr>
                  <a:picLocks noChangeAspect="1" noChangeArrowheads="1"/>
                </p:cNvPicPr>
                <p:nvPr/>
              </p:nvPicPr>
              <p:blipFill>
                <a:blip r:embed="rId1019">
                  <a:extLst>
                    <a:ext uri="{28A0092B-C50C-407E-A947-70E740481C1C}">
                      <a14:useLocalDpi xmlns:a14="http://schemas.microsoft.com/office/drawing/2010/main" val="0"/>
                    </a:ext>
                  </a:extLst>
                </a:blip>
                <a:srcRect/>
                <a:stretch>
                  <a:fillRect/>
                </a:stretch>
              </p:blipFill>
              <p:spPr bwMode="auto">
                <a:xfrm>
                  <a:off x="5231" y="2992"/>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5" name="Picture 1951">
                  <a:extLst>
                    <a:ext uri="{FF2B5EF4-FFF2-40B4-BE49-F238E27FC236}">
                      <a16:creationId xmlns:a16="http://schemas.microsoft.com/office/drawing/2014/main" id="{4C539DD3-A6AB-4A66-87A4-9457B988B33F}"/>
                    </a:ext>
                  </a:extLst>
                </p:cNvPr>
                <p:cNvPicPr>
                  <a:picLocks noChangeAspect="1" noChangeArrowheads="1"/>
                </p:cNvPicPr>
                <p:nvPr/>
              </p:nvPicPr>
              <p:blipFill>
                <a:blip r:embed="rId1020">
                  <a:extLst>
                    <a:ext uri="{28A0092B-C50C-407E-A947-70E740481C1C}">
                      <a14:useLocalDpi xmlns:a14="http://schemas.microsoft.com/office/drawing/2010/main" val="0"/>
                    </a:ext>
                  </a:extLst>
                </a:blip>
                <a:srcRect/>
                <a:stretch>
                  <a:fillRect/>
                </a:stretch>
              </p:blipFill>
              <p:spPr bwMode="auto">
                <a:xfrm>
                  <a:off x="5231" y="2993"/>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 name="Picture 1952">
                  <a:extLst>
                    <a:ext uri="{FF2B5EF4-FFF2-40B4-BE49-F238E27FC236}">
                      <a16:creationId xmlns:a16="http://schemas.microsoft.com/office/drawing/2014/main" id="{54DBC5DC-E345-461B-B93A-98ED9E2E238F}"/>
                    </a:ext>
                  </a:extLst>
                </p:cNvPr>
                <p:cNvPicPr>
                  <a:picLocks noChangeAspect="1" noChangeArrowheads="1"/>
                </p:cNvPicPr>
                <p:nvPr/>
              </p:nvPicPr>
              <p:blipFill>
                <a:blip r:embed="rId1021">
                  <a:extLst>
                    <a:ext uri="{28A0092B-C50C-407E-A947-70E740481C1C}">
                      <a14:useLocalDpi xmlns:a14="http://schemas.microsoft.com/office/drawing/2010/main" val="0"/>
                    </a:ext>
                  </a:extLst>
                </a:blip>
                <a:srcRect/>
                <a:stretch>
                  <a:fillRect/>
                </a:stretch>
              </p:blipFill>
              <p:spPr bwMode="auto">
                <a:xfrm>
                  <a:off x="5231" y="2994"/>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 name="Picture 1953">
                  <a:extLst>
                    <a:ext uri="{FF2B5EF4-FFF2-40B4-BE49-F238E27FC236}">
                      <a16:creationId xmlns:a16="http://schemas.microsoft.com/office/drawing/2014/main" id="{2771151A-F4F6-41E9-995A-8E07538AACDA}"/>
                    </a:ext>
                  </a:extLst>
                </p:cNvPr>
                <p:cNvPicPr>
                  <a:picLocks noChangeAspect="1" noChangeArrowheads="1"/>
                </p:cNvPicPr>
                <p:nvPr/>
              </p:nvPicPr>
              <p:blipFill>
                <a:blip r:embed="rId1022">
                  <a:extLst>
                    <a:ext uri="{28A0092B-C50C-407E-A947-70E740481C1C}">
                      <a14:useLocalDpi xmlns:a14="http://schemas.microsoft.com/office/drawing/2010/main" val="0"/>
                    </a:ext>
                  </a:extLst>
                </a:blip>
                <a:srcRect/>
                <a:stretch>
                  <a:fillRect/>
                </a:stretch>
              </p:blipFill>
              <p:spPr bwMode="auto">
                <a:xfrm>
                  <a:off x="5231" y="2995"/>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 name="Picture 1954">
                  <a:extLst>
                    <a:ext uri="{FF2B5EF4-FFF2-40B4-BE49-F238E27FC236}">
                      <a16:creationId xmlns:a16="http://schemas.microsoft.com/office/drawing/2014/main" id="{D9F3B787-C160-4F92-8462-B32210296179}"/>
                    </a:ext>
                  </a:extLst>
                </p:cNvPr>
                <p:cNvPicPr>
                  <a:picLocks noChangeAspect="1" noChangeArrowheads="1"/>
                </p:cNvPicPr>
                <p:nvPr/>
              </p:nvPicPr>
              <p:blipFill>
                <a:blip r:embed="rId1023">
                  <a:extLst>
                    <a:ext uri="{28A0092B-C50C-407E-A947-70E740481C1C}">
                      <a14:useLocalDpi xmlns:a14="http://schemas.microsoft.com/office/drawing/2010/main" val="0"/>
                    </a:ext>
                  </a:extLst>
                </a:blip>
                <a:srcRect/>
                <a:stretch>
                  <a:fillRect/>
                </a:stretch>
              </p:blipFill>
              <p:spPr bwMode="auto">
                <a:xfrm>
                  <a:off x="5230" y="2996"/>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9" name="Picture 1955">
                  <a:extLst>
                    <a:ext uri="{FF2B5EF4-FFF2-40B4-BE49-F238E27FC236}">
                      <a16:creationId xmlns:a16="http://schemas.microsoft.com/office/drawing/2014/main" id="{C598C879-20D4-48CB-B97F-F29B49FF676E}"/>
                    </a:ext>
                  </a:extLst>
                </p:cNvPr>
                <p:cNvPicPr>
                  <a:picLocks noChangeAspect="1" noChangeArrowheads="1"/>
                </p:cNvPicPr>
                <p:nvPr/>
              </p:nvPicPr>
              <p:blipFill>
                <a:blip r:embed="rId1024">
                  <a:extLst>
                    <a:ext uri="{28A0092B-C50C-407E-A947-70E740481C1C}">
                      <a14:useLocalDpi xmlns:a14="http://schemas.microsoft.com/office/drawing/2010/main" val="0"/>
                    </a:ext>
                  </a:extLst>
                </a:blip>
                <a:srcRect/>
                <a:stretch>
                  <a:fillRect/>
                </a:stretch>
              </p:blipFill>
              <p:spPr bwMode="auto">
                <a:xfrm>
                  <a:off x="5226" y="2997"/>
                  <a:ext cx="2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0" name="Picture 1956">
                  <a:extLst>
                    <a:ext uri="{FF2B5EF4-FFF2-40B4-BE49-F238E27FC236}">
                      <a16:creationId xmlns:a16="http://schemas.microsoft.com/office/drawing/2014/main" id="{720C2F0E-3488-4152-B4E5-D978F938E912}"/>
                    </a:ext>
                  </a:extLst>
                </p:cNvPr>
                <p:cNvPicPr>
                  <a:picLocks noChangeAspect="1" noChangeArrowheads="1"/>
                </p:cNvPicPr>
                <p:nvPr/>
              </p:nvPicPr>
              <p:blipFill>
                <a:blip r:embed="rId1025">
                  <a:extLst>
                    <a:ext uri="{28A0092B-C50C-407E-A947-70E740481C1C}">
                      <a14:useLocalDpi xmlns:a14="http://schemas.microsoft.com/office/drawing/2010/main" val="0"/>
                    </a:ext>
                  </a:extLst>
                </a:blip>
                <a:srcRect/>
                <a:stretch>
                  <a:fillRect/>
                </a:stretch>
              </p:blipFill>
              <p:spPr bwMode="auto">
                <a:xfrm>
                  <a:off x="5218" y="2998"/>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1" name="Picture 1957">
                  <a:extLst>
                    <a:ext uri="{FF2B5EF4-FFF2-40B4-BE49-F238E27FC236}">
                      <a16:creationId xmlns:a16="http://schemas.microsoft.com/office/drawing/2014/main" id="{E0F6650D-72F5-406D-894C-82B86EB21290}"/>
                    </a:ext>
                  </a:extLst>
                </p:cNvPr>
                <p:cNvPicPr>
                  <a:picLocks noChangeAspect="1" noChangeArrowheads="1"/>
                </p:cNvPicPr>
                <p:nvPr/>
              </p:nvPicPr>
              <p:blipFill>
                <a:blip r:embed="rId1026">
                  <a:extLst>
                    <a:ext uri="{28A0092B-C50C-407E-A947-70E740481C1C}">
                      <a14:useLocalDpi xmlns:a14="http://schemas.microsoft.com/office/drawing/2010/main" val="0"/>
                    </a:ext>
                  </a:extLst>
                </a:blip>
                <a:srcRect/>
                <a:stretch>
                  <a:fillRect/>
                </a:stretch>
              </p:blipFill>
              <p:spPr bwMode="auto">
                <a:xfrm>
                  <a:off x="5216" y="2999"/>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2" name="Picture 1958">
                  <a:extLst>
                    <a:ext uri="{FF2B5EF4-FFF2-40B4-BE49-F238E27FC236}">
                      <a16:creationId xmlns:a16="http://schemas.microsoft.com/office/drawing/2014/main" id="{D0A53FE2-FF34-461A-B177-DD644B6F18AA}"/>
                    </a:ext>
                  </a:extLst>
                </p:cNvPr>
                <p:cNvPicPr>
                  <a:picLocks noChangeAspect="1" noChangeArrowheads="1"/>
                </p:cNvPicPr>
                <p:nvPr/>
              </p:nvPicPr>
              <p:blipFill>
                <a:blip r:embed="rId1027">
                  <a:extLst>
                    <a:ext uri="{28A0092B-C50C-407E-A947-70E740481C1C}">
                      <a14:useLocalDpi xmlns:a14="http://schemas.microsoft.com/office/drawing/2010/main" val="0"/>
                    </a:ext>
                  </a:extLst>
                </a:blip>
                <a:srcRect/>
                <a:stretch>
                  <a:fillRect/>
                </a:stretch>
              </p:blipFill>
              <p:spPr bwMode="auto">
                <a:xfrm>
                  <a:off x="5215" y="3000"/>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3" name="Picture 1959">
                  <a:extLst>
                    <a:ext uri="{FF2B5EF4-FFF2-40B4-BE49-F238E27FC236}">
                      <a16:creationId xmlns:a16="http://schemas.microsoft.com/office/drawing/2014/main" id="{59BE9386-EF15-43BA-A515-3F333C70CB07}"/>
                    </a:ext>
                  </a:extLst>
                </p:cNvPr>
                <p:cNvPicPr>
                  <a:picLocks noChangeAspect="1" noChangeArrowheads="1"/>
                </p:cNvPicPr>
                <p:nvPr/>
              </p:nvPicPr>
              <p:blipFill>
                <a:blip r:embed="rId1028">
                  <a:extLst>
                    <a:ext uri="{28A0092B-C50C-407E-A947-70E740481C1C}">
                      <a14:useLocalDpi xmlns:a14="http://schemas.microsoft.com/office/drawing/2010/main" val="0"/>
                    </a:ext>
                  </a:extLst>
                </a:blip>
                <a:srcRect/>
                <a:stretch>
                  <a:fillRect/>
                </a:stretch>
              </p:blipFill>
              <p:spPr bwMode="auto">
                <a:xfrm>
                  <a:off x="5215" y="300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4" name="Picture 1960">
                  <a:extLst>
                    <a:ext uri="{FF2B5EF4-FFF2-40B4-BE49-F238E27FC236}">
                      <a16:creationId xmlns:a16="http://schemas.microsoft.com/office/drawing/2014/main" id="{90D6E949-2E29-44B3-A976-E77E6ADC5AFB}"/>
                    </a:ext>
                  </a:extLst>
                </p:cNvPr>
                <p:cNvPicPr>
                  <a:picLocks noChangeAspect="1" noChangeArrowheads="1"/>
                </p:cNvPicPr>
                <p:nvPr/>
              </p:nvPicPr>
              <p:blipFill>
                <a:blip r:embed="rId1029">
                  <a:extLst>
                    <a:ext uri="{28A0092B-C50C-407E-A947-70E740481C1C}">
                      <a14:useLocalDpi xmlns:a14="http://schemas.microsoft.com/office/drawing/2010/main" val="0"/>
                    </a:ext>
                  </a:extLst>
                </a:blip>
                <a:srcRect/>
                <a:stretch>
                  <a:fillRect/>
                </a:stretch>
              </p:blipFill>
              <p:spPr bwMode="auto">
                <a:xfrm>
                  <a:off x="5215" y="3002"/>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5" name="Picture 1961">
                  <a:extLst>
                    <a:ext uri="{FF2B5EF4-FFF2-40B4-BE49-F238E27FC236}">
                      <a16:creationId xmlns:a16="http://schemas.microsoft.com/office/drawing/2014/main" id="{4809D7D9-78A1-461C-985C-D05DC87567C5}"/>
                    </a:ext>
                  </a:extLst>
                </p:cNvPr>
                <p:cNvPicPr>
                  <a:picLocks noChangeAspect="1" noChangeArrowheads="1"/>
                </p:cNvPicPr>
                <p:nvPr/>
              </p:nvPicPr>
              <p:blipFill>
                <a:blip r:embed="rId1030">
                  <a:extLst>
                    <a:ext uri="{28A0092B-C50C-407E-A947-70E740481C1C}">
                      <a14:useLocalDpi xmlns:a14="http://schemas.microsoft.com/office/drawing/2010/main" val="0"/>
                    </a:ext>
                  </a:extLst>
                </a:blip>
                <a:srcRect/>
                <a:stretch>
                  <a:fillRect/>
                </a:stretch>
              </p:blipFill>
              <p:spPr bwMode="auto">
                <a:xfrm>
                  <a:off x="5215" y="3003"/>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 name="Picture 1962">
                  <a:extLst>
                    <a:ext uri="{FF2B5EF4-FFF2-40B4-BE49-F238E27FC236}">
                      <a16:creationId xmlns:a16="http://schemas.microsoft.com/office/drawing/2014/main" id="{4DA3EFBD-DF01-45A8-9865-87F8C5CA8852}"/>
                    </a:ext>
                  </a:extLst>
                </p:cNvPr>
                <p:cNvPicPr>
                  <a:picLocks noChangeAspect="1" noChangeArrowheads="1"/>
                </p:cNvPicPr>
                <p:nvPr/>
              </p:nvPicPr>
              <p:blipFill>
                <a:blip r:embed="rId1031">
                  <a:extLst>
                    <a:ext uri="{28A0092B-C50C-407E-A947-70E740481C1C}">
                      <a14:useLocalDpi xmlns:a14="http://schemas.microsoft.com/office/drawing/2010/main" val="0"/>
                    </a:ext>
                  </a:extLst>
                </a:blip>
                <a:srcRect/>
                <a:stretch>
                  <a:fillRect/>
                </a:stretch>
              </p:blipFill>
              <p:spPr bwMode="auto">
                <a:xfrm>
                  <a:off x="5215" y="3004"/>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 name="Picture 1963">
                  <a:extLst>
                    <a:ext uri="{FF2B5EF4-FFF2-40B4-BE49-F238E27FC236}">
                      <a16:creationId xmlns:a16="http://schemas.microsoft.com/office/drawing/2014/main" id="{308C3B2D-6F05-4E7D-85BC-618C41C54F61}"/>
                    </a:ext>
                  </a:extLst>
                </p:cNvPr>
                <p:cNvPicPr>
                  <a:picLocks noChangeAspect="1" noChangeArrowheads="1"/>
                </p:cNvPicPr>
                <p:nvPr/>
              </p:nvPicPr>
              <p:blipFill>
                <a:blip r:embed="rId1032">
                  <a:extLst>
                    <a:ext uri="{28A0092B-C50C-407E-A947-70E740481C1C}">
                      <a14:useLocalDpi xmlns:a14="http://schemas.microsoft.com/office/drawing/2010/main" val="0"/>
                    </a:ext>
                  </a:extLst>
                </a:blip>
                <a:srcRect/>
                <a:stretch>
                  <a:fillRect/>
                </a:stretch>
              </p:blipFill>
              <p:spPr bwMode="auto">
                <a:xfrm>
                  <a:off x="5215" y="300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8" name="Picture 1964">
                  <a:extLst>
                    <a:ext uri="{FF2B5EF4-FFF2-40B4-BE49-F238E27FC236}">
                      <a16:creationId xmlns:a16="http://schemas.microsoft.com/office/drawing/2014/main" id="{A2E7E2DD-268E-458B-BE4E-4C462A579923}"/>
                    </a:ext>
                  </a:extLst>
                </p:cNvPr>
                <p:cNvPicPr>
                  <a:picLocks noChangeAspect="1" noChangeArrowheads="1"/>
                </p:cNvPicPr>
                <p:nvPr/>
              </p:nvPicPr>
              <p:blipFill>
                <a:blip r:embed="rId1033">
                  <a:extLst>
                    <a:ext uri="{28A0092B-C50C-407E-A947-70E740481C1C}">
                      <a14:useLocalDpi xmlns:a14="http://schemas.microsoft.com/office/drawing/2010/main" val="0"/>
                    </a:ext>
                  </a:extLst>
                </a:blip>
                <a:srcRect/>
                <a:stretch>
                  <a:fillRect/>
                </a:stretch>
              </p:blipFill>
              <p:spPr bwMode="auto">
                <a:xfrm>
                  <a:off x="5215" y="3006"/>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9" name="Picture 1965">
                  <a:extLst>
                    <a:ext uri="{FF2B5EF4-FFF2-40B4-BE49-F238E27FC236}">
                      <a16:creationId xmlns:a16="http://schemas.microsoft.com/office/drawing/2014/main" id="{BA8253EF-42A3-481F-8DD6-7641D25C2EFE}"/>
                    </a:ext>
                  </a:extLst>
                </p:cNvPr>
                <p:cNvPicPr>
                  <a:picLocks noChangeAspect="1" noChangeArrowheads="1"/>
                </p:cNvPicPr>
                <p:nvPr/>
              </p:nvPicPr>
              <p:blipFill>
                <a:blip r:embed="rId1034">
                  <a:extLst>
                    <a:ext uri="{28A0092B-C50C-407E-A947-70E740481C1C}">
                      <a14:useLocalDpi xmlns:a14="http://schemas.microsoft.com/office/drawing/2010/main" val="0"/>
                    </a:ext>
                  </a:extLst>
                </a:blip>
                <a:srcRect/>
                <a:stretch>
                  <a:fillRect/>
                </a:stretch>
              </p:blipFill>
              <p:spPr bwMode="auto">
                <a:xfrm>
                  <a:off x="5215" y="3007"/>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0" name="Picture 1966">
                  <a:extLst>
                    <a:ext uri="{FF2B5EF4-FFF2-40B4-BE49-F238E27FC236}">
                      <a16:creationId xmlns:a16="http://schemas.microsoft.com/office/drawing/2014/main" id="{1E328593-77F5-4257-8F98-13F91867A43F}"/>
                    </a:ext>
                  </a:extLst>
                </p:cNvPr>
                <p:cNvPicPr>
                  <a:picLocks noChangeAspect="1" noChangeArrowheads="1"/>
                </p:cNvPicPr>
                <p:nvPr/>
              </p:nvPicPr>
              <p:blipFill>
                <a:blip r:embed="rId1035">
                  <a:extLst>
                    <a:ext uri="{28A0092B-C50C-407E-A947-70E740481C1C}">
                      <a14:useLocalDpi xmlns:a14="http://schemas.microsoft.com/office/drawing/2010/main" val="0"/>
                    </a:ext>
                  </a:extLst>
                </a:blip>
                <a:srcRect/>
                <a:stretch>
                  <a:fillRect/>
                </a:stretch>
              </p:blipFill>
              <p:spPr bwMode="auto">
                <a:xfrm>
                  <a:off x="5215" y="3008"/>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1" name="Picture 1967">
                  <a:extLst>
                    <a:ext uri="{FF2B5EF4-FFF2-40B4-BE49-F238E27FC236}">
                      <a16:creationId xmlns:a16="http://schemas.microsoft.com/office/drawing/2014/main" id="{A2156487-A21E-4C44-86BF-A2AB924BDE3E}"/>
                    </a:ext>
                  </a:extLst>
                </p:cNvPr>
                <p:cNvPicPr>
                  <a:picLocks noChangeAspect="1" noChangeArrowheads="1"/>
                </p:cNvPicPr>
                <p:nvPr/>
              </p:nvPicPr>
              <p:blipFill>
                <a:blip r:embed="rId1036">
                  <a:extLst>
                    <a:ext uri="{28A0092B-C50C-407E-A947-70E740481C1C}">
                      <a14:useLocalDpi xmlns:a14="http://schemas.microsoft.com/office/drawing/2010/main" val="0"/>
                    </a:ext>
                  </a:extLst>
                </a:blip>
                <a:srcRect/>
                <a:stretch>
                  <a:fillRect/>
                </a:stretch>
              </p:blipFill>
              <p:spPr bwMode="auto">
                <a:xfrm>
                  <a:off x="5215" y="300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2" name="Picture 1968">
                  <a:extLst>
                    <a:ext uri="{FF2B5EF4-FFF2-40B4-BE49-F238E27FC236}">
                      <a16:creationId xmlns:a16="http://schemas.microsoft.com/office/drawing/2014/main" id="{D01C7AE5-693B-43C6-9A15-3B3B0408DDB4}"/>
                    </a:ext>
                  </a:extLst>
                </p:cNvPr>
                <p:cNvPicPr>
                  <a:picLocks noChangeAspect="1" noChangeArrowheads="1"/>
                </p:cNvPicPr>
                <p:nvPr/>
              </p:nvPicPr>
              <p:blipFill>
                <a:blip r:embed="rId1037">
                  <a:extLst>
                    <a:ext uri="{28A0092B-C50C-407E-A947-70E740481C1C}">
                      <a14:useLocalDpi xmlns:a14="http://schemas.microsoft.com/office/drawing/2010/main" val="0"/>
                    </a:ext>
                  </a:extLst>
                </a:blip>
                <a:srcRect/>
                <a:stretch>
                  <a:fillRect/>
                </a:stretch>
              </p:blipFill>
              <p:spPr bwMode="auto">
                <a:xfrm>
                  <a:off x="5215" y="300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3" name="Picture 1969">
                  <a:extLst>
                    <a:ext uri="{FF2B5EF4-FFF2-40B4-BE49-F238E27FC236}">
                      <a16:creationId xmlns:a16="http://schemas.microsoft.com/office/drawing/2014/main" id="{A3E5982A-179C-4EA1-8BAB-9B63F91C4DC9}"/>
                    </a:ext>
                  </a:extLst>
                </p:cNvPr>
                <p:cNvPicPr>
                  <a:picLocks noChangeAspect="1" noChangeArrowheads="1"/>
                </p:cNvPicPr>
                <p:nvPr/>
              </p:nvPicPr>
              <p:blipFill>
                <a:blip r:embed="rId1038">
                  <a:extLst>
                    <a:ext uri="{28A0092B-C50C-407E-A947-70E740481C1C}">
                      <a14:useLocalDpi xmlns:a14="http://schemas.microsoft.com/office/drawing/2010/main" val="0"/>
                    </a:ext>
                  </a:extLst>
                </a:blip>
                <a:srcRect/>
                <a:stretch>
                  <a:fillRect/>
                </a:stretch>
              </p:blipFill>
              <p:spPr bwMode="auto">
                <a:xfrm>
                  <a:off x="5216" y="3010"/>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4" name="Picture 1970">
                  <a:extLst>
                    <a:ext uri="{FF2B5EF4-FFF2-40B4-BE49-F238E27FC236}">
                      <a16:creationId xmlns:a16="http://schemas.microsoft.com/office/drawing/2014/main" id="{E4D7C3F3-2AE2-440B-9B52-1F3A6CBC6E4E}"/>
                    </a:ext>
                  </a:extLst>
                </p:cNvPr>
                <p:cNvPicPr>
                  <a:picLocks noChangeAspect="1" noChangeArrowheads="1"/>
                </p:cNvPicPr>
                <p:nvPr/>
              </p:nvPicPr>
              <p:blipFill>
                <a:blip r:embed="rId1039">
                  <a:extLst>
                    <a:ext uri="{28A0092B-C50C-407E-A947-70E740481C1C}">
                      <a14:useLocalDpi xmlns:a14="http://schemas.microsoft.com/office/drawing/2010/main" val="0"/>
                    </a:ext>
                  </a:extLst>
                </a:blip>
                <a:srcRect/>
                <a:stretch>
                  <a:fillRect/>
                </a:stretch>
              </p:blipFill>
              <p:spPr bwMode="auto">
                <a:xfrm>
                  <a:off x="5219" y="3011"/>
                  <a:ext cx="23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5" name="Picture 1971">
                  <a:extLst>
                    <a:ext uri="{FF2B5EF4-FFF2-40B4-BE49-F238E27FC236}">
                      <a16:creationId xmlns:a16="http://schemas.microsoft.com/office/drawing/2014/main" id="{40319B54-4ADC-44E0-8FDE-5FBA40CB654D}"/>
                    </a:ext>
                  </a:extLst>
                </p:cNvPr>
                <p:cNvPicPr>
                  <a:picLocks noChangeAspect="1" noChangeArrowheads="1"/>
                </p:cNvPicPr>
                <p:nvPr/>
              </p:nvPicPr>
              <p:blipFill>
                <a:blip r:embed="rId1040">
                  <a:extLst>
                    <a:ext uri="{28A0092B-C50C-407E-A947-70E740481C1C}">
                      <a14:useLocalDpi xmlns:a14="http://schemas.microsoft.com/office/drawing/2010/main" val="0"/>
                    </a:ext>
                  </a:extLst>
                </a:blip>
                <a:srcRect/>
                <a:stretch>
                  <a:fillRect/>
                </a:stretch>
              </p:blipFill>
              <p:spPr bwMode="auto">
                <a:xfrm>
                  <a:off x="5230" y="3012"/>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 name="Picture 1972">
                  <a:extLst>
                    <a:ext uri="{FF2B5EF4-FFF2-40B4-BE49-F238E27FC236}">
                      <a16:creationId xmlns:a16="http://schemas.microsoft.com/office/drawing/2014/main" id="{82981917-AEBB-4262-A7F2-47A5A0736B32}"/>
                    </a:ext>
                  </a:extLst>
                </p:cNvPr>
                <p:cNvPicPr>
                  <a:picLocks noChangeAspect="1" noChangeArrowheads="1"/>
                </p:cNvPicPr>
                <p:nvPr/>
              </p:nvPicPr>
              <p:blipFill>
                <a:blip r:embed="rId1041">
                  <a:extLst>
                    <a:ext uri="{28A0092B-C50C-407E-A947-70E740481C1C}">
                      <a14:useLocalDpi xmlns:a14="http://schemas.microsoft.com/office/drawing/2010/main" val="0"/>
                    </a:ext>
                  </a:extLst>
                </a:blip>
                <a:srcRect/>
                <a:stretch>
                  <a:fillRect/>
                </a:stretch>
              </p:blipFill>
              <p:spPr bwMode="auto">
                <a:xfrm>
                  <a:off x="5231" y="3013"/>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 name="Picture 1973">
                  <a:extLst>
                    <a:ext uri="{FF2B5EF4-FFF2-40B4-BE49-F238E27FC236}">
                      <a16:creationId xmlns:a16="http://schemas.microsoft.com/office/drawing/2014/main" id="{0FC3B4C8-EF1B-4C99-ADC1-74766D5B3BE1}"/>
                    </a:ext>
                  </a:extLst>
                </p:cNvPr>
                <p:cNvPicPr>
                  <a:picLocks noChangeAspect="1" noChangeArrowheads="1"/>
                </p:cNvPicPr>
                <p:nvPr/>
              </p:nvPicPr>
              <p:blipFill>
                <a:blip r:embed="rId1042">
                  <a:extLst>
                    <a:ext uri="{28A0092B-C50C-407E-A947-70E740481C1C}">
                      <a14:useLocalDpi xmlns:a14="http://schemas.microsoft.com/office/drawing/2010/main" val="0"/>
                    </a:ext>
                  </a:extLst>
                </a:blip>
                <a:srcRect/>
                <a:stretch>
                  <a:fillRect/>
                </a:stretch>
              </p:blipFill>
              <p:spPr bwMode="auto">
                <a:xfrm>
                  <a:off x="5231" y="3014"/>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8" name="Picture 1974">
                  <a:extLst>
                    <a:ext uri="{FF2B5EF4-FFF2-40B4-BE49-F238E27FC236}">
                      <a16:creationId xmlns:a16="http://schemas.microsoft.com/office/drawing/2014/main" id="{CF3EFC9A-D2AE-4C47-B43A-D4B7281B79BF}"/>
                    </a:ext>
                  </a:extLst>
                </p:cNvPr>
                <p:cNvPicPr>
                  <a:picLocks noChangeAspect="1" noChangeArrowheads="1"/>
                </p:cNvPicPr>
                <p:nvPr/>
              </p:nvPicPr>
              <p:blipFill>
                <a:blip r:embed="rId1043">
                  <a:extLst>
                    <a:ext uri="{28A0092B-C50C-407E-A947-70E740481C1C}">
                      <a14:useLocalDpi xmlns:a14="http://schemas.microsoft.com/office/drawing/2010/main" val="0"/>
                    </a:ext>
                  </a:extLst>
                </a:blip>
                <a:srcRect/>
                <a:stretch>
                  <a:fillRect/>
                </a:stretch>
              </p:blipFill>
              <p:spPr bwMode="auto">
                <a:xfrm>
                  <a:off x="5231" y="3015"/>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9" name="Picture 1975">
                  <a:extLst>
                    <a:ext uri="{FF2B5EF4-FFF2-40B4-BE49-F238E27FC236}">
                      <a16:creationId xmlns:a16="http://schemas.microsoft.com/office/drawing/2014/main" id="{717C9E43-4B4C-4498-8D0D-B2B5781D5452}"/>
                    </a:ext>
                  </a:extLst>
                </p:cNvPr>
                <p:cNvPicPr>
                  <a:picLocks noChangeAspect="1" noChangeArrowheads="1"/>
                </p:cNvPicPr>
                <p:nvPr/>
              </p:nvPicPr>
              <p:blipFill>
                <a:blip r:embed="rId1044">
                  <a:extLst>
                    <a:ext uri="{28A0092B-C50C-407E-A947-70E740481C1C}">
                      <a14:useLocalDpi xmlns:a14="http://schemas.microsoft.com/office/drawing/2010/main" val="0"/>
                    </a:ext>
                  </a:extLst>
                </a:blip>
                <a:srcRect/>
                <a:stretch>
                  <a:fillRect/>
                </a:stretch>
              </p:blipFill>
              <p:spPr bwMode="auto">
                <a:xfrm>
                  <a:off x="5231" y="3016"/>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0" name="Picture 1976">
                  <a:extLst>
                    <a:ext uri="{FF2B5EF4-FFF2-40B4-BE49-F238E27FC236}">
                      <a16:creationId xmlns:a16="http://schemas.microsoft.com/office/drawing/2014/main" id="{5C409A30-B35B-4A4E-AAE6-AF5E91FD1D09}"/>
                    </a:ext>
                  </a:extLst>
                </p:cNvPr>
                <p:cNvPicPr>
                  <a:picLocks noChangeAspect="1" noChangeArrowheads="1"/>
                </p:cNvPicPr>
                <p:nvPr/>
              </p:nvPicPr>
              <p:blipFill>
                <a:blip r:embed="rId1045">
                  <a:extLst>
                    <a:ext uri="{28A0092B-C50C-407E-A947-70E740481C1C}">
                      <a14:useLocalDpi xmlns:a14="http://schemas.microsoft.com/office/drawing/2010/main" val="0"/>
                    </a:ext>
                  </a:extLst>
                </a:blip>
                <a:srcRect/>
                <a:stretch>
                  <a:fillRect/>
                </a:stretch>
              </p:blipFill>
              <p:spPr bwMode="auto">
                <a:xfrm>
                  <a:off x="5230" y="3017"/>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1" name="Picture 1977">
                  <a:extLst>
                    <a:ext uri="{FF2B5EF4-FFF2-40B4-BE49-F238E27FC236}">
                      <a16:creationId xmlns:a16="http://schemas.microsoft.com/office/drawing/2014/main" id="{256FFEAD-3636-4A32-A3FD-0A89790EA80C}"/>
                    </a:ext>
                  </a:extLst>
                </p:cNvPr>
                <p:cNvPicPr>
                  <a:picLocks noChangeAspect="1" noChangeArrowheads="1"/>
                </p:cNvPicPr>
                <p:nvPr/>
              </p:nvPicPr>
              <p:blipFill>
                <a:blip r:embed="rId1046">
                  <a:extLst>
                    <a:ext uri="{28A0092B-C50C-407E-A947-70E740481C1C}">
                      <a14:useLocalDpi xmlns:a14="http://schemas.microsoft.com/office/drawing/2010/main" val="0"/>
                    </a:ext>
                  </a:extLst>
                </a:blip>
                <a:srcRect/>
                <a:stretch>
                  <a:fillRect/>
                </a:stretch>
              </p:blipFill>
              <p:spPr bwMode="auto">
                <a:xfrm>
                  <a:off x="5219" y="3018"/>
                  <a:ext cx="231"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2" name="Picture 1978">
                  <a:extLst>
                    <a:ext uri="{FF2B5EF4-FFF2-40B4-BE49-F238E27FC236}">
                      <a16:creationId xmlns:a16="http://schemas.microsoft.com/office/drawing/2014/main" id="{6D91B865-D934-447F-8DAE-A139202F6F57}"/>
                    </a:ext>
                  </a:extLst>
                </p:cNvPr>
                <p:cNvPicPr>
                  <a:picLocks noChangeAspect="1" noChangeArrowheads="1"/>
                </p:cNvPicPr>
                <p:nvPr/>
              </p:nvPicPr>
              <p:blipFill>
                <a:blip r:embed="rId1047">
                  <a:extLst>
                    <a:ext uri="{28A0092B-C50C-407E-A947-70E740481C1C}">
                      <a14:useLocalDpi xmlns:a14="http://schemas.microsoft.com/office/drawing/2010/main" val="0"/>
                    </a:ext>
                  </a:extLst>
                </a:blip>
                <a:srcRect/>
                <a:stretch>
                  <a:fillRect/>
                </a:stretch>
              </p:blipFill>
              <p:spPr bwMode="auto">
                <a:xfrm>
                  <a:off x="5218" y="3019"/>
                  <a:ext cx="23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3" name="Picture 1979">
                  <a:extLst>
                    <a:ext uri="{FF2B5EF4-FFF2-40B4-BE49-F238E27FC236}">
                      <a16:creationId xmlns:a16="http://schemas.microsoft.com/office/drawing/2014/main" id="{EEF78245-1D52-4FE5-98F6-7A368E49A265}"/>
                    </a:ext>
                  </a:extLst>
                </p:cNvPr>
                <p:cNvPicPr>
                  <a:picLocks noChangeAspect="1" noChangeArrowheads="1"/>
                </p:cNvPicPr>
                <p:nvPr/>
              </p:nvPicPr>
              <p:blipFill>
                <a:blip r:embed="rId1048">
                  <a:extLst>
                    <a:ext uri="{28A0092B-C50C-407E-A947-70E740481C1C}">
                      <a14:useLocalDpi xmlns:a14="http://schemas.microsoft.com/office/drawing/2010/main" val="0"/>
                    </a:ext>
                  </a:extLst>
                </a:blip>
                <a:srcRect/>
                <a:stretch>
                  <a:fillRect/>
                </a:stretch>
              </p:blipFill>
              <p:spPr bwMode="auto">
                <a:xfrm>
                  <a:off x="5215" y="3020"/>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4" name="Picture 1980">
                  <a:extLst>
                    <a:ext uri="{FF2B5EF4-FFF2-40B4-BE49-F238E27FC236}">
                      <a16:creationId xmlns:a16="http://schemas.microsoft.com/office/drawing/2014/main" id="{65A197F2-744B-404B-A666-181FF399C682}"/>
                    </a:ext>
                  </a:extLst>
                </p:cNvPr>
                <p:cNvPicPr>
                  <a:picLocks noChangeAspect="1" noChangeArrowheads="1"/>
                </p:cNvPicPr>
                <p:nvPr/>
              </p:nvPicPr>
              <p:blipFill>
                <a:blip r:embed="rId1049">
                  <a:extLst>
                    <a:ext uri="{28A0092B-C50C-407E-A947-70E740481C1C}">
                      <a14:useLocalDpi xmlns:a14="http://schemas.microsoft.com/office/drawing/2010/main" val="0"/>
                    </a:ext>
                  </a:extLst>
                </a:blip>
                <a:srcRect/>
                <a:stretch>
                  <a:fillRect/>
                </a:stretch>
              </p:blipFill>
              <p:spPr bwMode="auto">
                <a:xfrm>
                  <a:off x="5215" y="3021"/>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5" name="Picture 1981">
                  <a:extLst>
                    <a:ext uri="{FF2B5EF4-FFF2-40B4-BE49-F238E27FC236}">
                      <a16:creationId xmlns:a16="http://schemas.microsoft.com/office/drawing/2014/main" id="{5073DBC3-8504-49A0-A8EF-9D968B1659B5}"/>
                    </a:ext>
                  </a:extLst>
                </p:cNvPr>
                <p:cNvPicPr>
                  <a:picLocks noChangeAspect="1" noChangeArrowheads="1"/>
                </p:cNvPicPr>
                <p:nvPr/>
              </p:nvPicPr>
              <p:blipFill>
                <a:blip r:embed="rId1050">
                  <a:extLst>
                    <a:ext uri="{28A0092B-C50C-407E-A947-70E740481C1C}">
                      <a14:useLocalDpi xmlns:a14="http://schemas.microsoft.com/office/drawing/2010/main" val="0"/>
                    </a:ext>
                  </a:extLst>
                </a:blip>
                <a:srcRect/>
                <a:stretch>
                  <a:fillRect/>
                </a:stretch>
              </p:blipFill>
              <p:spPr bwMode="auto">
                <a:xfrm>
                  <a:off x="5215" y="3022"/>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6" name="Picture 1982">
                  <a:extLst>
                    <a:ext uri="{FF2B5EF4-FFF2-40B4-BE49-F238E27FC236}">
                      <a16:creationId xmlns:a16="http://schemas.microsoft.com/office/drawing/2014/main" id="{455540ED-5941-48C7-BE9D-AF7A57F2B6CE}"/>
                    </a:ext>
                  </a:extLst>
                </p:cNvPr>
                <p:cNvPicPr>
                  <a:picLocks noChangeAspect="1" noChangeArrowheads="1"/>
                </p:cNvPicPr>
                <p:nvPr/>
              </p:nvPicPr>
              <p:blipFill>
                <a:blip r:embed="rId1051">
                  <a:extLst>
                    <a:ext uri="{28A0092B-C50C-407E-A947-70E740481C1C}">
                      <a14:useLocalDpi xmlns:a14="http://schemas.microsoft.com/office/drawing/2010/main" val="0"/>
                    </a:ext>
                  </a:extLst>
                </a:blip>
                <a:srcRect/>
                <a:stretch>
                  <a:fillRect/>
                </a:stretch>
              </p:blipFill>
              <p:spPr bwMode="auto">
                <a:xfrm>
                  <a:off x="5215" y="3023"/>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 name="Picture 1983">
                  <a:extLst>
                    <a:ext uri="{FF2B5EF4-FFF2-40B4-BE49-F238E27FC236}">
                      <a16:creationId xmlns:a16="http://schemas.microsoft.com/office/drawing/2014/main" id="{B94E47AB-B52C-487C-A801-62213D20849A}"/>
                    </a:ext>
                  </a:extLst>
                </p:cNvPr>
                <p:cNvPicPr>
                  <a:picLocks noChangeAspect="1" noChangeArrowheads="1"/>
                </p:cNvPicPr>
                <p:nvPr/>
              </p:nvPicPr>
              <p:blipFill>
                <a:blip r:embed="rId1052">
                  <a:extLst>
                    <a:ext uri="{28A0092B-C50C-407E-A947-70E740481C1C}">
                      <a14:useLocalDpi xmlns:a14="http://schemas.microsoft.com/office/drawing/2010/main" val="0"/>
                    </a:ext>
                  </a:extLst>
                </a:blip>
                <a:srcRect/>
                <a:stretch>
                  <a:fillRect/>
                </a:stretch>
              </p:blipFill>
              <p:spPr bwMode="auto">
                <a:xfrm>
                  <a:off x="5215" y="3024"/>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8" name="Picture 1984">
                  <a:extLst>
                    <a:ext uri="{FF2B5EF4-FFF2-40B4-BE49-F238E27FC236}">
                      <a16:creationId xmlns:a16="http://schemas.microsoft.com/office/drawing/2014/main" id="{E3AE22CF-A56A-4465-9A6F-C997E67FEA8D}"/>
                    </a:ext>
                  </a:extLst>
                </p:cNvPr>
                <p:cNvPicPr>
                  <a:picLocks noChangeAspect="1" noChangeArrowheads="1"/>
                </p:cNvPicPr>
                <p:nvPr/>
              </p:nvPicPr>
              <p:blipFill>
                <a:blip r:embed="rId1053">
                  <a:extLst>
                    <a:ext uri="{28A0092B-C50C-407E-A947-70E740481C1C}">
                      <a14:useLocalDpi xmlns:a14="http://schemas.microsoft.com/office/drawing/2010/main" val="0"/>
                    </a:ext>
                  </a:extLst>
                </a:blip>
                <a:srcRect/>
                <a:stretch>
                  <a:fillRect/>
                </a:stretch>
              </p:blipFill>
              <p:spPr bwMode="auto">
                <a:xfrm>
                  <a:off x="5215" y="3025"/>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9" name="Picture 1985">
                  <a:extLst>
                    <a:ext uri="{FF2B5EF4-FFF2-40B4-BE49-F238E27FC236}">
                      <a16:creationId xmlns:a16="http://schemas.microsoft.com/office/drawing/2014/main" id="{D6490EA5-E1E5-46D2-B2AD-B5D6C49C2AD0}"/>
                    </a:ext>
                  </a:extLst>
                </p:cNvPr>
                <p:cNvPicPr>
                  <a:picLocks noChangeAspect="1" noChangeArrowheads="1"/>
                </p:cNvPicPr>
                <p:nvPr/>
              </p:nvPicPr>
              <p:blipFill>
                <a:blip r:embed="rId1054">
                  <a:extLst>
                    <a:ext uri="{28A0092B-C50C-407E-A947-70E740481C1C}">
                      <a14:useLocalDpi xmlns:a14="http://schemas.microsoft.com/office/drawing/2010/main" val="0"/>
                    </a:ext>
                  </a:extLst>
                </a:blip>
                <a:srcRect/>
                <a:stretch>
                  <a:fillRect/>
                </a:stretch>
              </p:blipFill>
              <p:spPr bwMode="auto">
                <a:xfrm>
                  <a:off x="5215" y="3026"/>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0" name="Picture 1986">
                  <a:extLst>
                    <a:ext uri="{FF2B5EF4-FFF2-40B4-BE49-F238E27FC236}">
                      <a16:creationId xmlns:a16="http://schemas.microsoft.com/office/drawing/2014/main" id="{7737A69F-7C85-4F9E-927A-1ABF2A970FFE}"/>
                    </a:ext>
                  </a:extLst>
                </p:cNvPr>
                <p:cNvPicPr>
                  <a:picLocks noChangeAspect="1" noChangeArrowheads="1"/>
                </p:cNvPicPr>
                <p:nvPr/>
              </p:nvPicPr>
              <p:blipFill>
                <a:blip r:embed="rId1055">
                  <a:extLst>
                    <a:ext uri="{28A0092B-C50C-407E-A947-70E740481C1C}">
                      <a14:useLocalDpi xmlns:a14="http://schemas.microsoft.com/office/drawing/2010/main" val="0"/>
                    </a:ext>
                  </a:extLst>
                </a:blip>
                <a:srcRect/>
                <a:stretch>
                  <a:fillRect/>
                </a:stretch>
              </p:blipFill>
              <p:spPr bwMode="auto">
                <a:xfrm>
                  <a:off x="5215" y="3027"/>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1" name="Picture 1987">
                  <a:extLst>
                    <a:ext uri="{FF2B5EF4-FFF2-40B4-BE49-F238E27FC236}">
                      <a16:creationId xmlns:a16="http://schemas.microsoft.com/office/drawing/2014/main" id="{5ECE3061-DB9A-4ECA-B14A-5B5C1D77AF80}"/>
                    </a:ext>
                  </a:extLst>
                </p:cNvPr>
                <p:cNvPicPr>
                  <a:picLocks noChangeAspect="1" noChangeArrowheads="1"/>
                </p:cNvPicPr>
                <p:nvPr/>
              </p:nvPicPr>
              <p:blipFill>
                <a:blip r:embed="rId1056">
                  <a:extLst>
                    <a:ext uri="{28A0092B-C50C-407E-A947-70E740481C1C}">
                      <a14:useLocalDpi xmlns:a14="http://schemas.microsoft.com/office/drawing/2010/main" val="0"/>
                    </a:ext>
                  </a:extLst>
                </a:blip>
                <a:srcRect/>
                <a:stretch>
                  <a:fillRect/>
                </a:stretch>
              </p:blipFill>
              <p:spPr bwMode="auto">
                <a:xfrm>
                  <a:off x="5215" y="3028"/>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2" name="Picture 1988">
                  <a:extLst>
                    <a:ext uri="{FF2B5EF4-FFF2-40B4-BE49-F238E27FC236}">
                      <a16:creationId xmlns:a16="http://schemas.microsoft.com/office/drawing/2014/main" id="{05F2F086-B057-4A9B-A2F5-B8C273A45342}"/>
                    </a:ext>
                  </a:extLst>
                </p:cNvPr>
                <p:cNvPicPr>
                  <a:picLocks noChangeAspect="1" noChangeArrowheads="1"/>
                </p:cNvPicPr>
                <p:nvPr/>
              </p:nvPicPr>
              <p:blipFill>
                <a:blip r:embed="rId1057">
                  <a:extLst>
                    <a:ext uri="{28A0092B-C50C-407E-A947-70E740481C1C}">
                      <a14:useLocalDpi xmlns:a14="http://schemas.microsoft.com/office/drawing/2010/main" val="0"/>
                    </a:ext>
                  </a:extLst>
                </a:blip>
                <a:srcRect/>
                <a:stretch>
                  <a:fillRect/>
                </a:stretch>
              </p:blipFill>
              <p:spPr bwMode="auto">
                <a:xfrm>
                  <a:off x="5215" y="3029"/>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3" name="Picture 1989">
                  <a:extLst>
                    <a:ext uri="{FF2B5EF4-FFF2-40B4-BE49-F238E27FC236}">
                      <a16:creationId xmlns:a16="http://schemas.microsoft.com/office/drawing/2014/main" id="{6CFF41FD-33D1-4863-9573-68951B17FD73}"/>
                    </a:ext>
                  </a:extLst>
                </p:cNvPr>
                <p:cNvPicPr>
                  <a:picLocks noChangeAspect="1" noChangeArrowheads="1"/>
                </p:cNvPicPr>
                <p:nvPr/>
              </p:nvPicPr>
              <p:blipFill>
                <a:blip r:embed="rId1058">
                  <a:extLst>
                    <a:ext uri="{28A0092B-C50C-407E-A947-70E740481C1C}">
                      <a14:useLocalDpi xmlns:a14="http://schemas.microsoft.com/office/drawing/2010/main" val="0"/>
                    </a:ext>
                  </a:extLst>
                </a:blip>
                <a:srcRect/>
                <a:stretch>
                  <a:fillRect/>
                </a:stretch>
              </p:blipFill>
              <p:spPr bwMode="auto">
                <a:xfrm>
                  <a:off x="5215" y="3030"/>
                  <a:ext cx="23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4" name="Picture 1990">
                  <a:extLst>
                    <a:ext uri="{FF2B5EF4-FFF2-40B4-BE49-F238E27FC236}">
                      <a16:creationId xmlns:a16="http://schemas.microsoft.com/office/drawing/2014/main" id="{F2A449A3-5213-4C14-AFC4-2BC718D6D2E7}"/>
                    </a:ext>
                  </a:extLst>
                </p:cNvPr>
                <p:cNvPicPr>
                  <a:picLocks noChangeAspect="1" noChangeArrowheads="1"/>
                </p:cNvPicPr>
                <p:nvPr/>
              </p:nvPicPr>
              <p:blipFill>
                <a:blip r:embed="rId1059">
                  <a:extLst>
                    <a:ext uri="{28A0092B-C50C-407E-A947-70E740481C1C}">
                      <a14:useLocalDpi xmlns:a14="http://schemas.microsoft.com/office/drawing/2010/main" val="0"/>
                    </a:ext>
                  </a:extLst>
                </a:blip>
                <a:srcRect/>
                <a:stretch>
                  <a:fillRect/>
                </a:stretch>
              </p:blipFill>
              <p:spPr bwMode="auto">
                <a:xfrm>
                  <a:off x="5216" y="3031"/>
                  <a:ext cx="23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5" name="Picture 1991">
                  <a:extLst>
                    <a:ext uri="{FF2B5EF4-FFF2-40B4-BE49-F238E27FC236}">
                      <a16:creationId xmlns:a16="http://schemas.microsoft.com/office/drawing/2014/main" id="{4529D0C4-7EE7-4145-8E89-476520CA661F}"/>
                    </a:ext>
                  </a:extLst>
                </p:cNvPr>
                <p:cNvPicPr>
                  <a:picLocks noChangeAspect="1" noChangeArrowheads="1"/>
                </p:cNvPicPr>
                <p:nvPr/>
              </p:nvPicPr>
              <p:blipFill>
                <a:blip r:embed="rId1060">
                  <a:extLst>
                    <a:ext uri="{28A0092B-C50C-407E-A947-70E740481C1C}">
                      <a14:useLocalDpi xmlns:a14="http://schemas.microsoft.com/office/drawing/2010/main" val="0"/>
                    </a:ext>
                  </a:extLst>
                </a:blip>
                <a:srcRect/>
                <a:stretch>
                  <a:fillRect/>
                </a:stretch>
              </p:blipFill>
              <p:spPr bwMode="auto">
                <a:xfrm>
                  <a:off x="5217" y="3032"/>
                  <a:ext cx="23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6" name="Picture 1992">
                  <a:extLst>
                    <a:ext uri="{FF2B5EF4-FFF2-40B4-BE49-F238E27FC236}">
                      <a16:creationId xmlns:a16="http://schemas.microsoft.com/office/drawing/2014/main" id="{645C49CC-8DD2-4898-BA23-D760F3F4B80E}"/>
                    </a:ext>
                  </a:extLst>
                </p:cNvPr>
                <p:cNvPicPr>
                  <a:picLocks noChangeAspect="1" noChangeArrowheads="1"/>
                </p:cNvPicPr>
                <p:nvPr/>
              </p:nvPicPr>
              <p:blipFill>
                <a:blip r:embed="rId1061">
                  <a:extLst>
                    <a:ext uri="{28A0092B-C50C-407E-A947-70E740481C1C}">
                      <a14:useLocalDpi xmlns:a14="http://schemas.microsoft.com/office/drawing/2010/main" val="0"/>
                    </a:ext>
                  </a:extLst>
                </a:blip>
                <a:srcRect/>
                <a:stretch>
                  <a:fillRect/>
                </a:stretch>
              </p:blipFill>
              <p:spPr bwMode="auto">
                <a:xfrm>
                  <a:off x="5226" y="3033"/>
                  <a:ext cx="224"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 name="Picture 1993">
                  <a:extLst>
                    <a:ext uri="{FF2B5EF4-FFF2-40B4-BE49-F238E27FC236}">
                      <a16:creationId xmlns:a16="http://schemas.microsoft.com/office/drawing/2014/main" id="{3DFE7206-6AB8-4C35-968B-01224CAB5341}"/>
                    </a:ext>
                  </a:extLst>
                </p:cNvPr>
                <p:cNvPicPr>
                  <a:picLocks noChangeAspect="1" noChangeArrowheads="1"/>
                </p:cNvPicPr>
                <p:nvPr/>
              </p:nvPicPr>
              <p:blipFill>
                <a:blip r:embed="rId1062">
                  <a:extLst>
                    <a:ext uri="{28A0092B-C50C-407E-A947-70E740481C1C}">
                      <a14:useLocalDpi xmlns:a14="http://schemas.microsoft.com/office/drawing/2010/main" val="0"/>
                    </a:ext>
                  </a:extLst>
                </a:blip>
                <a:srcRect/>
                <a:stretch>
                  <a:fillRect/>
                </a:stretch>
              </p:blipFill>
              <p:spPr bwMode="auto">
                <a:xfrm>
                  <a:off x="5230" y="3033"/>
                  <a:ext cx="22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8" name="Picture 1994">
                  <a:extLst>
                    <a:ext uri="{FF2B5EF4-FFF2-40B4-BE49-F238E27FC236}">
                      <a16:creationId xmlns:a16="http://schemas.microsoft.com/office/drawing/2014/main" id="{090E6BB1-E8B5-46E0-BA98-CAF582E75F34}"/>
                    </a:ext>
                  </a:extLst>
                </p:cNvPr>
                <p:cNvPicPr>
                  <a:picLocks noChangeAspect="1" noChangeArrowheads="1"/>
                </p:cNvPicPr>
                <p:nvPr/>
              </p:nvPicPr>
              <p:blipFill>
                <a:blip r:embed="rId1063">
                  <a:extLst>
                    <a:ext uri="{28A0092B-C50C-407E-A947-70E740481C1C}">
                      <a14:useLocalDpi xmlns:a14="http://schemas.microsoft.com/office/drawing/2010/main" val="0"/>
                    </a:ext>
                  </a:extLst>
                </a:blip>
                <a:srcRect/>
                <a:stretch>
                  <a:fillRect/>
                </a:stretch>
              </p:blipFill>
              <p:spPr bwMode="auto">
                <a:xfrm>
                  <a:off x="5231" y="3034"/>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9" name="Picture 1995">
                  <a:extLst>
                    <a:ext uri="{FF2B5EF4-FFF2-40B4-BE49-F238E27FC236}">
                      <a16:creationId xmlns:a16="http://schemas.microsoft.com/office/drawing/2014/main" id="{2EF7BCA5-66CB-4D0A-8ED9-079A0B42329B}"/>
                    </a:ext>
                  </a:extLst>
                </p:cNvPr>
                <p:cNvPicPr>
                  <a:picLocks noChangeAspect="1" noChangeArrowheads="1"/>
                </p:cNvPicPr>
                <p:nvPr/>
              </p:nvPicPr>
              <p:blipFill>
                <a:blip r:embed="rId1064">
                  <a:extLst>
                    <a:ext uri="{28A0092B-C50C-407E-A947-70E740481C1C}">
                      <a14:useLocalDpi xmlns:a14="http://schemas.microsoft.com/office/drawing/2010/main" val="0"/>
                    </a:ext>
                  </a:extLst>
                </a:blip>
                <a:srcRect/>
                <a:stretch>
                  <a:fillRect/>
                </a:stretch>
              </p:blipFill>
              <p:spPr bwMode="auto">
                <a:xfrm>
                  <a:off x="5231" y="3035"/>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0" name="Picture 1996">
                  <a:extLst>
                    <a:ext uri="{FF2B5EF4-FFF2-40B4-BE49-F238E27FC236}">
                      <a16:creationId xmlns:a16="http://schemas.microsoft.com/office/drawing/2014/main" id="{7306225E-66E0-4D29-BFEB-B35DDA6ADADB}"/>
                    </a:ext>
                  </a:extLst>
                </p:cNvPr>
                <p:cNvPicPr>
                  <a:picLocks noChangeAspect="1" noChangeArrowheads="1"/>
                </p:cNvPicPr>
                <p:nvPr/>
              </p:nvPicPr>
              <p:blipFill>
                <a:blip r:embed="rId1065">
                  <a:extLst>
                    <a:ext uri="{28A0092B-C50C-407E-A947-70E740481C1C}">
                      <a14:useLocalDpi xmlns:a14="http://schemas.microsoft.com/office/drawing/2010/main" val="0"/>
                    </a:ext>
                  </a:extLst>
                </a:blip>
                <a:srcRect/>
                <a:stretch>
                  <a:fillRect/>
                </a:stretch>
              </p:blipFill>
              <p:spPr bwMode="auto">
                <a:xfrm>
                  <a:off x="5231" y="3036"/>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1" name="Picture 1997">
                  <a:extLst>
                    <a:ext uri="{FF2B5EF4-FFF2-40B4-BE49-F238E27FC236}">
                      <a16:creationId xmlns:a16="http://schemas.microsoft.com/office/drawing/2014/main" id="{7210B637-A7F4-4276-83DF-265B78AAB8A9}"/>
                    </a:ext>
                  </a:extLst>
                </p:cNvPr>
                <p:cNvPicPr>
                  <a:picLocks noChangeAspect="1" noChangeArrowheads="1"/>
                </p:cNvPicPr>
                <p:nvPr/>
              </p:nvPicPr>
              <p:blipFill>
                <a:blip r:embed="rId1066">
                  <a:extLst>
                    <a:ext uri="{28A0092B-C50C-407E-A947-70E740481C1C}">
                      <a14:useLocalDpi xmlns:a14="http://schemas.microsoft.com/office/drawing/2010/main" val="0"/>
                    </a:ext>
                  </a:extLst>
                </a:blip>
                <a:srcRect/>
                <a:stretch>
                  <a:fillRect/>
                </a:stretch>
              </p:blipFill>
              <p:spPr bwMode="auto">
                <a:xfrm>
                  <a:off x="5231" y="3037"/>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2" name="Picture 1998">
                  <a:extLst>
                    <a:ext uri="{FF2B5EF4-FFF2-40B4-BE49-F238E27FC236}">
                      <a16:creationId xmlns:a16="http://schemas.microsoft.com/office/drawing/2014/main" id="{C508E50B-F6F5-4C90-9A12-201C8F53A9FA}"/>
                    </a:ext>
                  </a:extLst>
                </p:cNvPr>
                <p:cNvPicPr>
                  <a:picLocks noChangeAspect="1" noChangeArrowheads="1"/>
                </p:cNvPicPr>
                <p:nvPr/>
              </p:nvPicPr>
              <p:blipFill>
                <a:blip r:embed="rId1067">
                  <a:extLst>
                    <a:ext uri="{28A0092B-C50C-407E-A947-70E740481C1C}">
                      <a14:useLocalDpi xmlns:a14="http://schemas.microsoft.com/office/drawing/2010/main" val="0"/>
                    </a:ext>
                  </a:extLst>
                </a:blip>
                <a:srcRect/>
                <a:stretch>
                  <a:fillRect/>
                </a:stretch>
              </p:blipFill>
              <p:spPr bwMode="auto">
                <a:xfrm>
                  <a:off x="5231" y="3038"/>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3" name="Picture 1999">
                  <a:extLst>
                    <a:ext uri="{FF2B5EF4-FFF2-40B4-BE49-F238E27FC236}">
                      <a16:creationId xmlns:a16="http://schemas.microsoft.com/office/drawing/2014/main" id="{7BD998A6-B97B-40EE-891C-F6C78CEDBCE2}"/>
                    </a:ext>
                  </a:extLst>
                </p:cNvPr>
                <p:cNvPicPr>
                  <a:picLocks noChangeAspect="1" noChangeArrowheads="1"/>
                </p:cNvPicPr>
                <p:nvPr/>
              </p:nvPicPr>
              <p:blipFill>
                <a:blip r:embed="rId1068">
                  <a:extLst>
                    <a:ext uri="{28A0092B-C50C-407E-A947-70E740481C1C}">
                      <a14:useLocalDpi xmlns:a14="http://schemas.microsoft.com/office/drawing/2010/main" val="0"/>
                    </a:ext>
                  </a:extLst>
                </a:blip>
                <a:srcRect/>
                <a:stretch>
                  <a:fillRect/>
                </a:stretch>
              </p:blipFill>
              <p:spPr bwMode="auto">
                <a:xfrm>
                  <a:off x="5231" y="3039"/>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4" name="Picture 2000">
                  <a:extLst>
                    <a:ext uri="{FF2B5EF4-FFF2-40B4-BE49-F238E27FC236}">
                      <a16:creationId xmlns:a16="http://schemas.microsoft.com/office/drawing/2014/main" id="{056A6A8B-395D-4AE5-B75C-BD575177C938}"/>
                    </a:ext>
                  </a:extLst>
                </p:cNvPr>
                <p:cNvPicPr>
                  <a:picLocks noChangeAspect="1" noChangeArrowheads="1"/>
                </p:cNvPicPr>
                <p:nvPr/>
              </p:nvPicPr>
              <p:blipFill>
                <a:blip r:embed="rId1069">
                  <a:extLst>
                    <a:ext uri="{28A0092B-C50C-407E-A947-70E740481C1C}">
                      <a14:useLocalDpi xmlns:a14="http://schemas.microsoft.com/office/drawing/2010/main" val="0"/>
                    </a:ext>
                  </a:extLst>
                </a:blip>
                <a:srcRect/>
                <a:stretch>
                  <a:fillRect/>
                </a:stretch>
              </p:blipFill>
              <p:spPr bwMode="auto">
                <a:xfrm>
                  <a:off x="5231" y="3040"/>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5" name="Picture 2001">
                  <a:extLst>
                    <a:ext uri="{FF2B5EF4-FFF2-40B4-BE49-F238E27FC236}">
                      <a16:creationId xmlns:a16="http://schemas.microsoft.com/office/drawing/2014/main" id="{C8A7ED93-28F3-470E-8F1D-C6C9B628D389}"/>
                    </a:ext>
                  </a:extLst>
                </p:cNvPr>
                <p:cNvPicPr>
                  <a:picLocks noChangeAspect="1" noChangeArrowheads="1"/>
                </p:cNvPicPr>
                <p:nvPr/>
              </p:nvPicPr>
              <p:blipFill>
                <a:blip r:embed="rId1070">
                  <a:extLst>
                    <a:ext uri="{28A0092B-C50C-407E-A947-70E740481C1C}">
                      <a14:useLocalDpi xmlns:a14="http://schemas.microsoft.com/office/drawing/2010/main" val="0"/>
                    </a:ext>
                  </a:extLst>
                </a:blip>
                <a:srcRect/>
                <a:stretch>
                  <a:fillRect/>
                </a:stretch>
              </p:blipFill>
              <p:spPr bwMode="auto">
                <a:xfrm>
                  <a:off x="5231" y="3041"/>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6" name="Picture 2002">
                  <a:extLst>
                    <a:ext uri="{FF2B5EF4-FFF2-40B4-BE49-F238E27FC236}">
                      <a16:creationId xmlns:a16="http://schemas.microsoft.com/office/drawing/2014/main" id="{87A303D5-1B8F-4E34-B942-8FE0813A4A0F}"/>
                    </a:ext>
                  </a:extLst>
                </p:cNvPr>
                <p:cNvPicPr>
                  <a:picLocks noChangeAspect="1" noChangeArrowheads="1"/>
                </p:cNvPicPr>
                <p:nvPr/>
              </p:nvPicPr>
              <p:blipFill>
                <a:blip r:embed="rId1071">
                  <a:extLst>
                    <a:ext uri="{28A0092B-C50C-407E-A947-70E740481C1C}">
                      <a14:useLocalDpi xmlns:a14="http://schemas.microsoft.com/office/drawing/2010/main" val="0"/>
                    </a:ext>
                  </a:extLst>
                </a:blip>
                <a:srcRect/>
                <a:stretch>
                  <a:fillRect/>
                </a:stretch>
              </p:blipFill>
              <p:spPr bwMode="auto">
                <a:xfrm>
                  <a:off x="5231" y="3042"/>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 name="Picture 2003">
                  <a:extLst>
                    <a:ext uri="{FF2B5EF4-FFF2-40B4-BE49-F238E27FC236}">
                      <a16:creationId xmlns:a16="http://schemas.microsoft.com/office/drawing/2014/main" id="{68F1A0FD-B204-45F4-A1E7-83FD0F587629}"/>
                    </a:ext>
                  </a:extLst>
                </p:cNvPr>
                <p:cNvPicPr>
                  <a:picLocks noChangeAspect="1" noChangeArrowheads="1"/>
                </p:cNvPicPr>
                <p:nvPr/>
              </p:nvPicPr>
              <p:blipFill>
                <a:blip r:embed="rId1072">
                  <a:extLst>
                    <a:ext uri="{28A0092B-C50C-407E-A947-70E740481C1C}">
                      <a14:useLocalDpi xmlns:a14="http://schemas.microsoft.com/office/drawing/2010/main" val="0"/>
                    </a:ext>
                  </a:extLst>
                </a:blip>
                <a:srcRect/>
                <a:stretch>
                  <a:fillRect/>
                </a:stretch>
              </p:blipFill>
              <p:spPr bwMode="auto">
                <a:xfrm>
                  <a:off x="5231" y="3043"/>
                  <a:ext cx="21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8" name="Picture 2004">
                  <a:extLst>
                    <a:ext uri="{FF2B5EF4-FFF2-40B4-BE49-F238E27FC236}">
                      <a16:creationId xmlns:a16="http://schemas.microsoft.com/office/drawing/2014/main" id="{84C687AB-D9E8-4A06-9EDB-B9F45C277288}"/>
                    </a:ext>
                  </a:extLst>
                </p:cNvPr>
                <p:cNvPicPr>
                  <a:picLocks noChangeAspect="1" noChangeArrowheads="1"/>
                </p:cNvPicPr>
                <p:nvPr/>
              </p:nvPicPr>
              <p:blipFill>
                <a:blip r:embed="rId1073">
                  <a:extLst>
                    <a:ext uri="{28A0092B-C50C-407E-A947-70E740481C1C}">
                      <a14:useLocalDpi xmlns:a14="http://schemas.microsoft.com/office/drawing/2010/main" val="0"/>
                    </a:ext>
                  </a:extLst>
                </a:blip>
                <a:srcRect/>
                <a:stretch>
                  <a:fillRect/>
                </a:stretch>
              </p:blipFill>
              <p:spPr bwMode="auto">
                <a:xfrm>
                  <a:off x="5232" y="3044"/>
                  <a:ext cx="21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9" name="Picture 2005">
                  <a:extLst>
                    <a:ext uri="{FF2B5EF4-FFF2-40B4-BE49-F238E27FC236}">
                      <a16:creationId xmlns:a16="http://schemas.microsoft.com/office/drawing/2014/main" id="{4103D43A-123C-4487-8E59-3F6BD304FE1C}"/>
                    </a:ext>
                  </a:extLst>
                </p:cNvPr>
                <p:cNvPicPr>
                  <a:picLocks noChangeAspect="1" noChangeArrowheads="1"/>
                </p:cNvPicPr>
                <p:nvPr/>
              </p:nvPicPr>
              <p:blipFill>
                <a:blip r:embed="rId1074">
                  <a:extLst>
                    <a:ext uri="{28A0092B-C50C-407E-A947-70E740481C1C}">
                      <a14:useLocalDpi xmlns:a14="http://schemas.microsoft.com/office/drawing/2010/main" val="0"/>
                    </a:ext>
                  </a:extLst>
                </a:blip>
                <a:srcRect/>
                <a:stretch>
                  <a:fillRect/>
                </a:stretch>
              </p:blipFill>
              <p:spPr bwMode="auto">
                <a:xfrm>
                  <a:off x="5233" y="3045"/>
                  <a:ext cx="21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0" name="Picture 2006">
                  <a:extLst>
                    <a:ext uri="{FF2B5EF4-FFF2-40B4-BE49-F238E27FC236}">
                      <a16:creationId xmlns:a16="http://schemas.microsoft.com/office/drawing/2014/main" id="{1C17EE28-A144-4071-AD35-76B7C3E6269D}"/>
                    </a:ext>
                  </a:extLst>
                </p:cNvPr>
                <p:cNvPicPr>
                  <a:picLocks noChangeAspect="1" noChangeArrowheads="1"/>
                </p:cNvPicPr>
                <p:nvPr/>
              </p:nvPicPr>
              <p:blipFill>
                <a:blip r:embed="rId1075">
                  <a:extLst>
                    <a:ext uri="{28A0092B-C50C-407E-A947-70E740481C1C}">
                      <a14:useLocalDpi xmlns:a14="http://schemas.microsoft.com/office/drawing/2010/main" val="0"/>
                    </a:ext>
                  </a:extLst>
                </a:blip>
                <a:srcRect/>
                <a:stretch>
                  <a:fillRect/>
                </a:stretch>
              </p:blipFill>
              <p:spPr bwMode="auto">
                <a:xfrm>
                  <a:off x="5234" y="3046"/>
                  <a:ext cx="21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1" name="Picture 2007">
                  <a:extLst>
                    <a:ext uri="{FF2B5EF4-FFF2-40B4-BE49-F238E27FC236}">
                      <a16:creationId xmlns:a16="http://schemas.microsoft.com/office/drawing/2014/main" id="{1E434A36-5AFC-4194-9EF4-FAACAF141A88}"/>
                    </a:ext>
                  </a:extLst>
                </p:cNvPr>
                <p:cNvPicPr>
                  <a:picLocks noChangeAspect="1" noChangeArrowheads="1"/>
                </p:cNvPicPr>
                <p:nvPr/>
              </p:nvPicPr>
              <p:blipFill>
                <a:blip r:embed="rId1076">
                  <a:extLst>
                    <a:ext uri="{28A0092B-C50C-407E-A947-70E740481C1C}">
                      <a14:useLocalDpi xmlns:a14="http://schemas.microsoft.com/office/drawing/2010/main" val="0"/>
                    </a:ext>
                  </a:extLst>
                </a:blip>
                <a:srcRect/>
                <a:stretch>
                  <a:fillRect/>
                </a:stretch>
              </p:blipFill>
              <p:spPr bwMode="auto">
                <a:xfrm>
                  <a:off x="5281" y="3047"/>
                  <a:ext cx="16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2" name="Picture 2008">
                  <a:extLst>
                    <a:ext uri="{FF2B5EF4-FFF2-40B4-BE49-F238E27FC236}">
                      <a16:creationId xmlns:a16="http://schemas.microsoft.com/office/drawing/2014/main" id="{45221CFC-5E10-479F-A270-FA740CC84643}"/>
                    </a:ext>
                  </a:extLst>
                </p:cNvPr>
                <p:cNvPicPr>
                  <a:picLocks noChangeAspect="1" noChangeArrowheads="1"/>
                </p:cNvPicPr>
                <p:nvPr/>
              </p:nvPicPr>
              <p:blipFill>
                <a:blip r:embed="rId1077">
                  <a:extLst>
                    <a:ext uri="{28A0092B-C50C-407E-A947-70E740481C1C}">
                      <a14:useLocalDpi xmlns:a14="http://schemas.microsoft.com/office/drawing/2010/main" val="0"/>
                    </a:ext>
                  </a:extLst>
                </a:blip>
                <a:srcRect/>
                <a:stretch>
                  <a:fillRect/>
                </a:stretch>
              </p:blipFill>
              <p:spPr bwMode="auto">
                <a:xfrm>
                  <a:off x="5281" y="3048"/>
                  <a:ext cx="12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3" name="Picture 2009">
                  <a:extLst>
                    <a:ext uri="{FF2B5EF4-FFF2-40B4-BE49-F238E27FC236}">
                      <a16:creationId xmlns:a16="http://schemas.microsoft.com/office/drawing/2014/main" id="{EB85AB84-9A90-4D29-A6F6-39EE8D2582A0}"/>
                    </a:ext>
                  </a:extLst>
                </p:cNvPr>
                <p:cNvPicPr>
                  <a:picLocks noChangeAspect="1" noChangeArrowheads="1"/>
                </p:cNvPicPr>
                <p:nvPr/>
              </p:nvPicPr>
              <p:blipFill>
                <a:blip r:embed="rId1078">
                  <a:extLst>
                    <a:ext uri="{28A0092B-C50C-407E-A947-70E740481C1C}">
                      <a14:useLocalDpi xmlns:a14="http://schemas.microsoft.com/office/drawing/2010/main" val="0"/>
                    </a:ext>
                  </a:extLst>
                </a:blip>
                <a:srcRect/>
                <a:stretch>
                  <a:fillRect/>
                </a:stretch>
              </p:blipFill>
              <p:spPr bwMode="auto">
                <a:xfrm>
                  <a:off x="5281" y="3049"/>
                  <a:ext cx="12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4" name="Picture 2010">
                  <a:extLst>
                    <a:ext uri="{FF2B5EF4-FFF2-40B4-BE49-F238E27FC236}">
                      <a16:creationId xmlns:a16="http://schemas.microsoft.com/office/drawing/2014/main" id="{4CC430A1-9EC1-44FB-9E18-E9011826750F}"/>
                    </a:ext>
                  </a:extLst>
                </p:cNvPr>
                <p:cNvPicPr>
                  <a:picLocks noChangeAspect="1" noChangeArrowheads="1"/>
                </p:cNvPicPr>
                <p:nvPr/>
              </p:nvPicPr>
              <p:blipFill>
                <a:blip r:embed="rId1079">
                  <a:extLst>
                    <a:ext uri="{28A0092B-C50C-407E-A947-70E740481C1C}">
                      <a14:useLocalDpi xmlns:a14="http://schemas.microsoft.com/office/drawing/2010/main" val="0"/>
                    </a:ext>
                  </a:extLst>
                </a:blip>
                <a:srcRect/>
                <a:stretch>
                  <a:fillRect/>
                </a:stretch>
              </p:blipFill>
              <p:spPr bwMode="auto">
                <a:xfrm>
                  <a:off x="5300" y="3050"/>
                  <a:ext cx="8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5" name="Picture 2011">
                  <a:extLst>
                    <a:ext uri="{FF2B5EF4-FFF2-40B4-BE49-F238E27FC236}">
                      <a16:creationId xmlns:a16="http://schemas.microsoft.com/office/drawing/2014/main" id="{2364039A-BC2C-4F6B-B48F-7AA1C5A7AB2E}"/>
                    </a:ext>
                  </a:extLst>
                </p:cNvPr>
                <p:cNvPicPr>
                  <a:picLocks noChangeAspect="1" noChangeArrowheads="1"/>
                </p:cNvPicPr>
                <p:nvPr/>
              </p:nvPicPr>
              <p:blipFill>
                <a:blip r:embed="rId1080">
                  <a:extLst>
                    <a:ext uri="{28A0092B-C50C-407E-A947-70E740481C1C}">
                      <a14:useLocalDpi xmlns:a14="http://schemas.microsoft.com/office/drawing/2010/main" val="0"/>
                    </a:ext>
                  </a:extLst>
                </a:blip>
                <a:srcRect/>
                <a:stretch>
                  <a:fillRect/>
                </a:stretch>
              </p:blipFill>
              <p:spPr bwMode="auto">
                <a:xfrm>
                  <a:off x="5300" y="3051"/>
                  <a:ext cx="8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6" name="Picture 2012">
                  <a:extLst>
                    <a:ext uri="{FF2B5EF4-FFF2-40B4-BE49-F238E27FC236}">
                      <a16:creationId xmlns:a16="http://schemas.microsoft.com/office/drawing/2014/main" id="{45A39D72-13F7-4DE6-9BE4-BF26392C0F79}"/>
                    </a:ext>
                  </a:extLst>
                </p:cNvPr>
                <p:cNvPicPr>
                  <a:picLocks noChangeAspect="1" noChangeArrowheads="1"/>
                </p:cNvPicPr>
                <p:nvPr/>
              </p:nvPicPr>
              <p:blipFill>
                <a:blip r:embed="rId1081">
                  <a:extLst>
                    <a:ext uri="{28A0092B-C50C-407E-A947-70E740481C1C}">
                      <a14:useLocalDpi xmlns:a14="http://schemas.microsoft.com/office/drawing/2010/main" val="0"/>
                    </a:ext>
                  </a:extLst>
                </a:blip>
                <a:srcRect/>
                <a:stretch>
                  <a:fillRect/>
                </a:stretch>
              </p:blipFill>
              <p:spPr bwMode="auto">
                <a:xfrm>
                  <a:off x="5300" y="3052"/>
                  <a:ext cx="8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 name="Picture 2013">
                  <a:extLst>
                    <a:ext uri="{FF2B5EF4-FFF2-40B4-BE49-F238E27FC236}">
                      <a16:creationId xmlns:a16="http://schemas.microsoft.com/office/drawing/2014/main" id="{5F83EB29-B9C7-4550-8126-C54C8D36D364}"/>
                    </a:ext>
                  </a:extLst>
                </p:cNvPr>
                <p:cNvPicPr>
                  <a:picLocks noChangeAspect="1" noChangeArrowheads="1"/>
                </p:cNvPicPr>
                <p:nvPr/>
              </p:nvPicPr>
              <p:blipFill>
                <a:blip r:embed="rId1082">
                  <a:extLst>
                    <a:ext uri="{28A0092B-C50C-407E-A947-70E740481C1C}">
                      <a14:useLocalDpi xmlns:a14="http://schemas.microsoft.com/office/drawing/2010/main" val="0"/>
                    </a:ext>
                  </a:extLst>
                </a:blip>
                <a:srcRect/>
                <a:stretch>
                  <a:fillRect/>
                </a:stretch>
              </p:blipFill>
              <p:spPr bwMode="auto">
                <a:xfrm>
                  <a:off x="5300" y="3053"/>
                  <a:ext cx="80"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8" name="Picture 2014">
                  <a:extLst>
                    <a:ext uri="{FF2B5EF4-FFF2-40B4-BE49-F238E27FC236}">
                      <a16:creationId xmlns:a16="http://schemas.microsoft.com/office/drawing/2014/main" id="{2D9032CA-E1DD-41FA-9ED7-469053600762}"/>
                    </a:ext>
                  </a:extLst>
                </p:cNvPr>
                <p:cNvPicPr>
                  <a:picLocks noChangeAspect="1" noChangeArrowheads="1"/>
                </p:cNvPicPr>
                <p:nvPr/>
              </p:nvPicPr>
              <p:blipFill>
                <a:blip r:embed="rId1083">
                  <a:extLst>
                    <a:ext uri="{28A0092B-C50C-407E-A947-70E740481C1C}">
                      <a14:useLocalDpi xmlns:a14="http://schemas.microsoft.com/office/drawing/2010/main" val="0"/>
                    </a:ext>
                  </a:extLst>
                </a:blip>
                <a:srcRect/>
                <a:stretch>
                  <a:fillRect/>
                </a:stretch>
              </p:blipFill>
              <p:spPr bwMode="auto">
                <a:xfrm>
                  <a:off x="5300" y="3054"/>
                  <a:ext cx="79"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9" name="Picture 2015">
                  <a:extLst>
                    <a:ext uri="{FF2B5EF4-FFF2-40B4-BE49-F238E27FC236}">
                      <a16:creationId xmlns:a16="http://schemas.microsoft.com/office/drawing/2014/main" id="{DFB15D64-BF07-4A08-9FB9-40236CDC2199}"/>
                    </a:ext>
                  </a:extLst>
                </p:cNvPr>
                <p:cNvPicPr>
                  <a:picLocks noChangeAspect="1" noChangeArrowheads="1"/>
                </p:cNvPicPr>
                <p:nvPr/>
              </p:nvPicPr>
              <p:blipFill>
                <a:blip r:embed="rId1084">
                  <a:extLst>
                    <a:ext uri="{28A0092B-C50C-407E-A947-70E740481C1C}">
                      <a14:useLocalDpi xmlns:a14="http://schemas.microsoft.com/office/drawing/2010/main" val="0"/>
                    </a:ext>
                  </a:extLst>
                </a:blip>
                <a:srcRect/>
                <a:stretch>
                  <a:fillRect/>
                </a:stretch>
              </p:blipFill>
              <p:spPr bwMode="auto">
                <a:xfrm>
                  <a:off x="5301" y="3055"/>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0" name="Picture 2016">
                  <a:extLst>
                    <a:ext uri="{FF2B5EF4-FFF2-40B4-BE49-F238E27FC236}">
                      <a16:creationId xmlns:a16="http://schemas.microsoft.com/office/drawing/2014/main" id="{F0C7337A-5ADC-4A8C-8D72-8460FCADB6EB}"/>
                    </a:ext>
                  </a:extLst>
                </p:cNvPr>
                <p:cNvPicPr>
                  <a:picLocks noChangeAspect="1" noChangeArrowheads="1"/>
                </p:cNvPicPr>
                <p:nvPr/>
              </p:nvPicPr>
              <p:blipFill>
                <a:blip r:embed="rId1085">
                  <a:extLst>
                    <a:ext uri="{28A0092B-C50C-407E-A947-70E740481C1C}">
                      <a14:useLocalDpi xmlns:a14="http://schemas.microsoft.com/office/drawing/2010/main" val="0"/>
                    </a:ext>
                  </a:extLst>
                </a:blip>
                <a:srcRect/>
                <a:stretch>
                  <a:fillRect/>
                </a:stretch>
              </p:blipFill>
              <p:spPr bwMode="auto">
                <a:xfrm>
                  <a:off x="5301" y="3056"/>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1" name="Picture 2017">
                  <a:extLst>
                    <a:ext uri="{FF2B5EF4-FFF2-40B4-BE49-F238E27FC236}">
                      <a16:creationId xmlns:a16="http://schemas.microsoft.com/office/drawing/2014/main" id="{15F3A3CF-01C6-4CF3-9AA2-83989C1929DE}"/>
                    </a:ext>
                  </a:extLst>
                </p:cNvPr>
                <p:cNvPicPr>
                  <a:picLocks noChangeAspect="1" noChangeArrowheads="1"/>
                </p:cNvPicPr>
                <p:nvPr/>
              </p:nvPicPr>
              <p:blipFill>
                <a:blip r:embed="rId1086">
                  <a:extLst>
                    <a:ext uri="{28A0092B-C50C-407E-A947-70E740481C1C}">
                      <a14:useLocalDpi xmlns:a14="http://schemas.microsoft.com/office/drawing/2010/main" val="0"/>
                    </a:ext>
                  </a:extLst>
                </a:blip>
                <a:srcRect/>
                <a:stretch>
                  <a:fillRect/>
                </a:stretch>
              </p:blipFill>
              <p:spPr bwMode="auto">
                <a:xfrm>
                  <a:off x="5301" y="3057"/>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2" name="Picture 2018">
                  <a:extLst>
                    <a:ext uri="{FF2B5EF4-FFF2-40B4-BE49-F238E27FC236}">
                      <a16:creationId xmlns:a16="http://schemas.microsoft.com/office/drawing/2014/main" id="{AAFB5D6F-B3E8-4BF5-8BEE-CA33DD757981}"/>
                    </a:ext>
                  </a:extLst>
                </p:cNvPr>
                <p:cNvPicPr>
                  <a:picLocks noChangeAspect="1" noChangeArrowheads="1"/>
                </p:cNvPicPr>
                <p:nvPr/>
              </p:nvPicPr>
              <p:blipFill>
                <a:blip r:embed="rId1087">
                  <a:extLst>
                    <a:ext uri="{28A0092B-C50C-407E-A947-70E740481C1C}">
                      <a14:useLocalDpi xmlns:a14="http://schemas.microsoft.com/office/drawing/2010/main" val="0"/>
                    </a:ext>
                  </a:extLst>
                </a:blip>
                <a:srcRect/>
                <a:stretch>
                  <a:fillRect/>
                </a:stretch>
              </p:blipFill>
              <p:spPr bwMode="auto">
                <a:xfrm>
                  <a:off x="5301" y="3057"/>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3" name="Picture 2019">
                  <a:extLst>
                    <a:ext uri="{FF2B5EF4-FFF2-40B4-BE49-F238E27FC236}">
                      <a16:creationId xmlns:a16="http://schemas.microsoft.com/office/drawing/2014/main" id="{F01867B4-42FE-4F47-8212-A7DCD2CA4EE4}"/>
                    </a:ext>
                  </a:extLst>
                </p:cNvPr>
                <p:cNvPicPr>
                  <a:picLocks noChangeAspect="1" noChangeArrowheads="1"/>
                </p:cNvPicPr>
                <p:nvPr/>
              </p:nvPicPr>
              <p:blipFill>
                <a:blip r:embed="rId1088">
                  <a:extLst>
                    <a:ext uri="{28A0092B-C50C-407E-A947-70E740481C1C}">
                      <a14:useLocalDpi xmlns:a14="http://schemas.microsoft.com/office/drawing/2010/main" val="0"/>
                    </a:ext>
                  </a:extLst>
                </a:blip>
                <a:srcRect/>
                <a:stretch>
                  <a:fillRect/>
                </a:stretch>
              </p:blipFill>
              <p:spPr bwMode="auto">
                <a:xfrm>
                  <a:off x="5301" y="3058"/>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4" name="Picture 2020">
                  <a:extLst>
                    <a:ext uri="{FF2B5EF4-FFF2-40B4-BE49-F238E27FC236}">
                      <a16:creationId xmlns:a16="http://schemas.microsoft.com/office/drawing/2014/main" id="{8F332876-CAC5-43BB-95DA-A3D25D9AD8AF}"/>
                    </a:ext>
                  </a:extLst>
                </p:cNvPr>
                <p:cNvPicPr>
                  <a:picLocks noChangeAspect="1" noChangeArrowheads="1"/>
                </p:cNvPicPr>
                <p:nvPr/>
              </p:nvPicPr>
              <p:blipFill>
                <a:blip r:embed="rId1089">
                  <a:extLst>
                    <a:ext uri="{28A0092B-C50C-407E-A947-70E740481C1C}">
                      <a14:useLocalDpi xmlns:a14="http://schemas.microsoft.com/office/drawing/2010/main" val="0"/>
                    </a:ext>
                  </a:extLst>
                </a:blip>
                <a:srcRect/>
                <a:stretch>
                  <a:fillRect/>
                </a:stretch>
              </p:blipFill>
              <p:spPr bwMode="auto">
                <a:xfrm>
                  <a:off x="5301" y="3059"/>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5" name="Picture 2021">
                  <a:extLst>
                    <a:ext uri="{FF2B5EF4-FFF2-40B4-BE49-F238E27FC236}">
                      <a16:creationId xmlns:a16="http://schemas.microsoft.com/office/drawing/2014/main" id="{5DFAE7A0-E58C-4470-9D37-55BF884EF1E3}"/>
                    </a:ext>
                  </a:extLst>
                </p:cNvPr>
                <p:cNvPicPr>
                  <a:picLocks noChangeAspect="1" noChangeArrowheads="1"/>
                </p:cNvPicPr>
                <p:nvPr/>
              </p:nvPicPr>
              <p:blipFill>
                <a:blip r:embed="rId1090">
                  <a:extLst>
                    <a:ext uri="{28A0092B-C50C-407E-A947-70E740481C1C}">
                      <a14:useLocalDpi xmlns:a14="http://schemas.microsoft.com/office/drawing/2010/main" val="0"/>
                    </a:ext>
                  </a:extLst>
                </a:blip>
                <a:srcRect/>
                <a:stretch>
                  <a:fillRect/>
                </a:stretch>
              </p:blipFill>
              <p:spPr bwMode="auto">
                <a:xfrm>
                  <a:off x="5301" y="3060"/>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6" name="Picture 2022">
                  <a:extLst>
                    <a:ext uri="{FF2B5EF4-FFF2-40B4-BE49-F238E27FC236}">
                      <a16:creationId xmlns:a16="http://schemas.microsoft.com/office/drawing/2014/main" id="{577C5CB3-847B-4CD1-AEF5-865660CCEC7E}"/>
                    </a:ext>
                  </a:extLst>
                </p:cNvPr>
                <p:cNvPicPr>
                  <a:picLocks noChangeAspect="1" noChangeArrowheads="1"/>
                </p:cNvPicPr>
                <p:nvPr/>
              </p:nvPicPr>
              <p:blipFill>
                <a:blip r:embed="rId1091">
                  <a:extLst>
                    <a:ext uri="{28A0092B-C50C-407E-A947-70E740481C1C}">
                      <a14:useLocalDpi xmlns:a14="http://schemas.microsoft.com/office/drawing/2010/main" val="0"/>
                    </a:ext>
                  </a:extLst>
                </a:blip>
                <a:srcRect/>
                <a:stretch>
                  <a:fillRect/>
                </a:stretch>
              </p:blipFill>
              <p:spPr bwMode="auto">
                <a:xfrm>
                  <a:off x="5301" y="3061"/>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7" name="Picture 2023">
                  <a:extLst>
                    <a:ext uri="{FF2B5EF4-FFF2-40B4-BE49-F238E27FC236}">
                      <a16:creationId xmlns:a16="http://schemas.microsoft.com/office/drawing/2014/main" id="{9C33AE89-516B-439F-A814-2AB722E19F1D}"/>
                    </a:ext>
                  </a:extLst>
                </p:cNvPr>
                <p:cNvPicPr>
                  <a:picLocks noChangeAspect="1" noChangeArrowheads="1"/>
                </p:cNvPicPr>
                <p:nvPr/>
              </p:nvPicPr>
              <p:blipFill>
                <a:blip r:embed="rId1092">
                  <a:extLst>
                    <a:ext uri="{28A0092B-C50C-407E-A947-70E740481C1C}">
                      <a14:useLocalDpi xmlns:a14="http://schemas.microsoft.com/office/drawing/2010/main" val="0"/>
                    </a:ext>
                  </a:extLst>
                </a:blip>
                <a:srcRect/>
                <a:stretch>
                  <a:fillRect/>
                </a:stretch>
              </p:blipFill>
              <p:spPr bwMode="auto">
                <a:xfrm>
                  <a:off x="5301" y="3062"/>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 name="Picture 2024">
                  <a:extLst>
                    <a:ext uri="{FF2B5EF4-FFF2-40B4-BE49-F238E27FC236}">
                      <a16:creationId xmlns:a16="http://schemas.microsoft.com/office/drawing/2014/main" id="{53142CC6-BDF5-4B59-87EC-73526A30B176}"/>
                    </a:ext>
                  </a:extLst>
                </p:cNvPr>
                <p:cNvPicPr>
                  <a:picLocks noChangeAspect="1" noChangeArrowheads="1"/>
                </p:cNvPicPr>
                <p:nvPr/>
              </p:nvPicPr>
              <p:blipFill>
                <a:blip r:embed="rId1093">
                  <a:extLst>
                    <a:ext uri="{28A0092B-C50C-407E-A947-70E740481C1C}">
                      <a14:useLocalDpi xmlns:a14="http://schemas.microsoft.com/office/drawing/2010/main" val="0"/>
                    </a:ext>
                  </a:extLst>
                </a:blip>
                <a:srcRect/>
                <a:stretch>
                  <a:fillRect/>
                </a:stretch>
              </p:blipFill>
              <p:spPr bwMode="auto">
                <a:xfrm>
                  <a:off x="5301" y="3063"/>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9" name="Picture 2025">
                  <a:extLst>
                    <a:ext uri="{FF2B5EF4-FFF2-40B4-BE49-F238E27FC236}">
                      <a16:creationId xmlns:a16="http://schemas.microsoft.com/office/drawing/2014/main" id="{0ECEC522-780E-4ED2-9B8B-8BE1990FA584}"/>
                    </a:ext>
                  </a:extLst>
                </p:cNvPr>
                <p:cNvPicPr>
                  <a:picLocks noChangeAspect="1" noChangeArrowheads="1"/>
                </p:cNvPicPr>
                <p:nvPr/>
              </p:nvPicPr>
              <p:blipFill>
                <a:blip r:embed="rId1094">
                  <a:extLst>
                    <a:ext uri="{28A0092B-C50C-407E-A947-70E740481C1C}">
                      <a14:useLocalDpi xmlns:a14="http://schemas.microsoft.com/office/drawing/2010/main" val="0"/>
                    </a:ext>
                  </a:extLst>
                </a:blip>
                <a:srcRect/>
                <a:stretch>
                  <a:fillRect/>
                </a:stretch>
              </p:blipFill>
              <p:spPr bwMode="auto">
                <a:xfrm>
                  <a:off x="5301" y="3064"/>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0" name="Picture 2026">
                  <a:extLst>
                    <a:ext uri="{FF2B5EF4-FFF2-40B4-BE49-F238E27FC236}">
                      <a16:creationId xmlns:a16="http://schemas.microsoft.com/office/drawing/2014/main" id="{88B4A2D4-839F-49CB-BD21-5F46D9D5B0BF}"/>
                    </a:ext>
                  </a:extLst>
                </p:cNvPr>
                <p:cNvPicPr>
                  <a:picLocks noChangeAspect="1" noChangeArrowheads="1"/>
                </p:cNvPicPr>
                <p:nvPr/>
              </p:nvPicPr>
              <p:blipFill>
                <a:blip r:embed="rId1095">
                  <a:extLst>
                    <a:ext uri="{28A0092B-C50C-407E-A947-70E740481C1C}">
                      <a14:useLocalDpi xmlns:a14="http://schemas.microsoft.com/office/drawing/2010/main" val="0"/>
                    </a:ext>
                  </a:extLst>
                </a:blip>
                <a:srcRect/>
                <a:stretch>
                  <a:fillRect/>
                </a:stretch>
              </p:blipFill>
              <p:spPr bwMode="auto">
                <a:xfrm>
                  <a:off x="5301" y="3065"/>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1" name="Picture 2027">
                  <a:extLst>
                    <a:ext uri="{FF2B5EF4-FFF2-40B4-BE49-F238E27FC236}">
                      <a16:creationId xmlns:a16="http://schemas.microsoft.com/office/drawing/2014/main" id="{57E94175-1511-40A2-A82E-D818E778FF00}"/>
                    </a:ext>
                  </a:extLst>
                </p:cNvPr>
                <p:cNvPicPr>
                  <a:picLocks noChangeAspect="1" noChangeArrowheads="1"/>
                </p:cNvPicPr>
                <p:nvPr/>
              </p:nvPicPr>
              <p:blipFill>
                <a:blip r:embed="rId1094">
                  <a:extLst>
                    <a:ext uri="{28A0092B-C50C-407E-A947-70E740481C1C}">
                      <a14:useLocalDpi xmlns:a14="http://schemas.microsoft.com/office/drawing/2010/main" val="0"/>
                    </a:ext>
                  </a:extLst>
                </a:blip>
                <a:srcRect/>
                <a:stretch>
                  <a:fillRect/>
                </a:stretch>
              </p:blipFill>
              <p:spPr bwMode="auto">
                <a:xfrm>
                  <a:off x="5301" y="3066"/>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2" name="Picture 2028">
                  <a:extLst>
                    <a:ext uri="{FF2B5EF4-FFF2-40B4-BE49-F238E27FC236}">
                      <a16:creationId xmlns:a16="http://schemas.microsoft.com/office/drawing/2014/main" id="{035309C3-D39F-4809-AE32-9F0B6070F90E}"/>
                    </a:ext>
                  </a:extLst>
                </p:cNvPr>
                <p:cNvPicPr>
                  <a:picLocks noChangeAspect="1" noChangeArrowheads="1"/>
                </p:cNvPicPr>
                <p:nvPr/>
              </p:nvPicPr>
              <p:blipFill>
                <a:blip r:embed="rId1093">
                  <a:extLst>
                    <a:ext uri="{28A0092B-C50C-407E-A947-70E740481C1C}">
                      <a14:useLocalDpi xmlns:a14="http://schemas.microsoft.com/office/drawing/2010/main" val="0"/>
                    </a:ext>
                  </a:extLst>
                </a:blip>
                <a:srcRect/>
                <a:stretch>
                  <a:fillRect/>
                </a:stretch>
              </p:blipFill>
              <p:spPr bwMode="auto">
                <a:xfrm>
                  <a:off x="5301" y="3067"/>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3" name="Picture 2029">
                  <a:extLst>
                    <a:ext uri="{FF2B5EF4-FFF2-40B4-BE49-F238E27FC236}">
                      <a16:creationId xmlns:a16="http://schemas.microsoft.com/office/drawing/2014/main" id="{768F0E6B-20C5-4DAC-93E8-EEBB2E7700E8}"/>
                    </a:ext>
                  </a:extLst>
                </p:cNvPr>
                <p:cNvPicPr>
                  <a:picLocks noChangeAspect="1" noChangeArrowheads="1"/>
                </p:cNvPicPr>
                <p:nvPr/>
              </p:nvPicPr>
              <p:blipFill>
                <a:blip r:embed="rId1096">
                  <a:extLst>
                    <a:ext uri="{28A0092B-C50C-407E-A947-70E740481C1C}">
                      <a14:useLocalDpi xmlns:a14="http://schemas.microsoft.com/office/drawing/2010/main" val="0"/>
                    </a:ext>
                  </a:extLst>
                </a:blip>
                <a:srcRect/>
                <a:stretch>
                  <a:fillRect/>
                </a:stretch>
              </p:blipFill>
              <p:spPr bwMode="auto">
                <a:xfrm>
                  <a:off x="5301" y="3068"/>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4" name="Picture 2030">
                  <a:extLst>
                    <a:ext uri="{FF2B5EF4-FFF2-40B4-BE49-F238E27FC236}">
                      <a16:creationId xmlns:a16="http://schemas.microsoft.com/office/drawing/2014/main" id="{7A41C6FA-569B-45A4-B5BE-4DF90BDE6DFE}"/>
                    </a:ext>
                  </a:extLst>
                </p:cNvPr>
                <p:cNvPicPr>
                  <a:picLocks noChangeAspect="1" noChangeArrowheads="1"/>
                </p:cNvPicPr>
                <p:nvPr/>
              </p:nvPicPr>
              <p:blipFill>
                <a:blip r:embed="rId1097">
                  <a:extLst>
                    <a:ext uri="{28A0092B-C50C-407E-A947-70E740481C1C}">
                      <a14:useLocalDpi xmlns:a14="http://schemas.microsoft.com/office/drawing/2010/main" val="0"/>
                    </a:ext>
                  </a:extLst>
                </a:blip>
                <a:srcRect/>
                <a:stretch>
                  <a:fillRect/>
                </a:stretch>
              </p:blipFill>
              <p:spPr bwMode="auto">
                <a:xfrm>
                  <a:off x="5301" y="3069"/>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5" name="Picture 2031">
                  <a:extLst>
                    <a:ext uri="{FF2B5EF4-FFF2-40B4-BE49-F238E27FC236}">
                      <a16:creationId xmlns:a16="http://schemas.microsoft.com/office/drawing/2014/main" id="{8C016816-CA2A-4332-8B7B-70A6BB494146}"/>
                    </a:ext>
                  </a:extLst>
                </p:cNvPr>
                <p:cNvPicPr>
                  <a:picLocks noChangeAspect="1" noChangeArrowheads="1"/>
                </p:cNvPicPr>
                <p:nvPr/>
              </p:nvPicPr>
              <p:blipFill>
                <a:blip r:embed="rId1098">
                  <a:extLst>
                    <a:ext uri="{28A0092B-C50C-407E-A947-70E740481C1C}">
                      <a14:useLocalDpi xmlns:a14="http://schemas.microsoft.com/office/drawing/2010/main" val="0"/>
                    </a:ext>
                  </a:extLst>
                </a:blip>
                <a:srcRect/>
                <a:stretch>
                  <a:fillRect/>
                </a:stretch>
              </p:blipFill>
              <p:spPr bwMode="auto">
                <a:xfrm>
                  <a:off x="5301" y="3070"/>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6" name="Picture 2032">
                  <a:extLst>
                    <a:ext uri="{FF2B5EF4-FFF2-40B4-BE49-F238E27FC236}">
                      <a16:creationId xmlns:a16="http://schemas.microsoft.com/office/drawing/2014/main" id="{69D2F42F-6F77-4ECD-8B87-24FF780D5F1C}"/>
                    </a:ext>
                  </a:extLst>
                </p:cNvPr>
                <p:cNvPicPr>
                  <a:picLocks noChangeAspect="1" noChangeArrowheads="1"/>
                </p:cNvPicPr>
                <p:nvPr/>
              </p:nvPicPr>
              <p:blipFill>
                <a:blip r:embed="rId1099">
                  <a:extLst>
                    <a:ext uri="{28A0092B-C50C-407E-A947-70E740481C1C}">
                      <a14:useLocalDpi xmlns:a14="http://schemas.microsoft.com/office/drawing/2010/main" val="0"/>
                    </a:ext>
                  </a:extLst>
                </a:blip>
                <a:srcRect/>
                <a:stretch>
                  <a:fillRect/>
                </a:stretch>
              </p:blipFill>
              <p:spPr bwMode="auto">
                <a:xfrm>
                  <a:off x="5301" y="3071"/>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7" name="Picture 2033">
                  <a:extLst>
                    <a:ext uri="{FF2B5EF4-FFF2-40B4-BE49-F238E27FC236}">
                      <a16:creationId xmlns:a16="http://schemas.microsoft.com/office/drawing/2014/main" id="{CC0DABAE-7990-4134-A0B4-38FBBC93984A}"/>
                    </a:ext>
                  </a:extLst>
                </p:cNvPr>
                <p:cNvPicPr>
                  <a:picLocks noChangeAspect="1" noChangeArrowheads="1"/>
                </p:cNvPicPr>
                <p:nvPr/>
              </p:nvPicPr>
              <p:blipFill>
                <a:blip r:embed="rId1100">
                  <a:extLst>
                    <a:ext uri="{28A0092B-C50C-407E-A947-70E740481C1C}">
                      <a14:useLocalDpi xmlns:a14="http://schemas.microsoft.com/office/drawing/2010/main" val="0"/>
                    </a:ext>
                  </a:extLst>
                </a:blip>
                <a:srcRect/>
                <a:stretch>
                  <a:fillRect/>
                </a:stretch>
              </p:blipFill>
              <p:spPr bwMode="auto">
                <a:xfrm>
                  <a:off x="5301" y="3072"/>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 name="Picture 2034">
                  <a:extLst>
                    <a:ext uri="{FF2B5EF4-FFF2-40B4-BE49-F238E27FC236}">
                      <a16:creationId xmlns:a16="http://schemas.microsoft.com/office/drawing/2014/main" id="{E09CAA1A-FBF3-47BA-8D5A-5BB88F24D0D0}"/>
                    </a:ext>
                  </a:extLst>
                </p:cNvPr>
                <p:cNvPicPr>
                  <a:picLocks noChangeAspect="1" noChangeArrowheads="1"/>
                </p:cNvPicPr>
                <p:nvPr/>
              </p:nvPicPr>
              <p:blipFill>
                <a:blip r:embed="rId1101">
                  <a:extLst>
                    <a:ext uri="{28A0092B-C50C-407E-A947-70E740481C1C}">
                      <a14:useLocalDpi xmlns:a14="http://schemas.microsoft.com/office/drawing/2010/main" val="0"/>
                    </a:ext>
                  </a:extLst>
                </a:blip>
                <a:srcRect/>
                <a:stretch>
                  <a:fillRect/>
                </a:stretch>
              </p:blipFill>
              <p:spPr bwMode="auto">
                <a:xfrm>
                  <a:off x="5301" y="3073"/>
                  <a:ext cx="76"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9" name="Picture 2035">
                  <a:extLst>
                    <a:ext uri="{FF2B5EF4-FFF2-40B4-BE49-F238E27FC236}">
                      <a16:creationId xmlns:a16="http://schemas.microsoft.com/office/drawing/2014/main" id="{F208C492-EC37-41FB-A186-387A4317872C}"/>
                    </a:ext>
                  </a:extLst>
                </p:cNvPr>
                <p:cNvPicPr>
                  <a:picLocks noChangeAspect="1" noChangeArrowheads="1"/>
                </p:cNvPicPr>
                <p:nvPr/>
              </p:nvPicPr>
              <p:blipFill>
                <a:blip r:embed="rId1102">
                  <a:extLst>
                    <a:ext uri="{28A0092B-C50C-407E-A947-70E740481C1C}">
                      <a14:useLocalDpi xmlns:a14="http://schemas.microsoft.com/office/drawing/2010/main" val="0"/>
                    </a:ext>
                  </a:extLst>
                </a:blip>
                <a:srcRect/>
                <a:stretch>
                  <a:fillRect/>
                </a:stretch>
              </p:blipFill>
              <p:spPr bwMode="auto">
                <a:xfrm>
                  <a:off x="5301" y="3074"/>
                  <a:ext cx="77"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0" name="Picture 2036">
                  <a:extLst>
                    <a:ext uri="{FF2B5EF4-FFF2-40B4-BE49-F238E27FC236}">
                      <a16:creationId xmlns:a16="http://schemas.microsoft.com/office/drawing/2014/main" id="{7A59CC78-96C0-4513-A811-0A90E9570111}"/>
                    </a:ext>
                  </a:extLst>
                </p:cNvPr>
                <p:cNvPicPr>
                  <a:picLocks noChangeAspect="1" noChangeArrowheads="1"/>
                </p:cNvPicPr>
                <p:nvPr/>
              </p:nvPicPr>
              <p:blipFill>
                <a:blip r:embed="rId1103">
                  <a:extLst>
                    <a:ext uri="{28A0092B-C50C-407E-A947-70E740481C1C}">
                      <a14:useLocalDpi xmlns:a14="http://schemas.microsoft.com/office/drawing/2010/main" val="0"/>
                    </a:ext>
                  </a:extLst>
                </a:blip>
                <a:srcRect/>
                <a:stretch>
                  <a:fillRect/>
                </a:stretch>
              </p:blipFill>
              <p:spPr bwMode="auto">
                <a:xfrm>
                  <a:off x="5293" y="3075"/>
                  <a:ext cx="9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1" name="Picture 2037">
                  <a:extLst>
                    <a:ext uri="{FF2B5EF4-FFF2-40B4-BE49-F238E27FC236}">
                      <a16:creationId xmlns:a16="http://schemas.microsoft.com/office/drawing/2014/main" id="{59438A4E-DB38-4A64-BCBA-BA90812D6757}"/>
                    </a:ext>
                  </a:extLst>
                </p:cNvPr>
                <p:cNvPicPr>
                  <a:picLocks noChangeAspect="1" noChangeArrowheads="1"/>
                </p:cNvPicPr>
                <p:nvPr/>
              </p:nvPicPr>
              <p:blipFill>
                <a:blip r:embed="rId1104">
                  <a:extLst>
                    <a:ext uri="{28A0092B-C50C-407E-A947-70E740481C1C}">
                      <a14:useLocalDpi xmlns:a14="http://schemas.microsoft.com/office/drawing/2010/main" val="0"/>
                    </a:ext>
                  </a:extLst>
                </a:blip>
                <a:srcRect/>
                <a:stretch>
                  <a:fillRect/>
                </a:stretch>
              </p:blipFill>
              <p:spPr bwMode="auto">
                <a:xfrm>
                  <a:off x="5293" y="3076"/>
                  <a:ext cx="9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2" name="Picture 2038">
                  <a:extLst>
                    <a:ext uri="{FF2B5EF4-FFF2-40B4-BE49-F238E27FC236}">
                      <a16:creationId xmlns:a16="http://schemas.microsoft.com/office/drawing/2014/main" id="{C4E1C4FC-2185-443D-BF37-0912FC24F2AA}"/>
                    </a:ext>
                  </a:extLst>
                </p:cNvPr>
                <p:cNvPicPr>
                  <a:picLocks noChangeAspect="1" noChangeArrowheads="1"/>
                </p:cNvPicPr>
                <p:nvPr/>
              </p:nvPicPr>
              <p:blipFill>
                <a:blip r:embed="rId1105">
                  <a:extLst>
                    <a:ext uri="{28A0092B-C50C-407E-A947-70E740481C1C}">
                      <a14:useLocalDpi xmlns:a14="http://schemas.microsoft.com/office/drawing/2010/main" val="0"/>
                    </a:ext>
                  </a:extLst>
                </a:blip>
                <a:srcRect/>
                <a:stretch>
                  <a:fillRect/>
                </a:stretch>
              </p:blipFill>
              <p:spPr bwMode="auto">
                <a:xfrm>
                  <a:off x="5293" y="3077"/>
                  <a:ext cx="9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3" name="Picture 2039">
                  <a:extLst>
                    <a:ext uri="{FF2B5EF4-FFF2-40B4-BE49-F238E27FC236}">
                      <a16:creationId xmlns:a16="http://schemas.microsoft.com/office/drawing/2014/main" id="{3A0DAE54-D33B-46E7-900C-4D3ED3F47CED}"/>
                    </a:ext>
                  </a:extLst>
                </p:cNvPr>
                <p:cNvPicPr>
                  <a:picLocks noChangeAspect="1" noChangeArrowheads="1"/>
                </p:cNvPicPr>
                <p:nvPr/>
              </p:nvPicPr>
              <p:blipFill>
                <a:blip r:embed="rId1106">
                  <a:extLst>
                    <a:ext uri="{28A0092B-C50C-407E-A947-70E740481C1C}">
                      <a14:useLocalDpi xmlns:a14="http://schemas.microsoft.com/office/drawing/2010/main" val="0"/>
                    </a:ext>
                  </a:extLst>
                </a:blip>
                <a:srcRect/>
                <a:stretch>
                  <a:fillRect/>
                </a:stretch>
              </p:blipFill>
              <p:spPr bwMode="auto">
                <a:xfrm>
                  <a:off x="5288" y="3078"/>
                  <a:ext cx="103"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4" name="Picture 2040">
                  <a:extLst>
                    <a:ext uri="{FF2B5EF4-FFF2-40B4-BE49-F238E27FC236}">
                      <a16:creationId xmlns:a16="http://schemas.microsoft.com/office/drawing/2014/main" id="{9432D776-1B60-41A8-99E7-805868CA3489}"/>
                    </a:ext>
                  </a:extLst>
                </p:cNvPr>
                <p:cNvPicPr>
                  <a:picLocks noChangeAspect="1" noChangeArrowheads="1"/>
                </p:cNvPicPr>
                <p:nvPr/>
              </p:nvPicPr>
              <p:blipFill>
                <a:blip r:embed="rId1107">
                  <a:extLst>
                    <a:ext uri="{28A0092B-C50C-407E-A947-70E740481C1C}">
                      <a14:useLocalDpi xmlns:a14="http://schemas.microsoft.com/office/drawing/2010/main" val="0"/>
                    </a:ext>
                  </a:extLst>
                </a:blip>
                <a:srcRect/>
                <a:stretch>
                  <a:fillRect/>
                </a:stretch>
              </p:blipFill>
              <p:spPr bwMode="auto">
                <a:xfrm>
                  <a:off x="5287" y="307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5" name="Picture 2041">
                  <a:extLst>
                    <a:ext uri="{FF2B5EF4-FFF2-40B4-BE49-F238E27FC236}">
                      <a16:creationId xmlns:a16="http://schemas.microsoft.com/office/drawing/2014/main" id="{9F5CB155-74E2-4FB4-A57F-5E24E8758735}"/>
                    </a:ext>
                  </a:extLst>
                </p:cNvPr>
                <p:cNvPicPr>
                  <a:picLocks noChangeAspect="1" noChangeArrowheads="1"/>
                </p:cNvPicPr>
                <p:nvPr/>
              </p:nvPicPr>
              <p:blipFill>
                <a:blip r:embed="rId1108">
                  <a:extLst>
                    <a:ext uri="{28A0092B-C50C-407E-A947-70E740481C1C}">
                      <a14:useLocalDpi xmlns:a14="http://schemas.microsoft.com/office/drawing/2010/main" val="0"/>
                    </a:ext>
                  </a:extLst>
                </a:blip>
                <a:srcRect/>
                <a:stretch>
                  <a:fillRect/>
                </a:stretch>
              </p:blipFill>
              <p:spPr bwMode="auto">
                <a:xfrm>
                  <a:off x="5287" y="308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6" name="Picture 2042">
                  <a:extLst>
                    <a:ext uri="{FF2B5EF4-FFF2-40B4-BE49-F238E27FC236}">
                      <a16:creationId xmlns:a16="http://schemas.microsoft.com/office/drawing/2014/main" id="{3985F30E-8A58-4CD8-AB4E-C95A233DB90D}"/>
                    </a:ext>
                  </a:extLst>
                </p:cNvPr>
                <p:cNvPicPr>
                  <a:picLocks noChangeAspect="1" noChangeArrowheads="1"/>
                </p:cNvPicPr>
                <p:nvPr/>
              </p:nvPicPr>
              <p:blipFill>
                <a:blip r:embed="rId1109">
                  <a:extLst>
                    <a:ext uri="{28A0092B-C50C-407E-A947-70E740481C1C}">
                      <a14:useLocalDpi xmlns:a14="http://schemas.microsoft.com/office/drawing/2010/main" val="0"/>
                    </a:ext>
                  </a:extLst>
                </a:blip>
                <a:srcRect/>
                <a:stretch>
                  <a:fillRect/>
                </a:stretch>
              </p:blipFill>
              <p:spPr bwMode="auto">
                <a:xfrm>
                  <a:off x="5287" y="308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7" name="Picture 2043">
                  <a:extLst>
                    <a:ext uri="{FF2B5EF4-FFF2-40B4-BE49-F238E27FC236}">
                      <a16:creationId xmlns:a16="http://schemas.microsoft.com/office/drawing/2014/main" id="{B3A07328-1479-43C3-976B-1F43CD325B21}"/>
                    </a:ext>
                  </a:extLst>
                </p:cNvPr>
                <p:cNvPicPr>
                  <a:picLocks noChangeAspect="1" noChangeArrowheads="1"/>
                </p:cNvPicPr>
                <p:nvPr/>
              </p:nvPicPr>
              <p:blipFill>
                <a:blip r:embed="rId1110">
                  <a:extLst>
                    <a:ext uri="{28A0092B-C50C-407E-A947-70E740481C1C}">
                      <a14:useLocalDpi xmlns:a14="http://schemas.microsoft.com/office/drawing/2010/main" val="0"/>
                    </a:ext>
                  </a:extLst>
                </a:blip>
                <a:srcRect/>
                <a:stretch>
                  <a:fillRect/>
                </a:stretch>
              </p:blipFill>
              <p:spPr bwMode="auto">
                <a:xfrm>
                  <a:off x="5287" y="308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 name="Picture 2044">
                  <a:extLst>
                    <a:ext uri="{FF2B5EF4-FFF2-40B4-BE49-F238E27FC236}">
                      <a16:creationId xmlns:a16="http://schemas.microsoft.com/office/drawing/2014/main" id="{E67552B0-A6CC-4D8C-A236-40D5C5032250}"/>
                    </a:ext>
                  </a:extLst>
                </p:cNvPr>
                <p:cNvPicPr>
                  <a:picLocks noChangeAspect="1" noChangeArrowheads="1"/>
                </p:cNvPicPr>
                <p:nvPr/>
              </p:nvPicPr>
              <p:blipFill>
                <a:blip r:embed="rId1111">
                  <a:extLst>
                    <a:ext uri="{28A0092B-C50C-407E-A947-70E740481C1C}">
                      <a14:useLocalDpi xmlns:a14="http://schemas.microsoft.com/office/drawing/2010/main" val="0"/>
                    </a:ext>
                  </a:extLst>
                </a:blip>
                <a:srcRect/>
                <a:stretch>
                  <a:fillRect/>
                </a:stretch>
              </p:blipFill>
              <p:spPr bwMode="auto">
                <a:xfrm>
                  <a:off x="5287" y="308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9" name="Picture 2045">
                  <a:extLst>
                    <a:ext uri="{FF2B5EF4-FFF2-40B4-BE49-F238E27FC236}">
                      <a16:creationId xmlns:a16="http://schemas.microsoft.com/office/drawing/2014/main" id="{EB1F2C6E-070B-4AC1-A199-16322C9FDADB}"/>
                    </a:ext>
                  </a:extLst>
                </p:cNvPr>
                <p:cNvPicPr>
                  <a:picLocks noChangeAspect="1" noChangeArrowheads="1"/>
                </p:cNvPicPr>
                <p:nvPr/>
              </p:nvPicPr>
              <p:blipFill>
                <a:blip r:embed="rId1112">
                  <a:extLst>
                    <a:ext uri="{28A0092B-C50C-407E-A947-70E740481C1C}">
                      <a14:useLocalDpi xmlns:a14="http://schemas.microsoft.com/office/drawing/2010/main" val="0"/>
                    </a:ext>
                  </a:extLst>
                </a:blip>
                <a:srcRect/>
                <a:stretch>
                  <a:fillRect/>
                </a:stretch>
              </p:blipFill>
              <p:spPr bwMode="auto">
                <a:xfrm>
                  <a:off x="5287" y="308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0" name="Picture 2046">
                  <a:extLst>
                    <a:ext uri="{FF2B5EF4-FFF2-40B4-BE49-F238E27FC236}">
                      <a16:creationId xmlns:a16="http://schemas.microsoft.com/office/drawing/2014/main" id="{06C7C36E-82F4-4347-9645-1A3D0EC07EF3}"/>
                    </a:ext>
                  </a:extLst>
                </p:cNvPr>
                <p:cNvPicPr>
                  <a:picLocks noChangeAspect="1" noChangeArrowheads="1"/>
                </p:cNvPicPr>
                <p:nvPr/>
              </p:nvPicPr>
              <p:blipFill>
                <a:blip r:embed="rId1113">
                  <a:extLst>
                    <a:ext uri="{28A0092B-C50C-407E-A947-70E740481C1C}">
                      <a14:useLocalDpi xmlns:a14="http://schemas.microsoft.com/office/drawing/2010/main" val="0"/>
                    </a:ext>
                  </a:extLst>
                </a:blip>
                <a:srcRect/>
                <a:stretch>
                  <a:fillRect/>
                </a:stretch>
              </p:blipFill>
              <p:spPr bwMode="auto">
                <a:xfrm>
                  <a:off x="5287" y="308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1" name="Picture 2047">
                  <a:extLst>
                    <a:ext uri="{FF2B5EF4-FFF2-40B4-BE49-F238E27FC236}">
                      <a16:creationId xmlns:a16="http://schemas.microsoft.com/office/drawing/2014/main" id="{49A03F87-DAF1-4347-8440-3FD8EB2056DA}"/>
                    </a:ext>
                  </a:extLst>
                </p:cNvPr>
                <p:cNvPicPr>
                  <a:picLocks noChangeAspect="1" noChangeArrowheads="1"/>
                </p:cNvPicPr>
                <p:nvPr/>
              </p:nvPicPr>
              <p:blipFill>
                <a:blip r:embed="rId1114">
                  <a:extLst>
                    <a:ext uri="{28A0092B-C50C-407E-A947-70E740481C1C}">
                      <a14:useLocalDpi xmlns:a14="http://schemas.microsoft.com/office/drawing/2010/main" val="0"/>
                    </a:ext>
                  </a:extLst>
                </a:blip>
                <a:srcRect/>
                <a:stretch>
                  <a:fillRect/>
                </a:stretch>
              </p:blipFill>
              <p:spPr bwMode="auto">
                <a:xfrm>
                  <a:off x="5287" y="308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2" name="Picture 2048">
                  <a:extLst>
                    <a:ext uri="{FF2B5EF4-FFF2-40B4-BE49-F238E27FC236}">
                      <a16:creationId xmlns:a16="http://schemas.microsoft.com/office/drawing/2014/main" id="{4AA42A09-D4E9-4527-87A0-DC162C56D685}"/>
                    </a:ext>
                  </a:extLst>
                </p:cNvPr>
                <p:cNvPicPr>
                  <a:picLocks noChangeAspect="1" noChangeArrowheads="1"/>
                </p:cNvPicPr>
                <p:nvPr/>
              </p:nvPicPr>
              <p:blipFill>
                <a:blip r:embed="rId1115">
                  <a:extLst>
                    <a:ext uri="{28A0092B-C50C-407E-A947-70E740481C1C}">
                      <a14:useLocalDpi xmlns:a14="http://schemas.microsoft.com/office/drawing/2010/main" val="0"/>
                    </a:ext>
                  </a:extLst>
                </a:blip>
                <a:srcRect/>
                <a:stretch>
                  <a:fillRect/>
                </a:stretch>
              </p:blipFill>
              <p:spPr bwMode="auto">
                <a:xfrm>
                  <a:off x="5287" y="308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3" name="Picture 2049">
                  <a:extLst>
                    <a:ext uri="{FF2B5EF4-FFF2-40B4-BE49-F238E27FC236}">
                      <a16:creationId xmlns:a16="http://schemas.microsoft.com/office/drawing/2014/main" id="{60E2D3AD-68DE-46E6-8C03-2A628330ABFA}"/>
                    </a:ext>
                  </a:extLst>
                </p:cNvPr>
                <p:cNvPicPr>
                  <a:picLocks noChangeAspect="1" noChangeArrowheads="1"/>
                </p:cNvPicPr>
                <p:nvPr/>
              </p:nvPicPr>
              <p:blipFill>
                <a:blip r:embed="rId1116">
                  <a:extLst>
                    <a:ext uri="{28A0092B-C50C-407E-A947-70E740481C1C}">
                      <a14:useLocalDpi xmlns:a14="http://schemas.microsoft.com/office/drawing/2010/main" val="0"/>
                    </a:ext>
                  </a:extLst>
                </a:blip>
                <a:srcRect/>
                <a:stretch>
                  <a:fillRect/>
                </a:stretch>
              </p:blipFill>
              <p:spPr bwMode="auto">
                <a:xfrm>
                  <a:off x="5287" y="308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4" name="Picture 2050">
                  <a:extLst>
                    <a:ext uri="{FF2B5EF4-FFF2-40B4-BE49-F238E27FC236}">
                      <a16:creationId xmlns:a16="http://schemas.microsoft.com/office/drawing/2014/main" id="{E7981600-7082-419F-B92F-C48FAF3682F4}"/>
                    </a:ext>
                  </a:extLst>
                </p:cNvPr>
                <p:cNvPicPr>
                  <a:picLocks noChangeAspect="1" noChangeArrowheads="1"/>
                </p:cNvPicPr>
                <p:nvPr/>
              </p:nvPicPr>
              <p:blipFill>
                <a:blip r:embed="rId1117">
                  <a:extLst>
                    <a:ext uri="{28A0092B-C50C-407E-A947-70E740481C1C}">
                      <a14:useLocalDpi xmlns:a14="http://schemas.microsoft.com/office/drawing/2010/main" val="0"/>
                    </a:ext>
                  </a:extLst>
                </a:blip>
                <a:srcRect/>
                <a:stretch>
                  <a:fillRect/>
                </a:stretch>
              </p:blipFill>
              <p:spPr bwMode="auto">
                <a:xfrm>
                  <a:off x="5287" y="308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5" name="Picture 2051">
                  <a:extLst>
                    <a:ext uri="{FF2B5EF4-FFF2-40B4-BE49-F238E27FC236}">
                      <a16:creationId xmlns:a16="http://schemas.microsoft.com/office/drawing/2014/main" id="{A0F47D9B-8392-4F9C-97C7-4E8924C73394}"/>
                    </a:ext>
                  </a:extLst>
                </p:cNvPr>
                <p:cNvPicPr>
                  <a:picLocks noChangeAspect="1" noChangeArrowheads="1"/>
                </p:cNvPicPr>
                <p:nvPr/>
              </p:nvPicPr>
              <p:blipFill>
                <a:blip r:embed="rId1118">
                  <a:extLst>
                    <a:ext uri="{28A0092B-C50C-407E-A947-70E740481C1C}">
                      <a14:useLocalDpi xmlns:a14="http://schemas.microsoft.com/office/drawing/2010/main" val="0"/>
                    </a:ext>
                  </a:extLst>
                </a:blip>
                <a:srcRect/>
                <a:stretch>
                  <a:fillRect/>
                </a:stretch>
              </p:blipFill>
              <p:spPr bwMode="auto">
                <a:xfrm>
                  <a:off x="5287" y="308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6" name="Picture 2052">
                  <a:extLst>
                    <a:ext uri="{FF2B5EF4-FFF2-40B4-BE49-F238E27FC236}">
                      <a16:creationId xmlns:a16="http://schemas.microsoft.com/office/drawing/2014/main" id="{847E1CEE-FC8A-4402-8738-82455EC66606}"/>
                    </a:ext>
                  </a:extLst>
                </p:cNvPr>
                <p:cNvPicPr>
                  <a:picLocks noChangeAspect="1" noChangeArrowheads="1"/>
                </p:cNvPicPr>
                <p:nvPr/>
              </p:nvPicPr>
              <p:blipFill>
                <a:blip r:embed="rId1119">
                  <a:extLst>
                    <a:ext uri="{28A0092B-C50C-407E-A947-70E740481C1C}">
                      <a14:useLocalDpi xmlns:a14="http://schemas.microsoft.com/office/drawing/2010/main" val="0"/>
                    </a:ext>
                  </a:extLst>
                </a:blip>
                <a:srcRect/>
                <a:stretch>
                  <a:fillRect/>
                </a:stretch>
              </p:blipFill>
              <p:spPr bwMode="auto">
                <a:xfrm>
                  <a:off x="5287" y="309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7" name="Picture 2053">
                  <a:extLst>
                    <a:ext uri="{FF2B5EF4-FFF2-40B4-BE49-F238E27FC236}">
                      <a16:creationId xmlns:a16="http://schemas.microsoft.com/office/drawing/2014/main" id="{CC9F8776-0E34-4E27-91AD-FBD94BD325DC}"/>
                    </a:ext>
                  </a:extLst>
                </p:cNvPr>
                <p:cNvPicPr>
                  <a:picLocks noChangeAspect="1" noChangeArrowheads="1"/>
                </p:cNvPicPr>
                <p:nvPr/>
              </p:nvPicPr>
              <p:blipFill>
                <a:blip r:embed="rId1120">
                  <a:extLst>
                    <a:ext uri="{28A0092B-C50C-407E-A947-70E740481C1C}">
                      <a14:useLocalDpi xmlns:a14="http://schemas.microsoft.com/office/drawing/2010/main" val="0"/>
                    </a:ext>
                  </a:extLst>
                </a:blip>
                <a:srcRect/>
                <a:stretch>
                  <a:fillRect/>
                </a:stretch>
              </p:blipFill>
              <p:spPr bwMode="auto">
                <a:xfrm>
                  <a:off x="5287" y="309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 name="Picture 2054">
                  <a:extLst>
                    <a:ext uri="{FF2B5EF4-FFF2-40B4-BE49-F238E27FC236}">
                      <a16:creationId xmlns:a16="http://schemas.microsoft.com/office/drawing/2014/main" id="{7F8826D4-0F92-40C1-A39E-D65F516BF8BB}"/>
                    </a:ext>
                  </a:extLst>
                </p:cNvPr>
                <p:cNvPicPr>
                  <a:picLocks noChangeAspect="1" noChangeArrowheads="1"/>
                </p:cNvPicPr>
                <p:nvPr/>
              </p:nvPicPr>
              <p:blipFill>
                <a:blip r:embed="rId1121">
                  <a:extLst>
                    <a:ext uri="{28A0092B-C50C-407E-A947-70E740481C1C}">
                      <a14:useLocalDpi xmlns:a14="http://schemas.microsoft.com/office/drawing/2010/main" val="0"/>
                    </a:ext>
                  </a:extLst>
                </a:blip>
                <a:srcRect/>
                <a:stretch>
                  <a:fillRect/>
                </a:stretch>
              </p:blipFill>
              <p:spPr bwMode="auto">
                <a:xfrm>
                  <a:off x="5287" y="309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 name="Picture 2055">
                  <a:extLst>
                    <a:ext uri="{FF2B5EF4-FFF2-40B4-BE49-F238E27FC236}">
                      <a16:creationId xmlns:a16="http://schemas.microsoft.com/office/drawing/2014/main" id="{957D24DC-1651-4FF6-B122-673EB7B1CDAB}"/>
                    </a:ext>
                  </a:extLst>
                </p:cNvPr>
                <p:cNvPicPr>
                  <a:picLocks noChangeAspect="1" noChangeArrowheads="1"/>
                </p:cNvPicPr>
                <p:nvPr/>
              </p:nvPicPr>
              <p:blipFill>
                <a:blip r:embed="rId1122">
                  <a:extLst>
                    <a:ext uri="{28A0092B-C50C-407E-A947-70E740481C1C}">
                      <a14:useLocalDpi xmlns:a14="http://schemas.microsoft.com/office/drawing/2010/main" val="0"/>
                    </a:ext>
                  </a:extLst>
                </a:blip>
                <a:srcRect/>
                <a:stretch>
                  <a:fillRect/>
                </a:stretch>
              </p:blipFill>
              <p:spPr bwMode="auto">
                <a:xfrm>
                  <a:off x="5287" y="309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 name="Picture 2056">
                  <a:extLst>
                    <a:ext uri="{FF2B5EF4-FFF2-40B4-BE49-F238E27FC236}">
                      <a16:creationId xmlns:a16="http://schemas.microsoft.com/office/drawing/2014/main" id="{60301AB2-D6EF-424F-991C-403C31594DBD}"/>
                    </a:ext>
                  </a:extLst>
                </p:cNvPr>
                <p:cNvPicPr>
                  <a:picLocks noChangeAspect="1" noChangeArrowheads="1"/>
                </p:cNvPicPr>
                <p:nvPr/>
              </p:nvPicPr>
              <p:blipFill>
                <a:blip r:embed="rId1123">
                  <a:extLst>
                    <a:ext uri="{28A0092B-C50C-407E-A947-70E740481C1C}">
                      <a14:useLocalDpi xmlns:a14="http://schemas.microsoft.com/office/drawing/2010/main" val="0"/>
                    </a:ext>
                  </a:extLst>
                </a:blip>
                <a:srcRect/>
                <a:stretch>
                  <a:fillRect/>
                </a:stretch>
              </p:blipFill>
              <p:spPr bwMode="auto">
                <a:xfrm>
                  <a:off x="5287" y="309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 name="Picture 2057">
                  <a:extLst>
                    <a:ext uri="{FF2B5EF4-FFF2-40B4-BE49-F238E27FC236}">
                      <a16:creationId xmlns:a16="http://schemas.microsoft.com/office/drawing/2014/main" id="{CA117F98-D773-4DE3-99CE-1F4021A8EE56}"/>
                    </a:ext>
                  </a:extLst>
                </p:cNvPr>
                <p:cNvPicPr>
                  <a:picLocks noChangeAspect="1" noChangeArrowheads="1"/>
                </p:cNvPicPr>
                <p:nvPr/>
              </p:nvPicPr>
              <p:blipFill>
                <a:blip r:embed="rId1124">
                  <a:extLst>
                    <a:ext uri="{28A0092B-C50C-407E-A947-70E740481C1C}">
                      <a14:useLocalDpi xmlns:a14="http://schemas.microsoft.com/office/drawing/2010/main" val="0"/>
                    </a:ext>
                  </a:extLst>
                </a:blip>
                <a:srcRect/>
                <a:stretch>
                  <a:fillRect/>
                </a:stretch>
              </p:blipFill>
              <p:spPr bwMode="auto">
                <a:xfrm>
                  <a:off x="5287" y="309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 name="Picture 2058">
                  <a:extLst>
                    <a:ext uri="{FF2B5EF4-FFF2-40B4-BE49-F238E27FC236}">
                      <a16:creationId xmlns:a16="http://schemas.microsoft.com/office/drawing/2014/main" id="{5E0035C4-E6BA-4206-9175-87D6CEFDC387}"/>
                    </a:ext>
                  </a:extLst>
                </p:cNvPr>
                <p:cNvPicPr>
                  <a:picLocks noChangeAspect="1" noChangeArrowheads="1"/>
                </p:cNvPicPr>
                <p:nvPr/>
              </p:nvPicPr>
              <p:blipFill>
                <a:blip r:embed="rId1125">
                  <a:extLst>
                    <a:ext uri="{28A0092B-C50C-407E-A947-70E740481C1C}">
                      <a14:useLocalDpi xmlns:a14="http://schemas.microsoft.com/office/drawing/2010/main" val="0"/>
                    </a:ext>
                  </a:extLst>
                </a:blip>
                <a:srcRect/>
                <a:stretch>
                  <a:fillRect/>
                </a:stretch>
              </p:blipFill>
              <p:spPr bwMode="auto">
                <a:xfrm>
                  <a:off x="5287" y="309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3" name="Picture 2059">
                  <a:extLst>
                    <a:ext uri="{FF2B5EF4-FFF2-40B4-BE49-F238E27FC236}">
                      <a16:creationId xmlns:a16="http://schemas.microsoft.com/office/drawing/2014/main" id="{0D93760D-0A3E-4061-AB9B-C88B37C1C80B}"/>
                    </a:ext>
                  </a:extLst>
                </p:cNvPr>
                <p:cNvPicPr>
                  <a:picLocks noChangeAspect="1" noChangeArrowheads="1"/>
                </p:cNvPicPr>
                <p:nvPr/>
              </p:nvPicPr>
              <p:blipFill>
                <a:blip r:embed="rId1126">
                  <a:extLst>
                    <a:ext uri="{28A0092B-C50C-407E-A947-70E740481C1C}">
                      <a14:useLocalDpi xmlns:a14="http://schemas.microsoft.com/office/drawing/2010/main" val="0"/>
                    </a:ext>
                  </a:extLst>
                </a:blip>
                <a:srcRect/>
                <a:stretch>
                  <a:fillRect/>
                </a:stretch>
              </p:blipFill>
              <p:spPr bwMode="auto">
                <a:xfrm>
                  <a:off x="5287" y="309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4" name="Picture 2060">
                  <a:extLst>
                    <a:ext uri="{FF2B5EF4-FFF2-40B4-BE49-F238E27FC236}">
                      <a16:creationId xmlns:a16="http://schemas.microsoft.com/office/drawing/2014/main" id="{4E7E59CD-F5CF-4A98-B2FE-8A7B25364160}"/>
                    </a:ext>
                  </a:extLst>
                </p:cNvPr>
                <p:cNvPicPr>
                  <a:picLocks noChangeAspect="1" noChangeArrowheads="1"/>
                </p:cNvPicPr>
                <p:nvPr/>
              </p:nvPicPr>
              <p:blipFill>
                <a:blip r:embed="rId1127">
                  <a:extLst>
                    <a:ext uri="{28A0092B-C50C-407E-A947-70E740481C1C}">
                      <a14:useLocalDpi xmlns:a14="http://schemas.microsoft.com/office/drawing/2010/main" val="0"/>
                    </a:ext>
                  </a:extLst>
                </a:blip>
                <a:srcRect/>
                <a:stretch>
                  <a:fillRect/>
                </a:stretch>
              </p:blipFill>
              <p:spPr bwMode="auto">
                <a:xfrm>
                  <a:off x="5287" y="309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5" name="Picture 2061">
                  <a:extLst>
                    <a:ext uri="{FF2B5EF4-FFF2-40B4-BE49-F238E27FC236}">
                      <a16:creationId xmlns:a16="http://schemas.microsoft.com/office/drawing/2014/main" id="{74822294-7627-4E1C-9F4C-238E7407904C}"/>
                    </a:ext>
                  </a:extLst>
                </p:cNvPr>
                <p:cNvPicPr>
                  <a:picLocks noChangeAspect="1" noChangeArrowheads="1"/>
                </p:cNvPicPr>
                <p:nvPr/>
              </p:nvPicPr>
              <p:blipFill>
                <a:blip r:embed="rId1128">
                  <a:extLst>
                    <a:ext uri="{28A0092B-C50C-407E-A947-70E740481C1C}">
                      <a14:useLocalDpi xmlns:a14="http://schemas.microsoft.com/office/drawing/2010/main" val="0"/>
                    </a:ext>
                  </a:extLst>
                </a:blip>
                <a:srcRect/>
                <a:stretch>
                  <a:fillRect/>
                </a:stretch>
              </p:blipFill>
              <p:spPr bwMode="auto">
                <a:xfrm>
                  <a:off x="5287" y="309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6" name="Picture 2062">
                  <a:extLst>
                    <a:ext uri="{FF2B5EF4-FFF2-40B4-BE49-F238E27FC236}">
                      <a16:creationId xmlns:a16="http://schemas.microsoft.com/office/drawing/2014/main" id="{D37647A0-46B7-47A5-8798-4D38EC553E4D}"/>
                    </a:ext>
                  </a:extLst>
                </p:cNvPr>
                <p:cNvPicPr>
                  <a:picLocks noChangeAspect="1" noChangeArrowheads="1"/>
                </p:cNvPicPr>
                <p:nvPr/>
              </p:nvPicPr>
              <p:blipFill>
                <a:blip r:embed="rId1129">
                  <a:extLst>
                    <a:ext uri="{28A0092B-C50C-407E-A947-70E740481C1C}">
                      <a14:useLocalDpi xmlns:a14="http://schemas.microsoft.com/office/drawing/2010/main" val="0"/>
                    </a:ext>
                  </a:extLst>
                </a:blip>
                <a:srcRect/>
                <a:stretch>
                  <a:fillRect/>
                </a:stretch>
              </p:blipFill>
              <p:spPr bwMode="auto">
                <a:xfrm>
                  <a:off x="5287" y="310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7" name="Picture 2063">
                  <a:extLst>
                    <a:ext uri="{FF2B5EF4-FFF2-40B4-BE49-F238E27FC236}">
                      <a16:creationId xmlns:a16="http://schemas.microsoft.com/office/drawing/2014/main" id="{E1178020-449C-4926-B0B4-B8E3405DEBC6}"/>
                    </a:ext>
                  </a:extLst>
                </p:cNvPr>
                <p:cNvPicPr>
                  <a:picLocks noChangeAspect="1" noChangeArrowheads="1"/>
                </p:cNvPicPr>
                <p:nvPr/>
              </p:nvPicPr>
              <p:blipFill>
                <a:blip r:embed="rId1130">
                  <a:extLst>
                    <a:ext uri="{28A0092B-C50C-407E-A947-70E740481C1C}">
                      <a14:useLocalDpi xmlns:a14="http://schemas.microsoft.com/office/drawing/2010/main" val="0"/>
                    </a:ext>
                  </a:extLst>
                </a:blip>
                <a:srcRect/>
                <a:stretch>
                  <a:fillRect/>
                </a:stretch>
              </p:blipFill>
              <p:spPr bwMode="auto">
                <a:xfrm>
                  <a:off x="5287" y="310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8" name="Picture 2064">
                  <a:extLst>
                    <a:ext uri="{FF2B5EF4-FFF2-40B4-BE49-F238E27FC236}">
                      <a16:creationId xmlns:a16="http://schemas.microsoft.com/office/drawing/2014/main" id="{82B83C6F-3272-418B-AAF6-661918251D16}"/>
                    </a:ext>
                  </a:extLst>
                </p:cNvPr>
                <p:cNvPicPr>
                  <a:picLocks noChangeAspect="1" noChangeArrowheads="1"/>
                </p:cNvPicPr>
                <p:nvPr/>
              </p:nvPicPr>
              <p:blipFill>
                <a:blip r:embed="rId1131">
                  <a:extLst>
                    <a:ext uri="{28A0092B-C50C-407E-A947-70E740481C1C}">
                      <a14:useLocalDpi xmlns:a14="http://schemas.microsoft.com/office/drawing/2010/main" val="0"/>
                    </a:ext>
                  </a:extLst>
                </a:blip>
                <a:srcRect/>
                <a:stretch>
                  <a:fillRect/>
                </a:stretch>
              </p:blipFill>
              <p:spPr bwMode="auto">
                <a:xfrm>
                  <a:off x="5287" y="310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 name="Picture 2065">
                  <a:extLst>
                    <a:ext uri="{FF2B5EF4-FFF2-40B4-BE49-F238E27FC236}">
                      <a16:creationId xmlns:a16="http://schemas.microsoft.com/office/drawing/2014/main" id="{0314362C-3276-4FC6-9F85-A6579590BC44}"/>
                    </a:ext>
                  </a:extLst>
                </p:cNvPr>
                <p:cNvPicPr>
                  <a:picLocks noChangeAspect="1" noChangeArrowheads="1"/>
                </p:cNvPicPr>
                <p:nvPr/>
              </p:nvPicPr>
              <p:blipFill>
                <a:blip r:embed="rId1132">
                  <a:extLst>
                    <a:ext uri="{28A0092B-C50C-407E-A947-70E740481C1C}">
                      <a14:useLocalDpi xmlns:a14="http://schemas.microsoft.com/office/drawing/2010/main" val="0"/>
                    </a:ext>
                  </a:extLst>
                </a:blip>
                <a:srcRect/>
                <a:stretch>
                  <a:fillRect/>
                </a:stretch>
              </p:blipFill>
              <p:spPr bwMode="auto">
                <a:xfrm>
                  <a:off x="5287" y="310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0" name="Picture 2066">
                  <a:extLst>
                    <a:ext uri="{FF2B5EF4-FFF2-40B4-BE49-F238E27FC236}">
                      <a16:creationId xmlns:a16="http://schemas.microsoft.com/office/drawing/2014/main" id="{2142F55E-4CDC-44E6-9255-1FFA20B62D44}"/>
                    </a:ext>
                  </a:extLst>
                </p:cNvPr>
                <p:cNvPicPr>
                  <a:picLocks noChangeAspect="1" noChangeArrowheads="1"/>
                </p:cNvPicPr>
                <p:nvPr/>
              </p:nvPicPr>
              <p:blipFill>
                <a:blip r:embed="rId1133">
                  <a:extLst>
                    <a:ext uri="{28A0092B-C50C-407E-A947-70E740481C1C}">
                      <a14:useLocalDpi xmlns:a14="http://schemas.microsoft.com/office/drawing/2010/main" val="0"/>
                    </a:ext>
                  </a:extLst>
                </a:blip>
                <a:srcRect/>
                <a:stretch>
                  <a:fillRect/>
                </a:stretch>
              </p:blipFill>
              <p:spPr bwMode="auto">
                <a:xfrm>
                  <a:off x="5287" y="310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1" name="Picture 2067">
                  <a:extLst>
                    <a:ext uri="{FF2B5EF4-FFF2-40B4-BE49-F238E27FC236}">
                      <a16:creationId xmlns:a16="http://schemas.microsoft.com/office/drawing/2014/main" id="{0AF8244C-1A37-4EF7-92E6-E9C23F13775B}"/>
                    </a:ext>
                  </a:extLst>
                </p:cNvPr>
                <p:cNvPicPr>
                  <a:picLocks noChangeAspect="1" noChangeArrowheads="1"/>
                </p:cNvPicPr>
                <p:nvPr/>
              </p:nvPicPr>
              <p:blipFill>
                <a:blip r:embed="rId1134">
                  <a:extLst>
                    <a:ext uri="{28A0092B-C50C-407E-A947-70E740481C1C}">
                      <a14:useLocalDpi xmlns:a14="http://schemas.microsoft.com/office/drawing/2010/main" val="0"/>
                    </a:ext>
                  </a:extLst>
                </a:blip>
                <a:srcRect/>
                <a:stretch>
                  <a:fillRect/>
                </a:stretch>
              </p:blipFill>
              <p:spPr bwMode="auto">
                <a:xfrm>
                  <a:off x="5287" y="310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2" name="Picture 2068">
                  <a:extLst>
                    <a:ext uri="{FF2B5EF4-FFF2-40B4-BE49-F238E27FC236}">
                      <a16:creationId xmlns:a16="http://schemas.microsoft.com/office/drawing/2014/main" id="{B7B8D661-E1C2-42CB-AAA6-D2699C3F9E0D}"/>
                    </a:ext>
                  </a:extLst>
                </p:cNvPr>
                <p:cNvPicPr>
                  <a:picLocks noChangeAspect="1" noChangeArrowheads="1"/>
                </p:cNvPicPr>
                <p:nvPr/>
              </p:nvPicPr>
              <p:blipFill>
                <a:blip r:embed="rId1135">
                  <a:extLst>
                    <a:ext uri="{28A0092B-C50C-407E-A947-70E740481C1C}">
                      <a14:useLocalDpi xmlns:a14="http://schemas.microsoft.com/office/drawing/2010/main" val="0"/>
                    </a:ext>
                  </a:extLst>
                </a:blip>
                <a:srcRect/>
                <a:stretch>
                  <a:fillRect/>
                </a:stretch>
              </p:blipFill>
              <p:spPr bwMode="auto">
                <a:xfrm>
                  <a:off x="5287" y="310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3" name="Picture 2069">
                  <a:extLst>
                    <a:ext uri="{FF2B5EF4-FFF2-40B4-BE49-F238E27FC236}">
                      <a16:creationId xmlns:a16="http://schemas.microsoft.com/office/drawing/2014/main" id="{FE3EDF06-CFD7-4843-A240-D7C5EB5A4858}"/>
                    </a:ext>
                  </a:extLst>
                </p:cNvPr>
                <p:cNvPicPr>
                  <a:picLocks noChangeAspect="1" noChangeArrowheads="1"/>
                </p:cNvPicPr>
                <p:nvPr/>
              </p:nvPicPr>
              <p:blipFill>
                <a:blip r:embed="rId1136">
                  <a:extLst>
                    <a:ext uri="{28A0092B-C50C-407E-A947-70E740481C1C}">
                      <a14:useLocalDpi xmlns:a14="http://schemas.microsoft.com/office/drawing/2010/main" val="0"/>
                    </a:ext>
                  </a:extLst>
                </a:blip>
                <a:srcRect/>
                <a:stretch>
                  <a:fillRect/>
                </a:stretch>
              </p:blipFill>
              <p:spPr bwMode="auto">
                <a:xfrm>
                  <a:off x="5287" y="310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4" name="Picture 2070">
                  <a:extLst>
                    <a:ext uri="{FF2B5EF4-FFF2-40B4-BE49-F238E27FC236}">
                      <a16:creationId xmlns:a16="http://schemas.microsoft.com/office/drawing/2014/main" id="{F0E1DE23-0D0C-4809-BDBD-1DFA39DB64BA}"/>
                    </a:ext>
                  </a:extLst>
                </p:cNvPr>
                <p:cNvPicPr>
                  <a:picLocks noChangeAspect="1" noChangeArrowheads="1"/>
                </p:cNvPicPr>
                <p:nvPr/>
              </p:nvPicPr>
              <p:blipFill>
                <a:blip r:embed="rId1137">
                  <a:extLst>
                    <a:ext uri="{28A0092B-C50C-407E-A947-70E740481C1C}">
                      <a14:useLocalDpi xmlns:a14="http://schemas.microsoft.com/office/drawing/2010/main" val="0"/>
                    </a:ext>
                  </a:extLst>
                </a:blip>
                <a:srcRect/>
                <a:stretch>
                  <a:fillRect/>
                </a:stretch>
              </p:blipFill>
              <p:spPr bwMode="auto">
                <a:xfrm>
                  <a:off x="5287" y="310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5" name="Picture 2071">
                  <a:extLst>
                    <a:ext uri="{FF2B5EF4-FFF2-40B4-BE49-F238E27FC236}">
                      <a16:creationId xmlns:a16="http://schemas.microsoft.com/office/drawing/2014/main" id="{6F25F225-9FB0-4231-BA24-4A19E20BA6B2}"/>
                    </a:ext>
                  </a:extLst>
                </p:cNvPr>
                <p:cNvPicPr>
                  <a:picLocks noChangeAspect="1" noChangeArrowheads="1"/>
                </p:cNvPicPr>
                <p:nvPr/>
              </p:nvPicPr>
              <p:blipFill>
                <a:blip r:embed="rId1138">
                  <a:extLst>
                    <a:ext uri="{28A0092B-C50C-407E-A947-70E740481C1C}">
                      <a14:useLocalDpi xmlns:a14="http://schemas.microsoft.com/office/drawing/2010/main" val="0"/>
                    </a:ext>
                  </a:extLst>
                </a:blip>
                <a:srcRect/>
                <a:stretch>
                  <a:fillRect/>
                </a:stretch>
              </p:blipFill>
              <p:spPr bwMode="auto">
                <a:xfrm>
                  <a:off x="5287" y="310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 name="Picture 2072">
                  <a:extLst>
                    <a:ext uri="{FF2B5EF4-FFF2-40B4-BE49-F238E27FC236}">
                      <a16:creationId xmlns:a16="http://schemas.microsoft.com/office/drawing/2014/main" id="{CB582F56-D06B-452D-BE31-3E22D7FEA746}"/>
                    </a:ext>
                  </a:extLst>
                </p:cNvPr>
                <p:cNvPicPr>
                  <a:picLocks noChangeAspect="1" noChangeArrowheads="1"/>
                </p:cNvPicPr>
                <p:nvPr/>
              </p:nvPicPr>
              <p:blipFill>
                <a:blip r:embed="rId1139">
                  <a:extLst>
                    <a:ext uri="{28A0092B-C50C-407E-A947-70E740481C1C}">
                      <a14:useLocalDpi xmlns:a14="http://schemas.microsoft.com/office/drawing/2010/main" val="0"/>
                    </a:ext>
                  </a:extLst>
                </a:blip>
                <a:srcRect/>
                <a:stretch>
                  <a:fillRect/>
                </a:stretch>
              </p:blipFill>
              <p:spPr bwMode="auto">
                <a:xfrm>
                  <a:off x="5287" y="310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7" name="Picture 2073">
                  <a:extLst>
                    <a:ext uri="{FF2B5EF4-FFF2-40B4-BE49-F238E27FC236}">
                      <a16:creationId xmlns:a16="http://schemas.microsoft.com/office/drawing/2014/main" id="{3440CB96-81E7-4A3A-A243-DE66496DC9D7}"/>
                    </a:ext>
                  </a:extLst>
                </p:cNvPr>
                <p:cNvPicPr>
                  <a:picLocks noChangeAspect="1" noChangeArrowheads="1"/>
                </p:cNvPicPr>
                <p:nvPr/>
              </p:nvPicPr>
              <p:blipFill>
                <a:blip r:embed="rId1140">
                  <a:extLst>
                    <a:ext uri="{28A0092B-C50C-407E-A947-70E740481C1C}">
                      <a14:useLocalDpi xmlns:a14="http://schemas.microsoft.com/office/drawing/2010/main" val="0"/>
                    </a:ext>
                  </a:extLst>
                </a:blip>
                <a:srcRect/>
                <a:stretch>
                  <a:fillRect/>
                </a:stretch>
              </p:blipFill>
              <p:spPr bwMode="auto">
                <a:xfrm>
                  <a:off x="5287" y="311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 name="Picture 2074">
                  <a:extLst>
                    <a:ext uri="{FF2B5EF4-FFF2-40B4-BE49-F238E27FC236}">
                      <a16:creationId xmlns:a16="http://schemas.microsoft.com/office/drawing/2014/main" id="{20EE7058-5387-4DCC-A4E5-E5905DB663C9}"/>
                    </a:ext>
                  </a:extLst>
                </p:cNvPr>
                <p:cNvPicPr>
                  <a:picLocks noChangeAspect="1" noChangeArrowheads="1"/>
                </p:cNvPicPr>
                <p:nvPr/>
              </p:nvPicPr>
              <p:blipFill>
                <a:blip r:embed="rId1141">
                  <a:extLst>
                    <a:ext uri="{28A0092B-C50C-407E-A947-70E740481C1C}">
                      <a14:useLocalDpi xmlns:a14="http://schemas.microsoft.com/office/drawing/2010/main" val="0"/>
                    </a:ext>
                  </a:extLst>
                </a:blip>
                <a:srcRect/>
                <a:stretch>
                  <a:fillRect/>
                </a:stretch>
              </p:blipFill>
              <p:spPr bwMode="auto">
                <a:xfrm>
                  <a:off x="5287" y="311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 name="Picture 2075">
                  <a:extLst>
                    <a:ext uri="{FF2B5EF4-FFF2-40B4-BE49-F238E27FC236}">
                      <a16:creationId xmlns:a16="http://schemas.microsoft.com/office/drawing/2014/main" id="{91DC541F-C138-4ADE-A87A-CD0ED83EF117}"/>
                    </a:ext>
                  </a:extLst>
                </p:cNvPr>
                <p:cNvPicPr>
                  <a:picLocks noChangeAspect="1" noChangeArrowheads="1"/>
                </p:cNvPicPr>
                <p:nvPr/>
              </p:nvPicPr>
              <p:blipFill>
                <a:blip r:embed="rId1142">
                  <a:extLst>
                    <a:ext uri="{28A0092B-C50C-407E-A947-70E740481C1C}">
                      <a14:useLocalDpi xmlns:a14="http://schemas.microsoft.com/office/drawing/2010/main" val="0"/>
                    </a:ext>
                  </a:extLst>
                </a:blip>
                <a:srcRect/>
                <a:stretch>
                  <a:fillRect/>
                </a:stretch>
              </p:blipFill>
              <p:spPr bwMode="auto">
                <a:xfrm>
                  <a:off x="5287" y="311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0" name="Picture 2076">
                  <a:extLst>
                    <a:ext uri="{FF2B5EF4-FFF2-40B4-BE49-F238E27FC236}">
                      <a16:creationId xmlns:a16="http://schemas.microsoft.com/office/drawing/2014/main" id="{48954862-A247-45BD-AA3B-4FD95383A964}"/>
                    </a:ext>
                  </a:extLst>
                </p:cNvPr>
                <p:cNvPicPr>
                  <a:picLocks noChangeAspect="1" noChangeArrowheads="1"/>
                </p:cNvPicPr>
                <p:nvPr/>
              </p:nvPicPr>
              <p:blipFill>
                <a:blip r:embed="rId1143">
                  <a:extLst>
                    <a:ext uri="{28A0092B-C50C-407E-A947-70E740481C1C}">
                      <a14:useLocalDpi xmlns:a14="http://schemas.microsoft.com/office/drawing/2010/main" val="0"/>
                    </a:ext>
                  </a:extLst>
                </a:blip>
                <a:srcRect/>
                <a:stretch>
                  <a:fillRect/>
                </a:stretch>
              </p:blipFill>
              <p:spPr bwMode="auto">
                <a:xfrm>
                  <a:off x="5287" y="311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1" name="Picture 2077">
                  <a:extLst>
                    <a:ext uri="{FF2B5EF4-FFF2-40B4-BE49-F238E27FC236}">
                      <a16:creationId xmlns:a16="http://schemas.microsoft.com/office/drawing/2014/main" id="{CC785566-3DF0-4C77-ADBB-AFA4AB8DA1A1}"/>
                    </a:ext>
                  </a:extLst>
                </p:cNvPr>
                <p:cNvPicPr>
                  <a:picLocks noChangeAspect="1" noChangeArrowheads="1"/>
                </p:cNvPicPr>
                <p:nvPr/>
              </p:nvPicPr>
              <p:blipFill>
                <a:blip r:embed="rId1144">
                  <a:extLst>
                    <a:ext uri="{28A0092B-C50C-407E-A947-70E740481C1C}">
                      <a14:useLocalDpi xmlns:a14="http://schemas.microsoft.com/office/drawing/2010/main" val="0"/>
                    </a:ext>
                  </a:extLst>
                </a:blip>
                <a:srcRect/>
                <a:stretch>
                  <a:fillRect/>
                </a:stretch>
              </p:blipFill>
              <p:spPr bwMode="auto">
                <a:xfrm>
                  <a:off x="5287" y="311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2" name="Picture 2078">
                  <a:extLst>
                    <a:ext uri="{FF2B5EF4-FFF2-40B4-BE49-F238E27FC236}">
                      <a16:creationId xmlns:a16="http://schemas.microsoft.com/office/drawing/2014/main" id="{56B6F5A1-6864-43DD-97C6-C7B45CF8ED37}"/>
                    </a:ext>
                  </a:extLst>
                </p:cNvPr>
                <p:cNvPicPr>
                  <a:picLocks noChangeAspect="1" noChangeArrowheads="1"/>
                </p:cNvPicPr>
                <p:nvPr/>
              </p:nvPicPr>
              <p:blipFill>
                <a:blip r:embed="rId1145">
                  <a:extLst>
                    <a:ext uri="{28A0092B-C50C-407E-A947-70E740481C1C}">
                      <a14:useLocalDpi xmlns:a14="http://schemas.microsoft.com/office/drawing/2010/main" val="0"/>
                    </a:ext>
                  </a:extLst>
                </a:blip>
                <a:srcRect/>
                <a:stretch>
                  <a:fillRect/>
                </a:stretch>
              </p:blipFill>
              <p:spPr bwMode="auto">
                <a:xfrm>
                  <a:off x="5287" y="311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3" name="Picture 2079">
                  <a:extLst>
                    <a:ext uri="{FF2B5EF4-FFF2-40B4-BE49-F238E27FC236}">
                      <a16:creationId xmlns:a16="http://schemas.microsoft.com/office/drawing/2014/main" id="{9E1FC9C4-0323-4F2E-9D27-35B101949321}"/>
                    </a:ext>
                  </a:extLst>
                </p:cNvPr>
                <p:cNvPicPr>
                  <a:picLocks noChangeAspect="1" noChangeArrowheads="1"/>
                </p:cNvPicPr>
                <p:nvPr/>
              </p:nvPicPr>
              <p:blipFill>
                <a:blip r:embed="rId1146">
                  <a:extLst>
                    <a:ext uri="{28A0092B-C50C-407E-A947-70E740481C1C}">
                      <a14:useLocalDpi xmlns:a14="http://schemas.microsoft.com/office/drawing/2010/main" val="0"/>
                    </a:ext>
                  </a:extLst>
                </a:blip>
                <a:srcRect/>
                <a:stretch>
                  <a:fillRect/>
                </a:stretch>
              </p:blipFill>
              <p:spPr bwMode="auto">
                <a:xfrm>
                  <a:off x="5287" y="311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4" name="Picture 2080">
                  <a:extLst>
                    <a:ext uri="{FF2B5EF4-FFF2-40B4-BE49-F238E27FC236}">
                      <a16:creationId xmlns:a16="http://schemas.microsoft.com/office/drawing/2014/main" id="{0278DCA7-52F8-42E3-88BF-791D6F63DA9B}"/>
                    </a:ext>
                  </a:extLst>
                </p:cNvPr>
                <p:cNvPicPr>
                  <a:picLocks noChangeAspect="1" noChangeArrowheads="1"/>
                </p:cNvPicPr>
                <p:nvPr/>
              </p:nvPicPr>
              <p:blipFill>
                <a:blip r:embed="rId1147">
                  <a:extLst>
                    <a:ext uri="{28A0092B-C50C-407E-A947-70E740481C1C}">
                      <a14:useLocalDpi xmlns:a14="http://schemas.microsoft.com/office/drawing/2010/main" val="0"/>
                    </a:ext>
                  </a:extLst>
                </a:blip>
                <a:srcRect/>
                <a:stretch>
                  <a:fillRect/>
                </a:stretch>
              </p:blipFill>
              <p:spPr bwMode="auto">
                <a:xfrm>
                  <a:off x="5287" y="311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5" name="Picture 2081">
                  <a:extLst>
                    <a:ext uri="{FF2B5EF4-FFF2-40B4-BE49-F238E27FC236}">
                      <a16:creationId xmlns:a16="http://schemas.microsoft.com/office/drawing/2014/main" id="{928CD6C1-1F28-4ECB-9DBB-1CAA6BB31242}"/>
                    </a:ext>
                  </a:extLst>
                </p:cNvPr>
                <p:cNvPicPr>
                  <a:picLocks noChangeAspect="1" noChangeArrowheads="1"/>
                </p:cNvPicPr>
                <p:nvPr/>
              </p:nvPicPr>
              <p:blipFill>
                <a:blip r:embed="rId1148">
                  <a:extLst>
                    <a:ext uri="{28A0092B-C50C-407E-A947-70E740481C1C}">
                      <a14:useLocalDpi xmlns:a14="http://schemas.microsoft.com/office/drawing/2010/main" val="0"/>
                    </a:ext>
                  </a:extLst>
                </a:blip>
                <a:srcRect/>
                <a:stretch>
                  <a:fillRect/>
                </a:stretch>
              </p:blipFill>
              <p:spPr bwMode="auto">
                <a:xfrm>
                  <a:off x="5287" y="311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6" name="Picture 2082">
                  <a:extLst>
                    <a:ext uri="{FF2B5EF4-FFF2-40B4-BE49-F238E27FC236}">
                      <a16:creationId xmlns:a16="http://schemas.microsoft.com/office/drawing/2014/main" id="{E8F465AD-CFB1-41D4-8285-B74C841467B1}"/>
                    </a:ext>
                  </a:extLst>
                </p:cNvPr>
                <p:cNvPicPr>
                  <a:picLocks noChangeAspect="1" noChangeArrowheads="1"/>
                </p:cNvPicPr>
                <p:nvPr/>
              </p:nvPicPr>
              <p:blipFill>
                <a:blip r:embed="rId1149">
                  <a:extLst>
                    <a:ext uri="{28A0092B-C50C-407E-A947-70E740481C1C}">
                      <a14:useLocalDpi xmlns:a14="http://schemas.microsoft.com/office/drawing/2010/main" val="0"/>
                    </a:ext>
                  </a:extLst>
                </a:blip>
                <a:srcRect/>
                <a:stretch>
                  <a:fillRect/>
                </a:stretch>
              </p:blipFill>
              <p:spPr bwMode="auto">
                <a:xfrm>
                  <a:off x="5287" y="311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7" name="Picture 2083">
                  <a:extLst>
                    <a:ext uri="{FF2B5EF4-FFF2-40B4-BE49-F238E27FC236}">
                      <a16:creationId xmlns:a16="http://schemas.microsoft.com/office/drawing/2014/main" id="{734BA928-BFDD-4C4F-8EDC-F08A31306CB4}"/>
                    </a:ext>
                  </a:extLst>
                </p:cNvPr>
                <p:cNvPicPr>
                  <a:picLocks noChangeAspect="1" noChangeArrowheads="1"/>
                </p:cNvPicPr>
                <p:nvPr/>
              </p:nvPicPr>
              <p:blipFill>
                <a:blip r:embed="rId1150">
                  <a:extLst>
                    <a:ext uri="{28A0092B-C50C-407E-A947-70E740481C1C}">
                      <a14:useLocalDpi xmlns:a14="http://schemas.microsoft.com/office/drawing/2010/main" val="0"/>
                    </a:ext>
                  </a:extLst>
                </a:blip>
                <a:srcRect/>
                <a:stretch>
                  <a:fillRect/>
                </a:stretch>
              </p:blipFill>
              <p:spPr bwMode="auto">
                <a:xfrm>
                  <a:off x="5287" y="312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8" name="Picture 2084">
                  <a:extLst>
                    <a:ext uri="{FF2B5EF4-FFF2-40B4-BE49-F238E27FC236}">
                      <a16:creationId xmlns:a16="http://schemas.microsoft.com/office/drawing/2014/main" id="{9A3FDD87-2F7C-4209-B2CE-647971D50F76}"/>
                    </a:ext>
                  </a:extLst>
                </p:cNvPr>
                <p:cNvPicPr>
                  <a:picLocks noChangeAspect="1" noChangeArrowheads="1"/>
                </p:cNvPicPr>
                <p:nvPr/>
              </p:nvPicPr>
              <p:blipFill>
                <a:blip r:embed="rId1151">
                  <a:extLst>
                    <a:ext uri="{28A0092B-C50C-407E-A947-70E740481C1C}">
                      <a14:useLocalDpi xmlns:a14="http://schemas.microsoft.com/office/drawing/2010/main" val="0"/>
                    </a:ext>
                  </a:extLst>
                </a:blip>
                <a:srcRect/>
                <a:stretch>
                  <a:fillRect/>
                </a:stretch>
              </p:blipFill>
              <p:spPr bwMode="auto">
                <a:xfrm>
                  <a:off x="5287" y="312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 name="Picture 2085">
                  <a:extLst>
                    <a:ext uri="{FF2B5EF4-FFF2-40B4-BE49-F238E27FC236}">
                      <a16:creationId xmlns:a16="http://schemas.microsoft.com/office/drawing/2014/main" id="{F114AD41-8257-4D22-A1FE-A99DF65B19D9}"/>
                    </a:ext>
                  </a:extLst>
                </p:cNvPr>
                <p:cNvPicPr>
                  <a:picLocks noChangeAspect="1" noChangeArrowheads="1"/>
                </p:cNvPicPr>
                <p:nvPr/>
              </p:nvPicPr>
              <p:blipFill>
                <a:blip r:embed="rId1152">
                  <a:extLst>
                    <a:ext uri="{28A0092B-C50C-407E-A947-70E740481C1C}">
                      <a14:useLocalDpi xmlns:a14="http://schemas.microsoft.com/office/drawing/2010/main" val="0"/>
                    </a:ext>
                  </a:extLst>
                </a:blip>
                <a:srcRect/>
                <a:stretch>
                  <a:fillRect/>
                </a:stretch>
              </p:blipFill>
              <p:spPr bwMode="auto">
                <a:xfrm>
                  <a:off x="5287" y="312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0" name="Picture 2086">
                  <a:extLst>
                    <a:ext uri="{FF2B5EF4-FFF2-40B4-BE49-F238E27FC236}">
                      <a16:creationId xmlns:a16="http://schemas.microsoft.com/office/drawing/2014/main" id="{5A830D99-F0C2-49F0-B93C-CDBAAD1A3D60}"/>
                    </a:ext>
                  </a:extLst>
                </p:cNvPr>
                <p:cNvPicPr>
                  <a:picLocks noChangeAspect="1" noChangeArrowheads="1"/>
                </p:cNvPicPr>
                <p:nvPr/>
              </p:nvPicPr>
              <p:blipFill>
                <a:blip r:embed="rId1153">
                  <a:extLst>
                    <a:ext uri="{28A0092B-C50C-407E-A947-70E740481C1C}">
                      <a14:useLocalDpi xmlns:a14="http://schemas.microsoft.com/office/drawing/2010/main" val="0"/>
                    </a:ext>
                  </a:extLst>
                </a:blip>
                <a:srcRect/>
                <a:stretch>
                  <a:fillRect/>
                </a:stretch>
              </p:blipFill>
              <p:spPr bwMode="auto">
                <a:xfrm>
                  <a:off x="5287" y="312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1" name="Picture 2087">
                  <a:extLst>
                    <a:ext uri="{FF2B5EF4-FFF2-40B4-BE49-F238E27FC236}">
                      <a16:creationId xmlns:a16="http://schemas.microsoft.com/office/drawing/2014/main" id="{B9853588-A63D-4D3B-BDC9-698601D6DF47}"/>
                    </a:ext>
                  </a:extLst>
                </p:cNvPr>
                <p:cNvPicPr>
                  <a:picLocks noChangeAspect="1" noChangeArrowheads="1"/>
                </p:cNvPicPr>
                <p:nvPr/>
              </p:nvPicPr>
              <p:blipFill>
                <a:blip r:embed="rId1154">
                  <a:extLst>
                    <a:ext uri="{28A0092B-C50C-407E-A947-70E740481C1C}">
                      <a14:useLocalDpi xmlns:a14="http://schemas.microsoft.com/office/drawing/2010/main" val="0"/>
                    </a:ext>
                  </a:extLst>
                </a:blip>
                <a:srcRect/>
                <a:stretch>
                  <a:fillRect/>
                </a:stretch>
              </p:blipFill>
              <p:spPr bwMode="auto">
                <a:xfrm>
                  <a:off x="5287" y="312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2" name="Picture 2088">
                  <a:extLst>
                    <a:ext uri="{FF2B5EF4-FFF2-40B4-BE49-F238E27FC236}">
                      <a16:creationId xmlns:a16="http://schemas.microsoft.com/office/drawing/2014/main" id="{2540807C-6E62-4D75-9E38-CEE4CE7BFA62}"/>
                    </a:ext>
                  </a:extLst>
                </p:cNvPr>
                <p:cNvPicPr>
                  <a:picLocks noChangeAspect="1" noChangeArrowheads="1"/>
                </p:cNvPicPr>
                <p:nvPr/>
              </p:nvPicPr>
              <p:blipFill>
                <a:blip r:embed="rId1155">
                  <a:extLst>
                    <a:ext uri="{28A0092B-C50C-407E-A947-70E740481C1C}">
                      <a14:useLocalDpi xmlns:a14="http://schemas.microsoft.com/office/drawing/2010/main" val="0"/>
                    </a:ext>
                  </a:extLst>
                </a:blip>
                <a:srcRect/>
                <a:stretch>
                  <a:fillRect/>
                </a:stretch>
              </p:blipFill>
              <p:spPr bwMode="auto">
                <a:xfrm>
                  <a:off x="5287" y="312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3" name="Picture 2089">
                  <a:extLst>
                    <a:ext uri="{FF2B5EF4-FFF2-40B4-BE49-F238E27FC236}">
                      <a16:creationId xmlns:a16="http://schemas.microsoft.com/office/drawing/2014/main" id="{17ACBAC9-E7AF-477D-9D15-A2455EA18D13}"/>
                    </a:ext>
                  </a:extLst>
                </p:cNvPr>
                <p:cNvPicPr>
                  <a:picLocks noChangeAspect="1" noChangeArrowheads="1"/>
                </p:cNvPicPr>
                <p:nvPr/>
              </p:nvPicPr>
              <p:blipFill>
                <a:blip r:embed="rId1156">
                  <a:extLst>
                    <a:ext uri="{28A0092B-C50C-407E-A947-70E740481C1C}">
                      <a14:useLocalDpi xmlns:a14="http://schemas.microsoft.com/office/drawing/2010/main" val="0"/>
                    </a:ext>
                  </a:extLst>
                </a:blip>
                <a:srcRect/>
                <a:stretch>
                  <a:fillRect/>
                </a:stretch>
              </p:blipFill>
              <p:spPr bwMode="auto">
                <a:xfrm>
                  <a:off x="5287" y="312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4" name="Picture 2090">
                  <a:extLst>
                    <a:ext uri="{FF2B5EF4-FFF2-40B4-BE49-F238E27FC236}">
                      <a16:creationId xmlns:a16="http://schemas.microsoft.com/office/drawing/2014/main" id="{05273DEB-2E60-446C-AD28-713D96B6AD15}"/>
                    </a:ext>
                  </a:extLst>
                </p:cNvPr>
                <p:cNvPicPr>
                  <a:picLocks noChangeAspect="1" noChangeArrowheads="1"/>
                </p:cNvPicPr>
                <p:nvPr/>
              </p:nvPicPr>
              <p:blipFill>
                <a:blip r:embed="rId1157">
                  <a:extLst>
                    <a:ext uri="{28A0092B-C50C-407E-A947-70E740481C1C}">
                      <a14:useLocalDpi xmlns:a14="http://schemas.microsoft.com/office/drawing/2010/main" val="0"/>
                    </a:ext>
                  </a:extLst>
                </a:blip>
                <a:srcRect/>
                <a:stretch>
                  <a:fillRect/>
                </a:stretch>
              </p:blipFill>
              <p:spPr bwMode="auto">
                <a:xfrm>
                  <a:off x="5287" y="312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5" name="Picture 2091">
                  <a:extLst>
                    <a:ext uri="{FF2B5EF4-FFF2-40B4-BE49-F238E27FC236}">
                      <a16:creationId xmlns:a16="http://schemas.microsoft.com/office/drawing/2014/main" id="{F307FF7C-7D7E-43BC-8144-51DDC483D7F3}"/>
                    </a:ext>
                  </a:extLst>
                </p:cNvPr>
                <p:cNvPicPr>
                  <a:picLocks noChangeAspect="1" noChangeArrowheads="1"/>
                </p:cNvPicPr>
                <p:nvPr/>
              </p:nvPicPr>
              <p:blipFill>
                <a:blip r:embed="rId1158">
                  <a:extLst>
                    <a:ext uri="{28A0092B-C50C-407E-A947-70E740481C1C}">
                      <a14:useLocalDpi xmlns:a14="http://schemas.microsoft.com/office/drawing/2010/main" val="0"/>
                    </a:ext>
                  </a:extLst>
                </a:blip>
                <a:srcRect/>
                <a:stretch>
                  <a:fillRect/>
                </a:stretch>
              </p:blipFill>
              <p:spPr bwMode="auto">
                <a:xfrm>
                  <a:off x="5287" y="312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6" name="Picture 2092">
                  <a:extLst>
                    <a:ext uri="{FF2B5EF4-FFF2-40B4-BE49-F238E27FC236}">
                      <a16:creationId xmlns:a16="http://schemas.microsoft.com/office/drawing/2014/main" id="{C8239276-E726-44BE-A96D-99DE5F6817CC}"/>
                    </a:ext>
                  </a:extLst>
                </p:cNvPr>
                <p:cNvPicPr>
                  <a:picLocks noChangeAspect="1" noChangeArrowheads="1"/>
                </p:cNvPicPr>
                <p:nvPr/>
              </p:nvPicPr>
              <p:blipFill>
                <a:blip r:embed="rId1159">
                  <a:extLst>
                    <a:ext uri="{28A0092B-C50C-407E-A947-70E740481C1C}">
                      <a14:useLocalDpi xmlns:a14="http://schemas.microsoft.com/office/drawing/2010/main" val="0"/>
                    </a:ext>
                  </a:extLst>
                </a:blip>
                <a:srcRect/>
                <a:stretch>
                  <a:fillRect/>
                </a:stretch>
              </p:blipFill>
              <p:spPr bwMode="auto">
                <a:xfrm>
                  <a:off x="5287" y="312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7" name="Picture 2093">
                  <a:extLst>
                    <a:ext uri="{FF2B5EF4-FFF2-40B4-BE49-F238E27FC236}">
                      <a16:creationId xmlns:a16="http://schemas.microsoft.com/office/drawing/2014/main" id="{A748307E-044A-4443-8935-17B53B44C5A7}"/>
                    </a:ext>
                  </a:extLst>
                </p:cNvPr>
                <p:cNvPicPr>
                  <a:picLocks noChangeAspect="1" noChangeArrowheads="1"/>
                </p:cNvPicPr>
                <p:nvPr/>
              </p:nvPicPr>
              <p:blipFill>
                <a:blip r:embed="rId1160">
                  <a:extLst>
                    <a:ext uri="{28A0092B-C50C-407E-A947-70E740481C1C}">
                      <a14:useLocalDpi xmlns:a14="http://schemas.microsoft.com/office/drawing/2010/main" val="0"/>
                    </a:ext>
                  </a:extLst>
                </a:blip>
                <a:srcRect/>
                <a:stretch>
                  <a:fillRect/>
                </a:stretch>
              </p:blipFill>
              <p:spPr bwMode="auto">
                <a:xfrm>
                  <a:off x="5287" y="312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8" name="Picture 2094">
                  <a:extLst>
                    <a:ext uri="{FF2B5EF4-FFF2-40B4-BE49-F238E27FC236}">
                      <a16:creationId xmlns:a16="http://schemas.microsoft.com/office/drawing/2014/main" id="{EBFCAAE8-8193-4A2D-8848-A8DAE23B2177}"/>
                    </a:ext>
                  </a:extLst>
                </p:cNvPr>
                <p:cNvPicPr>
                  <a:picLocks noChangeAspect="1" noChangeArrowheads="1"/>
                </p:cNvPicPr>
                <p:nvPr/>
              </p:nvPicPr>
              <p:blipFill>
                <a:blip r:embed="rId1161">
                  <a:extLst>
                    <a:ext uri="{28A0092B-C50C-407E-A947-70E740481C1C}">
                      <a14:useLocalDpi xmlns:a14="http://schemas.microsoft.com/office/drawing/2010/main" val="0"/>
                    </a:ext>
                  </a:extLst>
                </a:blip>
                <a:srcRect/>
                <a:stretch>
                  <a:fillRect/>
                </a:stretch>
              </p:blipFill>
              <p:spPr bwMode="auto">
                <a:xfrm>
                  <a:off x="5287" y="313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9" name="Picture 2095">
                  <a:extLst>
                    <a:ext uri="{FF2B5EF4-FFF2-40B4-BE49-F238E27FC236}">
                      <a16:creationId xmlns:a16="http://schemas.microsoft.com/office/drawing/2014/main" id="{1225B05C-6959-463F-A1F4-810D5D6AED4A}"/>
                    </a:ext>
                  </a:extLst>
                </p:cNvPr>
                <p:cNvPicPr>
                  <a:picLocks noChangeAspect="1" noChangeArrowheads="1"/>
                </p:cNvPicPr>
                <p:nvPr/>
              </p:nvPicPr>
              <p:blipFill>
                <a:blip r:embed="rId1162">
                  <a:extLst>
                    <a:ext uri="{28A0092B-C50C-407E-A947-70E740481C1C}">
                      <a14:useLocalDpi xmlns:a14="http://schemas.microsoft.com/office/drawing/2010/main" val="0"/>
                    </a:ext>
                  </a:extLst>
                </a:blip>
                <a:srcRect/>
                <a:stretch>
                  <a:fillRect/>
                </a:stretch>
              </p:blipFill>
              <p:spPr bwMode="auto">
                <a:xfrm>
                  <a:off x="5287" y="3131"/>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0" name="Picture 2096">
                  <a:extLst>
                    <a:ext uri="{FF2B5EF4-FFF2-40B4-BE49-F238E27FC236}">
                      <a16:creationId xmlns:a16="http://schemas.microsoft.com/office/drawing/2014/main" id="{EA36661A-0270-4713-AE2C-86CE4126B8E2}"/>
                    </a:ext>
                  </a:extLst>
                </p:cNvPr>
                <p:cNvPicPr>
                  <a:picLocks noChangeAspect="1" noChangeArrowheads="1"/>
                </p:cNvPicPr>
                <p:nvPr/>
              </p:nvPicPr>
              <p:blipFill>
                <a:blip r:embed="rId1163">
                  <a:extLst>
                    <a:ext uri="{28A0092B-C50C-407E-A947-70E740481C1C}">
                      <a14:useLocalDpi xmlns:a14="http://schemas.microsoft.com/office/drawing/2010/main" val="0"/>
                    </a:ext>
                  </a:extLst>
                </a:blip>
                <a:srcRect/>
                <a:stretch>
                  <a:fillRect/>
                </a:stretch>
              </p:blipFill>
              <p:spPr bwMode="auto">
                <a:xfrm>
                  <a:off x="5287" y="3132"/>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1" name="Picture 2097">
                  <a:extLst>
                    <a:ext uri="{FF2B5EF4-FFF2-40B4-BE49-F238E27FC236}">
                      <a16:creationId xmlns:a16="http://schemas.microsoft.com/office/drawing/2014/main" id="{79ECC451-933E-4EC9-963F-448FBFC8CCF6}"/>
                    </a:ext>
                  </a:extLst>
                </p:cNvPr>
                <p:cNvPicPr>
                  <a:picLocks noChangeAspect="1" noChangeArrowheads="1"/>
                </p:cNvPicPr>
                <p:nvPr/>
              </p:nvPicPr>
              <p:blipFill>
                <a:blip r:embed="rId1164">
                  <a:extLst>
                    <a:ext uri="{28A0092B-C50C-407E-A947-70E740481C1C}">
                      <a14:useLocalDpi xmlns:a14="http://schemas.microsoft.com/office/drawing/2010/main" val="0"/>
                    </a:ext>
                  </a:extLst>
                </a:blip>
                <a:srcRect/>
                <a:stretch>
                  <a:fillRect/>
                </a:stretch>
              </p:blipFill>
              <p:spPr bwMode="auto">
                <a:xfrm>
                  <a:off x="5287" y="3133"/>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2" name="Picture 2098">
                  <a:extLst>
                    <a:ext uri="{FF2B5EF4-FFF2-40B4-BE49-F238E27FC236}">
                      <a16:creationId xmlns:a16="http://schemas.microsoft.com/office/drawing/2014/main" id="{AA237171-5C4B-4D3B-98D8-5713FCD0D8FD}"/>
                    </a:ext>
                  </a:extLst>
                </p:cNvPr>
                <p:cNvPicPr>
                  <a:picLocks noChangeAspect="1" noChangeArrowheads="1"/>
                </p:cNvPicPr>
                <p:nvPr/>
              </p:nvPicPr>
              <p:blipFill>
                <a:blip r:embed="rId1112">
                  <a:extLst>
                    <a:ext uri="{28A0092B-C50C-407E-A947-70E740481C1C}">
                      <a14:useLocalDpi xmlns:a14="http://schemas.microsoft.com/office/drawing/2010/main" val="0"/>
                    </a:ext>
                  </a:extLst>
                </a:blip>
                <a:srcRect/>
                <a:stretch>
                  <a:fillRect/>
                </a:stretch>
              </p:blipFill>
              <p:spPr bwMode="auto">
                <a:xfrm>
                  <a:off x="5287" y="3134"/>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63" name="Picture 2099">
                <a:extLst>
                  <a:ext uri="{FF2B5EF4-FFF2-40B4-BE49-F238E27FC236}">
                    <a16:creationId xmlns:a16="http://schemas.microsoft.com/office/drawing/2014/main" id="{370CBF64-15EB-49B9-9A57-74BDDCB25A1B}"/>
                  </a:ext>
                </a:extLst>
              </p:cNvPr>
              <p:cNvPicPr>
                <a:picLocks noChangeAspect="1" noChangeArrowheads="1"/>
              </p:cNvPicPr>
              <p:nvPr/>
            </p:nvPicPr>
            <p:blipFill>
              <a:blip r:embed="rId1165">
                <a:extLst>
                  <a:ext uri="{28A0092B-C50C-407E-A947-70E740481C1C}">
                    <a14:useLocalDpi xmlns:a14="http://schemas.microsoft.com/office/drawing/2010/main" val="0"/>
                  </a:ext>
                </a:extLst>
              </a:blip>
              <a:srcRect/>
              <a:stretch>
                <a:fillRect/>
              </a:stretch>
            </p:blipFill>
            <p:spPr bwMode="auto">
              <a:xfrm>
                <a:off x="5287" y="3135"/>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4" name="Picture 2100">
                <a:extLst>
                  <a:ext uri="{FF2B5EF4-FFF2-40B4-BE49-F238E27FC236}">
                    <a16:creationId xmlns:a16="http://schemas.microsoft.com/office/drawing/2014/main" id="{87E444C3-2573-43BF-AD08-E00D958144D0}"/>
                  </a:ext>
                </a:extLst>
              </p:cNvPr>
              <p:cNvPicPr>
                <a:picLocks noChangeAspect="1" noChangeArrowheads="1"/>
              </p:cNvPicPr>
              <p:nvPr/>
            </p:nvPicPr>
            <p:blipFill>
              <a:blip r:embed="rId1110">
                <a:extLst>
                  <a:ext uri="{28A0092B-C50C-407E-A947-70E740481C1C}">
                    <a14:useLocalDpi xmlns:a14="http://schemas.microsoft.com/office/drawing/2010/main" val="0"/>
                  </a:ext>
                </a:extLst>
              </a:blip>
              <a:srcRect/>
              <a:stretch>
                <a:fillRect/>
              </a:stretch>
            </p:blipFill>
            <p:spPr bwMode="auto">
              <a:xfrm>
                <a:off x="5287" y="3136"/>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 name="Picture 2101">
                <a:extLst>
                  <a:ext uri="{FF2B5EF4-FFF2-40B4-BE49-F238E27FC236}">
                    <a16:creationId xmlns:a16="http://schemas.microsoft.com/office/drawing/2014/main" id="{2A6FBE2C-2AD2-4619-BBE4-D0FD6ACADFD9}"/>
                  </a:ext>
                </a:extLst>
              </p:cNvPr>
              <p:cNvPicPr>
                <a:picLocks noChangeAspect="1" noChangeArrowheads="1"/>
              </p:cNvPicPr>
              <p:nvPr/>
            </p:nvPicPr>
            <p:blipFill>
              <a:blip r:embed="rId1166">
                <a:extLst>
                  <a:ext uri="{28A0092B-C50C-407E-A947-70E740481C1C}">
                    <a14:useLocalDpi xmlns:a14="http://schemas.microsoft.com/office/drawing/2010/main" val="0"/>
                  </a:ext>
                </a:extLst>
              </a:blip>
              <a:srcRect/>
              <a:stretch>
                <a:fillRect/>
              </a:stretch>
            </p:blipFill>
            <p:spPr bwMode="auto">
              <a:xfrm>
                <a:off x="5287" y="3137"/>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6" name="Picture 2102">
                <a:extLst>
                  <a:ext uri="{FF2B5EF4-FFF2-40B4-BE49-F238E27FC236}">
                    <a16:creationId xmlns:a16="http://schemas.microsoft.com/office/drawing/2014/main" id="{B7276CDD-FA86-4D12-B831-D5574262FE33}"/>
                  </a:ext>
                </a:extLst>
              </p:cNvPr>
              <p:cNvPicPr>
                <a:picLocks noChangeAspect="1" noChangeArrowheads="1"/>
              </p:cNvPicPr>
              <p:nvPr/>
            </p:nvPicPr>
            <p:blipFill>
              <a:blip r:embed="rId1108">
                <a:extLst>
                  <a:ext uri="{28A0092B-C50C-407E-A947-70E740481C1C}">
                    <a14:useLocalDpi xmlns:a14="http://schemas.microsoft.com/office/drawing/2010/main" val="0"/>
                  </a:ext>
                </a:extLst>
              </a:blip>
              <a:srcRect/>
              <a:stretch>
                <a:fillRect/>
              </a:stretch>
            </p:blipFill>
            <p:spPr bwMode="auto">
              <a:xfrm>
                <a:off x="5287" y="3138"/>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7" name="Picture 2103">
                <a:extLst>
                  <a:ext uri="{FF2B5EF4-FFF2-40B4-BE49-F238E27FC236}">
                    <a16:creationId xmlns:a16="http://schemas.microsoft.com/office/drawing/2014/main" id="{0B1C69DC-D02E-46E5-BB5B-064596997831}"/>
                  </a:ext>
                </a:extLst>
              </p:cNvPr>
              <p:cNvPicPr>
                <a:picLocks noChangeAspect="1" noChangeArrowheads="1"/>
              </p:cNvPicPr>
              <p:nvPr/>
            </p:nvPicPr>
            <p:blipFill>
              <a:blip r:embed="rId1167">
                <a:extLst>
                  <a:ext uri="{28A0092B-C50C-407E-A947-70E740481C1C}">
                    <a14:useLocalDpi xmlns:a14="http://schemas.microsoft.com/office/drawing/2010/main" val="0"/>
                  </a:ext>
                </a:extLst>
              </a:blip>
              <a:srcRect/>
              <a:stretch>
                <a:fillRect/>
              </a:stretch>
            </p:blipFill>
            <p:spPr bwMode="auto">
              <a:xfrm>
                <a:off x="5287" y="3139"/>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 name="Picture 2104">
                <a:extLst>
                  <a:ext uri="{FF2B5EF4-FFF2-40B4-BE49-F238E27FC236}">
                    <a16:creationId xmlns:a16="http://schemas.microsoft.com/office/drawing/2014/main" id="{38B40AE9-9CCD-4A5B-B8E8-2DF3D9E48421}"/>
                  </a:ext>
                </a:extLst>
              </p:cNvPr>
              <p:cNvPicPr>
                <a:picLocks noChangeAspect="1" noChangeArrowheads="1"/>
              </p:cNvPicPr>
              <p:nvPr/>
            </p:nvPicPr>
            <p:blipFill>
              <a:blip r:embed="rId1168">
                <a:extLst>
                  <a:ext uri="{28A0092B-C50C-407E-A947-70E740481C1C}">
                    <a14:useLocalDpi xmlns:a14="http://schemas.microsoft.com/office/drawing/2010/main" val="0"/>
                  </a:ext>
                </a:extLst>
              </a:blip>
              <a:srcRect/>
              <a:stretch>
                <a:fillRect/>
              </a:stretch>
            </p:blipFill>
            <p:spPr bwMode="auto">
              <a:xfrm>
                <a:off x="5287" y="3140"/>
                <a:ext cx="105"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9" name="Picture 2105">
                <a:extLst>
                  <a:ext uri="{FF2B5EF4-FFF2-40B4-BE49-F238E27FC236}">
                    <a16:creationId xmlns:a16="http://schemas.microsoft.com/office/drawing/2014/main" id="{F12BDAEA-B528-4C0B-B57A-A48FE49DA142}"/>
                  </a:ext>
                </a:extLst>
              </p:cNvPr>
              <p:cNvPicPr>
                <a:picLocks noChangeAspect="1" noChangeArrowheads="1"/>
              </p:cNvPicPr>
              <p:nvPr/>
            </p:nvPicPr>
            <p:blipFill>
              <a:blip r:embed="rId1169">
                <a:extLst>
                  <a:ext uri="{28A0092B-C50C-407E-A947-70E740481C1C}">
                    <a14:useLocalDpi xmlns:a14="http://schemas.microsoft.com/office/drawing/2010/main" val="0"/>
                  </a:ext>
                </a:extLst>
              </a:blip>
              <a:srcRect/>
              <a:stretch>
                <a:fillRect/>
              </a:stretch>
            </p:blipFill>
            <p:spPr bwMode="auto">
              <a:xfrm>
                <a:off x="5293" y="3141"/>
                <a:ext cx="9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0" name="Picture 2106">
                <a:extLst>
                  <a:ext uri="{FF2B5EF4-FFF2-40B4-BE49-F238E27FC236}">
                    <a16:creationId xmlns:a16="http://schemas.microsoft.com/office/drawing/2014/main" id="{6C73470C-E444-435F-97A0-8B5F073D9DC8}"/>
                  </a:ext>
                </a:extLst>
              </p:cNvPr>
              <p:cNvPicPr>
                <a:picLocks noChangeAspect="1" noChangeArrowheads="1"/>
              </p:cNvPicPr>
              <p:nvPr/>
            </p:nvPicPr>
            <p:blipFill>
              <a:blip r:embed="rId1104">
                <a:extLst>
                  <a:ext uri="{28A0092B-C50C-407E-A947-70E740481C1C}">
                    <a14:useLocalDpi xmlns:a14="http://schemas.microsoft.com/office/drawing/2010/main" val="0"/>
                  </a:ext>
                </a:extLst>
              </a:blip>
              <a:srcRect/>
              <a:stretch>
                <a:fillRect/>
              </a:stretch>
            </p:blipFill>
            <p:spPr bwMode="auto">
              <a:xfrm>
                <a:off x="5293" y="3142"/>
                <a:ext cx="9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1" name="Picture 2107">
                <a:extLst>
                  <a:ext uri="{FF2B5EF4-FFF2-40B4-BE49-F238E27FC236}">
                    <a16:creationId xmlns:a16="http://schemas.microsoft.com/office/drawing/2014/main" id="{9EF0A0C1-A230-40D9-A55D-EF141C61B9FA}"/>
                  </a:ext>
                </a:extLst>
              </p:cNvPr>
              <p:cNvPicPr>
                <a:picLocks noChangeAspect="1" noChangeArrowheads="1"/>
              </p:cNvPicPr>
              <p:nvPr/>
            </p:nvPicPr>
            <p:blipFill>
              <a:blip r:embed="rId1170">
                <a:extLst>
                  <a:ext uri="{28A0092B-C50C-407E-A947-70E740481C1C}">
                    <a14:useLocalDpi xmlns:a14="http://schemas.microsoft.com/office/drawing/2010/main" val="0"/>
                  </a:ext>
                </a:extLst>
              </a:blip>
              <a:srcRect/>
              <a:stretch>
                <a:fillRect/>
              </a:stretch>
            </p:blipFill>
            <p:spPr bwMode="auto">
              <a:xfrm>
                <a:off x="5293" y="3143"/>
                <a:ext cx="9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2" name="Picture 2108">
                <a:extLst>
                  <a:ext uri="{FF2B5EF4-FFF2-40B4-BE49-F238E27FC236}">
                    <a16:creationId xmlns:a16="http://schemas.microsoft.com/office/drawing/2014/main" id="{587852DC-6AD5-46B7-8256-BD8C050F63D2}"/>
                  </a:ext>
                </a:extLst>
              </p:cNvPr>
              <p:cNvPicPr>
                <a:picLocks noChangeAspect="1" noChangeArrowheads="1"/>
              </p:cNvPicPr>
              <p:nvPr/>
            </p:nvPicPr>
            <p:blipFill>
              <a:blip r:embed="rId1171">
                <a:extLst>
                  <a:ext uri="{28A0092B-C50C-407E-A947-70E740481C1C}">
                    <a14:useLocalDpi xmlns:a14="http://schemas.microsoft.com/office/drawing/2010/main" val="0"/>
                  </a:ext>
                </a:extLst>
              </a:blip>
              <a:srcRect/>
              <a:stretch>
                <a:fillRect/>
              </a:stretch>
            </p:blipFill>
            <p:spPr bwMode="auto">
              <a:xfrm>
                <a:off x="5293" y="3144"/>
                <a:ext cx="92"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73" name="Rectangle 2109">
              <a:extLst>
                <a:ext uri="{FF2B5EF4-FFF2-40B4-BE49-F238E27FC236}">
                  <a16:creationId xmlns:a16="http://schemas.microsoft.com/office/drawing/2014/main" id="{ACF930ED-8525-42AE-9390-500FE5EF6354}"/>
                </a:ext>
              </a:extLst>
            </p:cNvPr>
            <p:cNvSpPr>
              <a:spLocks noChangeArrowheads="1"/>
            </p:cNvSpPr>
            <p:nvPr/>
          </p:nvSpPr>
          <p:spPr bwMode="auto">
            <a:xfrm>
              <a:off x="6597650" y="4468813"/>
              <a:ext cx="144938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sp>
          <p:nvSpPr>
            <p:cNvPr id="1274" name="Rectangle 2110">
              <a:extLst>
                <a:ext uri="{FF2B5EF4-FFF2-40B4-BE49-F238E27FC236}">
                  <a16:creationId xmlns:a16="http://schemas.microsoft.com/office/drawing/2014/main" id="{085CFE25-504C-4D8E-9533-54572F626825}"/>
                </a:ext>
              </a:extLst>
            </p:cNvPr>
            <p:cNvSpPr>
              <a:spLocks noChangeArrowheads="1"/>
            </p:cNvSpPr>
            <p:nvPr/>
          </p:nvSpPr>
          <p:spPr bwMode="auto">
            <a:xfrm>
              <a:off x="6323013" y="4419600"/>
              <a:ext cx="7969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Field Bus</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275" name="Line 2111">
              <a:extLst>
                <a:ext uri="{FF2B5EF4-FFF2-40B4-BE49-F238E27FC236}">
                  <a16:creationId xmlns:a16="http://schemas.microsoft.com/office/drawing/2014/main" id="{0CC736C5-C67B-4757-B5E0-6A44518C48FE}"/>
                </a:ext>
              </a:extLst>
            </p:cNvPr>
            <p:cNvSpPr>
              <a:spLocks noChangeShapeType="1"/>
            </p:cNvSpPr>
            <p:nvPr/>
          </p:nvSpPr>
          <p:spPr bwMode="auto">
            <a:xfrm>
              <a:off x="6323013" y="4648200"/>
              <a:ext cx="2376487" cy="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76" name="Line 2112">
              <a:extLst>
                <a:ext uri="{FF2B5EF4-FFF2-40B4-BE49-F238E27FC236}">
                  <a16:creationId xmlns:a16="http://schemas.microsoft.com/office/drawing/2014/main" id="{095281A3-69FB-43AF-B660-22679F8E7946}"/>
                </a:ext>
              </a:extLst>
            </p:cNvPr>
            <p:cNvSpPr>
              <a:spLocks noChangeShapeType="1"/>
            </p:cNvSpPr>
            <p:nvPr/>
          </p:nvSpPr>
          <p:spPr bwMode="auto">
            <a:xfrm>
              <a:off x="7466013" y="3886200"/>
              <a:ext cx="0" cy="76200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77" name="Line 2113">
              <a:extLst>
                <a:ext uri="{FF2B5EF4-FFF2-40B4-BE49-F238E27FC236}">
                  <a16:creationId xmlns:a16="http://schemas.microsoft.com/office/drawing/2014/main" id="{511A2B1D-EE3D-44DD-AB70-F31A855D581E}"/>
                </a:ext>
              </a:extLst>
            </p:cNvPr>
            <p:cNvSpPr>
              <a:spLocks noChangeShapeType="1"/>
            </p:cNvSpPr>
            <p:nvPr/>
          </p:nvSpPr>
          <p:spPr bwMode="auto">
            <a:xfrm>
              <a:off x="7847013" y="4648200"/>
              <a:ext cx="0" cy="22860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pic>
          <p:nvPicPr>
            <p:cNvPr id="1278" name="Picture 2114">
              <a:extLst>
                <a:ext uri="{FF2B5EF4-FFF2-40B4-BE49-F238E27FC236}">
                  <a16:creationId xmlns:a16="http://schemas.microsoft.com/office/drawing/2014/main" id="{C0F452B8-7327-4369-9415-A4A0FD28624F}"/>
                </a:ext>
              </a:extLst>
            </p:cNvPr>
            <p:cNvPicPr>
              <a:picLocks noChangeAspect="1" noChangeArrowheads="1"/>
            </p:cNvPicPr>
            <p:nvPr/>
          </p:nvPicPr>
          <p:blipFill>
            <a:blip r:embed="rId1172">
              <a:clrChange>
                <a:clrFrom>
                  <a:srgbClr val="FEFEFE"/>
                </a:clrFrom>
                <a:clrTo>
                  <a:srgbClr val="FEFEFE">
                    <a:alpha val="0"/>
                  </a:srgbClr>
                </a:clrTo>
              </a:clrChange>
              <a:extLst>
                <a:ext uri="{28A0092B-C50C-407E-A947-70E740481C1C}">
                  <a14:useLocalDpi xmlns:a14="http://schemas.microsoft.com/office/drawing/2010/main" val="0"/>
                </a:ext>
              </a:extLst>
            </a:blip>
            <a:srcRect t="13483"/>
            <a:stretch>
              <a:fillRect/>
            </a:stretch>
          </p:blipFill>
          <p:spPr bwMode="auto">
            <a:xfrm>
              <a:off x="6234113" y="4768850"/>
              <a:ext cx="9271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79" name="Rectangle 2117">
              <a:extLst>
                <a:ext uri="{FF2B5EF4-FFF2-40B4-BE49-F238E27FC236}">
                  <a16:creationId xmlns:a16="http://schemas.microsoft.com/office/drawing/2014/main" id="{D09A46EF-1E76-474E-ADE3-1B4EA80220CD}"/>
                </a:ext>
              </a:extLst>
            </p:cNvPr>
            <p:cNvSpPr>
              <a:spLocks noChangeArrowheads="1"/>
            </p:cNvSpPr>
            <p:nvPr/>
          </p:nvSpPr>
          <p:spPr bwMode="auto">
            <a:xfrm>
              <a:off x="76200" y="2279650"/>
              <a:ext cx="20685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Plant Network (Ethernet)</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280" name="Rectangle 2118">
              <a:extLst>
                <a:ext uri="{FF2B5EF4-FFF2-40B4-BE49-F238E27FC236}">
                  <a16:creationId xmlns:a16="http://schemas.microsoft.com/office/drawing/2014/main" id="{0D144911-CB77-4C5D-BCA0-D3D63AF8529C}"/>
                </a:ext>
              </a:extLst>
            </p:cNvPr>
            <p:cNvSpPr>
              <a:spLocks noChangeArrowheads="1"/>
            </p:cNvSpPr>
            <p:nvPr/>
          </p:nvSpPr>
          <p:spPr bwMode="auto">
            <a:xfrm>
              <a:off x="7086600" y="1117600"/>
              <a:ext cx="83502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Times New Roman" panose="02020603050405020304" pitchFamily="18" charset="0"/>
                  <a:ea typeface="+mn-ea"/>
                  <a:cs typeface="Arial" panose="020B0604020202020204" pitchFamily="34" charset="0"/>
                </a:rPr>
                <a:t>3rd party application server</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281" name="Rectangle 2119">
              <a:extLst>
                <a:ext uri="{FF2B5EF4-FFF2-40B4-BE49-F238E27FC236}">
                  <a16:creationId xmlns:a16="http://schemas.microsoft.com/office/drawing/2014/main" id="{B49E9561-4968-49F4-93F8-B4AE804E467E}"/>
                </a:ext>
              </a:extLst>
            </p:cNvPr>
            <p:cNvSpPr>
              <a:spLocks noChangeArrowheads="1"/>
            </p:cNvSpPr>
            <p:nvPr/>
          </p:nvSpPr>
          <p:spPr bwMode="auto">
            <a:xfrm>
              <a:off x="6018213" y="2514600"/>
              <a:ext cx="8477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application</a:t>
              </a:r>
            </a:p>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server</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pic>
          <p:nvPicPr>
            <p:cNvPr id="1282" name="Picture 2120">
              <a:extLst>
                <a:ext uri="{FF2B5EF4-FFF2-40B4-BE49-F238E27FC236}">
                  <a16:creationId xmlns:a16="http://schemas.microsoft.com/office/drawing/2014/main" id="{F2801AAB-DEFA-4ADE-ABA2-2A243C83A6B3}"/>
                </a:ext>
              </a:extLst>
            </p:cNvPr>
            <p:cNvPicPr>
              <a:picLocks noChangeAspect="1" noChangeArrowheads="1"/>
            </p:cNvPicPr>
            <p:nvPr/>
          </p:nvPicPr>
          <p:blipFill>
            <a:blip r:embed="rId1173">
              <a:extLst>
                <a:ext uri="{28A0092B-C50C-407E-A947-70E740481C1C}">
                  <a14:useLocalDpi xmlns:a14="http://schemas.microsoft.com/office/drawing/2010/main" val="0"/>
                </a:ext>
              </a:extLst>
            </a:blip>
            <a:srcRect/>
            <a:stretch>
              <a:fillRect/>
            </a:stretch>
          </p:blipFill>
          <p:spPr bwMode="auto">
            <a:xfrm>
              <a:off x="3198813" y="1878013"/>
              <a:ext cx="9906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83" name="Group 2121">
              <a:extLst>
                <a:ext uri="{FF2B5EF4-FFF2-40B4-BE49-F238E27FC236}">
                  <a16:creationId xmlns:a16="http://schemas.microsoft.com/office/drawing/2014/main" id="{DC8B75E5-DFE9-4AFA-8C45-B6493E6FB553}"/>
                </a:ext>
              </a:extLst>
            </p:cNvPr>
            <p:cNvGrpSpPr>
              <a:grpSpLocks/>
            </p:cNvGrpSpPr>
            <p:nvPr/>
          </p:nvGrpSpPr>
          <p:grpSpPr bwMode="auto">
            <a:xfrm>
              <a:off x="601663" y="1768475"/>
              <a:ext cx="8097837" cy="812800"/>
              <a:chOff x="379" y="1193"/>
              <a:chExt cx="5101" cy="512"/>
            </a:xfrm>
          </p:grpSpPr>
          <p:sp>
            <p:nvSpPr>
              <p:cNvPr id="1284" name="Line 2122">
                <a:extLst>
                  <a:ext uri="{FF2B5EF4-FFF2-40B4-BE49-F238E27FC236}">
                    <a16:creationId xmlns:a16="http://schemas.microsoft.com/office/drawing/2014/main" id="{91F21B15-10E3-44E8-8E87-A75B73A80BA6}"/>
                  </a:ext>
                </a:extLst>
              </p:cNvPr>
              <p:cNvSpPr>
                <a:spLocks noChangeShapeType="1"/>
              </p:cNvSpPr>
              <p:nvPr/>
            </p:nvSpPr>
            <p:spPr bwMode="auto">
              <a:xfrm>
                <a:off x="379" y="1449"/>
                <a:ext cx="5101"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85" name="Line 2123">
                <a:extLst>
                  <a:ext uri="{FF2B5EF4-FFF2-40B4-BE49-F238E27FC236}">
                    <a16:creationId xmlns:a16="http://schemas.microsoft.com/office/drawing/2014/main" id="{D3EBA67F-C07F-4C5F-9CCC-B23DE190FD94}"/>
                  </a:ext>
                </a:extLst>
              </p:cNvPr>
              <p:cNvSpPr>
                <a:spLocks noChangeShapeType="1"/>
              </p:cNvSpPr>
              <p:nvPr/>
            </p:nvSpPr>
            <p:spPr bwMode="auto">
              <a:xfrm flipV="1">
                <a:off x="2297" y="1356"/>
                <a:ext cx="0" cy="9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86" name="Line 2124">
                <a:extLst>
                  <a:ext uri="{FF2B5EF4-FFF2-40B4-BE49-F238E27FC236}">
                    <a16:creationId xmlns:a16="http://schemas.microsoft.com/office/drawing/2014/main" id="{4065C7B7-271C-4AA2-A796-057FEE16B1FA}"/>
                  </a:ext>
                </a:extLst>
              </p:cNvPr>
              <p:cNvSpPr>
                <a:spLocks noChangeShapeType="1"/>
              </p:cNvSpPr>
              <p:nvPr/>
            </p:nvSpPr>
            <p:spPr bwMode="auto">
              <a:xfrm flipV="1">
                <a:off x="1653" y="1452"/>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87" name="Line 2125">
                <a:extLst>
                  <a:ext uri="{FF2B5EF4-FFF2-40B4-BE49-F238E27FC236}">
                    <a16:creationId xmlns:a16="http://schemas.microsoft.com/office/drawing/2014/main" id="{FFFD7B73-B630-4A30-8EB6-3600A99130B7}"/>
                  </a:ext>
                </a:extLst>
              </p:cNvPr>
              <p:cNvSpPr>
                <a:spLocks noChangeShapeType="1"/>
              </p:cNvSpPr>
              <p:nvPr/>
            </p:nvSpPr>
            <p:spPr bwMode="auto">
              <a:xfrm flipV="1">
                <a:off x="4250" y="1193"/>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88" name="Line 2126">
                <a:extLst>
                  <a:ext uri="{FF2B5EF4-FFF2-40B4-BE49-F238E27FC236}">
                    <a16:creationId xmlns:a16="http://schemas.microsoft.com/office/drawing/2014/main" id="{0A60CFC4-1C11-4657-AF0A-D338F4AB5C96}"/>
                  </a:ext>
                </a:extLst>
              </p:cNvPr>
              <p:cNvSpPr>
                <a:spLocks noChangeShapeType="1"/>
              </p:cNvSpPr>
              <p:nvPr/>
            </p:nvSpPr>
            <p:spPr bwMode="auto">
              <a:xfrm flipV="1">
                <a:off x="1869" y="1448"/>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89" name="Line 2127">
                <a:extLst>
                  <a:ext uri="{FF2B5EF4-FFF2-40B4-BE49-F238E27FC236}">
                    <a16:creationId xmlns:a16="http://schemas.microsoft.com/office/drawing/2014/main" id="{ED513004-F0BF-4C1A-9FFF-FA579352CB9A}"/>
                  </a:ext>
                </a:extLst>
              </p:cNvPr>
              <p:cNvSpPr>
                <a:spLocks noChangeShapeType="1"/>
              </p:cNvSpPr>
              <p:nvPr/>
            </p:nvSpPr>
            <p:spPr bwMode="auto">
              <a:xfrm flipV="1">
                <a:off x="3564" y="1446"/>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90" name="Line 2128">
                <a:extLst>
                  <a:ext uri="{FF2B5EF4-FFF2-40B4-BE49-F238E27FC236}">
                    <a16:creationId xmlns:a16="http://schemas.microsoft.com/office/drawing/2014/main" id="{CE091D3A-0867-428E-931B-E6851337A37B}"/>
                  </a:ext>
                </a:extLst>
              </p:cNvPr>
              <p:cNvSpPr>
                <a:spLocks noChangeShapeType="1"/>
              </p:cNvSpPr>
              <p:nvPr/>
            </p:nvSpPr>
            <p:spPr bwMode="auto">
              <a:xfrm flipV="1">
                <a:off x="3403" y="1288"/>
                <a:ext cx="0" cy="165"/>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91" name="Line 2129">
                <a:extLst>
                  <a:ext uri="{FF2B5EF4-FFF2-40B4-BE49-F238E27FC236}">
                    <a16:creationId xmlns:a16="http://schemas.microsoft.com/office/drawing/2014/main" id="{0F5FBA00-8178-4819-BF86-99A1BB7EC4C6}"/>
                  </a:ext>
                </a:extLst>
              </p:cNvPr>
              <p:cNvSpPr>
                <a:spLocks noChangeShapeType="1"/>
              </p:cNvSpPr>
              <p:nvPr/>
            </p:nvSpPr>
            <p:spPr bwMode="auto">
              <a:xfrm flipV="1">
                <a:off x="2652" y="1446"/>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92" name="Line 2130">
                <a:extLst>
                  <a:ext uri="{FF2B5EF4-FFF2-40B4-BE49-F238E27FC236}">
                    <a16:creationId xmlns:a16="http://schemas.microsoft.com/office/drawing/2014/main" id="{0C82EA07-55E4-4B4A-80AC-4DC79506B8EA}"/>
                  </a:ext>
                </a:extLst>
              </p:cNvPr>
              <p:cNvSpPr>
                <a:spLocks noChangeShapeType="1"/>
              </p:cNvSpPr>
              <p:nvPr/>
            </p:nvSpPr>
            <p:spPr bwMode="auto">
              <a:xfrm flipV="1">
                <a:off x="2832" y="1446"/>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grpSp>
        <p:grpSp>
          <p:nvGrpSpPr>
            <p:cNvPr id="1293" name="Group 2131">
              <a:extLst>
                <a:ext uri="{FF2B5EF4-FFF2-40B4-BE49-F238E27FC236}">
                  <a16:creationId xmlns:a16="http://schemas.microsoft.com/office/drawing/2014/main" id="{839D618D-4974-4BFF-BD75-178BBFBD0F5E}"/>
                </a:ext>
              </a:extLst>
            </p:cNvPr>
            <p:cNvGrpSpPr>
              <a:grpSpLocks/>
            </p:cNvGrpSpPr>
            <p:nvPr/>
          </p:nvGrpSpPr>
          <p:grpSpPr bwMode="auto">
            <a:xfrm>
              <a:off x="676275" y="1854200"/>
              <a:ext cx="8097838" cy="812800"/>
              <a:chOff x="426" y="1247"/>
              <a:chExt cx="5101" cy="512"/>
            </a:xfrm>
          </p:grpSpPr>
          <p:sp>
            <p:nvSpPr>
              <p:cNvPr id="1294" name="Line 2132">
                <a:extLst>
                  <a:ext uri="{FF2B5EF4-FFF2-40B4-BE49-F238E27FC236}">
                    <a16:creationId xmlns:a16="http://schemas.microsoft.com/office/drawing/2014/main" id="{F29D6F7D-B303-4246-816E-44BF50382958}"/>
                  </a:ext>
                </a:extLst>
              </p:cNvPr>
              <p:cNvSpPr>
                <a:spLocks noChangeShapeType="1"/>
              </p:cNvSpPr>
              <p:nvPr/>
            </p:nvSpPr>
            <p:spPr bwMode="auto">
              <a:xfrm>
                <a:off x="426" y="1503"/>
                <a:ext cx="5101"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95" name="Line 2133">
                <a:extLst>
                  <a:ext uri="{FF2B5EF4-FFF2-40B4-BE49-F238E27FC236}">
                    <a16:creationId xmlns:a16="http://schemas.microsoft.com/office/drawing/2014/main" id="{17BFCF56-515C-4DFD-A3A4-EA2306196E1A}"/>
                  </a:ext>
                </a:extLst>
              </p:cNvPr>
              <p:cNvSpPr>
                <a:spLocks noChangeShapeType="1"/>
              </p:cNvSpPr>
              <p:nvPr/>
            </p:nvSpPr>
            <p:spPr bwMode="auto">
              <a:xfrm flipV="1">
                <a:off x="2344" y="1350"/>
                <a:ext cx="0" cy="1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96" name="Line 2134">
                <a:extLst>
                  <a:ext uri="{FF2B5EF4-FFF2-40B4-BE49-F238E27FC236}">
                    <a16:creationId xmlns:a16="http://schemas.microsoft.com/office/drawing/2014/main" id="{77297850-3C9C-4633-B656-4D4DA0B842E6}"/>
                  </a:ext>
                </a:extLst>
              </p:cNvPr>
              <p:cNvSpPr>
                <a:spLocks noChangeShapeType="1"/>
              </p:cNvSpPr>
              <p:nvPr/>
            </p:nvSpPr>
            <p:spPr bwMode="auto">
              <a:xfrm flipV="1">
                <a:off x="1700" y="1506"/>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97" name="Line 2135">
                <a:extLst>
                  <a:ext uri="{FF2B5EF4-FFF2-40B4-BE49-F238E27FC236}">
                    <a16:creationId xmlns:a16="http://schemas.microsoft.com/office/drawing/2014/main" id="{64D66A39-8689-4972-A2CA-8051947A7E4F}"/>
                  </a:ext>
                </a:extLst>
              </p:cNvPr>
              <p:cNvSpPr>
                <a:spLocks noChangeShapeType="1"/>
              </p:cNvSpPr>
              <p:nvPr/>
            </p:nvSpPr>
            <p:spPr bwMode="auto">
              <a:xfrm flipV="1">
                <a:off x="4306" y="1247"/>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98" name="Line 2136">
                <a:extLst>
                  <a:ext uri="{FF2B5EF4-FFF2-40B4-BE49-F238E27FC236}">
                    <a16:creationId xmlns:a16="http://schemas.microsoft.com/office/drawing/2014/main" id="{B0A1133D-6EA7-4899-AB16-2885B1555D41}"/>
                  </a:ext>
                </a:extLst>
              </p:cNvPr>
              <p:cNvSpPr>
                <a:spLocks noChangeShapeType="1"/>
              </p:cNvSpPr>
              <p:nvPr/>
            </p:nvSpPr>
            <p:spPr bwMode="auto">
              <a:xfrm flipV="1">
                <a:off x="1916" y="1502"/>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299" name="Line 2137">
                <a:extLst>
                  <a:ext uri="{FF2B5EF4-FFF2-40B4-BE49-F238E27FC236}">
                    <a16:creationId xmlns:a16="http://schemas.microsoft.com/office/drawing/2014/main" id="{1151930C-2D30-45DA-9099-E374F17CBF43}"/>
                  </a:ext>
                </a:extLst>
              </p:cNvPr>
              <p:cNvSpPr>
                <a:spLocks noChangeShapeType="1"/>
              </p:cNvSpPr>
              <p:nvPr/>
            </p:nvSpPr>
            <p:spPr bwMode="auto">
              <a:xfrm flipV="1">
                <a:off x="3611" y="1500"/>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00" name="Line 2138">
                <a:extLst>
                  <a:ext uri="{FF2B5EF4-FFF2-40B4-BE49-F238E27FC236}">
                    <a16:creationId xmlns:a16="http://schemas.microsoft.com/office/drawing/2014/main" id="{D7204801-7FD2-4F38-8B43-AC622FF44678}"/>
                  </a:ext>
                </a:extLst>
              </p:cNvPr>
              <p:cNvSpPr>
                <a:spLocks noChangeShapeType="1"/>
              </p:cNvSpPr>
              <p:nvPr/>
            </p:nvSpPr>
            <p:spPr bwMode="auto">
              <a:xfrm flipV="1">
                <a:off x="3467" y="1298"/>
                <a:ext cx="0" cy="209"/>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01" name="Line 2139">
                <a:extLst>
                  <a:ext uri="{FF2B5EF4-FFF2-40B4-BE49-F238E27FC236}">
                    <a16:creationId xmlns:a16="http://schemas.microsoft.com/office/drawing/2014/main" id="{AE63C767-DC3A-41FD-A53F-AD05EB80BD08}"/>
                  </a:ext>
                </a:extLst>
              </p:cNvPr>
              <p:cNvSpPr>
                <a:spLocks noChangeShapeType="1"/>
              </p:cNvSpPr>
              <p:nvPr/>
            </p:nvSpPr>
            <p:spPr bwMode="auto">
              <a:xfrm flipV="1">
                <a:off x="2699" y="1500"/>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02" name="Line 2140">
                <a:extLst>
                  <a:ext uri="{FF2B5EF4-FFF2-40B4-BE49-F238E27FC236}">
                    <a16:creationId xmlns:a16="http://schemas.microsoft.com/office/drawing/2014/main" id="{C35F4DA4-F791-4024-99FD-1E058563E7F7}"/>
                  </a:ext>
                </a:extLst>
              </p:cNvPr>
              <p:cNvSpPr>
                <a:spLocks noChangeShapeType="1"/>
              </p:cNvSpPr>
              <p:nvPr/>
            </p:nvSpPr>
            <p:spPr bwMode="auto">
              <a:xfrm flipV="1">
                <a:off x="2879" y="1500"/>
                <a:ext cx="0" cy="2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grpSp>
        <p:pic>
          <p:nvPicPr>
            <p:cNvPr id="1303" name="Picture 2141">
              <a:extLst>
                <a:ext uri="{FF2B5EF4-FFF2-40B4-BE49-F238E27FC236}">
                  <a16:creationId xmlns:a16="http://schemas.microsoft.com/office/drawing/2014/main" id="{23F977FA-F69E-4CD3-B963-1F730DC51100}"/>
                </a:ext>
              </a:extLst>
            </p:cNvPr>
            <p:cNvPicPr>
              <a:picLocks noChangeAspect="1" noChangeArrowheads="1"/>
            </p:cNvPicPr>
            <p:nvPr/>
          </p:nvPicPr>
          <p:blipFill>
            <a:blip r:embed="rId1174">
              <a:extLst>
                <a:ext uri="{28A0092B-C50C-407E-A947-70E740481C1C}">
                  <a14:useLocalDpi xmlns:a14="http://schemas.microsoft.com/office/drawing/2010/main" val="0"/>
                </a:ext>
              </a:extLst>
            </a:blip>
            <a:srcRect/>
            <a:stretch>
              <a:fillRect/>
            </a:stretch>
          </p:blipFill>
          <p:spPr bwMode="auto">
            <a:xfrm>
              <a:off x="2970213" y="1268413"/>
              <a:ext cx="60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4" name="Picture 2142">
              <a:extLst>
                <a:ext uri="{FF2B5EF4-FFF2-40B4-BE49-F238E27FC236}">
                  <a16:creationId xmlns:a16="http://schemas.microsoft.com/office/drawing/2014/main" id="{029FB83C-521C-470E-9663-518EF2FC994B}"/>
                </a:ext>
              </a:extLst>
            </p:cNvPr>
            <p:cNvPicPr>
              <a:picLocks noChangeAspect="1" noChangeArrowheads="1"/>
            </p:cNvPicPr>
            <p:nvPr/>
          </p:nvPicPr>
          <p:blipFill>
            <a:blip r:embed="rId1175">
              <a:extLst>
                <a:ext uri="{28A0092B-C50C-407E-A947-70E740481C1C}">
                  <a14:useLocalDpi xmlns:a14="http://schemas.microsoft.com/office/drawing/2010/main" val="0"/>
                </a:ext>
              </a:extLst>
            </a:blip>
            <a:srcRect/>
            <a:stretch>
              <a:fillRect/>
            </a:stretch>
          </p:blipFill>
          <p:spPr bwMode="auto">
            <a:xfrm>
              <a:off x="3656013" y="1268413"/>
              <a:ext cx="76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5" name="Rectangle 2143">
              <a:extLst>
                <a:ext uri="{FF2B5EF4-FFF2-40B4-BE49-F238E27FC236}">
                  <a16:creationId xmlns:a16="http://schemas.microsoft.com/office/drawing/2014/main" id="{068DF6F9-C815-4138-A514-3DA045799910}"/>
                </a:ext>
              </a:extLst>
            </p:cNvPr>
            <p:cNvSpPr>
              <a:spLocks noChangeArrowheads="1"/>
            </p:cNvSpPr>
            <p:nvPr/>
          </p:nvSpPr>
          <p:spPr bwMode="auto">
            <a:xfrm>
              <a:off x="4799013" y="2514600"/>
              <a:ext cx="5429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aspect</a:t>
              </a:r>
            </a:p>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server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306" name="Rectangle 2144">
              <a:extLst>
                <a:ext uri="{FF2B5EF4-FFF2-40B4-BE49-F238E27FC236}">
                  <a16:creationId xmlns:a16="http://schemas.microsoft.com/office/drawing/2014/main" id="{E80C71C5-F257-4C4C-BDDA-6E8CF9F59635}"/>
                </a:ext>
              </a:extLst>
            </p:cNvPr>
            <p:cNvSpPr>
              <a:spLocks noChangeArrowheads="1"/>
            </p:cNvSpPr>
            <p:nvPr/>
          </p:nvSpPr>
          <p:spPr bwMode="auto">
            <a:xfrm>
              <a:off x="3200400" y="838200"/>
              <a:ext cx="99536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algn="ct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Workplaces</a:t>
              </a:r>
            </a:p>
            <a:p>
              <a:pPr algn="ct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(clients)</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pic>
          <p:nvPicPr>
            <p:cNvPr id="1307" name="Picture 2145">
              <a:extLst>
                <a:ext uri="{FF2B5EF4-FFF2-40B4-BE49-F238E27FC236}">
                  <a16:creationId xmlns:a16="http://schemas.microsoft.com/office/drawing/2014/main" id="{178F7DA5-983D-436F-BFB2-B384A7D48E5D}"/>
                </a:ext>
              </a:extLst>
            </p:cNvPr>
            <p:cNvPicPr>
              <a:picLocks noChangeAspect="1" noChangeArrowheads="1"/>
            </p:cNvPicPr>
            <p:nvPr/>
          </p:nvPicPr>
          <p:blipFill>
            <a:blip r:embed="rId600">
              <a:extLst>
                <a:ext uri="{28A0092B-C50C-407E-A947-70E740481C1C}">
                  <a14:useLocalDpi xmlns:a14="http://schemas.microsoft.com/office/drawing/2010/main" val="0"/>
                </a:ext>
              </a:extLst>
            </a:blip>
            <a:srcRect/>
            <a:stretch>
              <a:fillRect/>
            </a:stretch>
          </p:blipFill>
          <p:spPr bwMode="auto">
            <a:xfrm>
              <a:off x="4090988" y="2411413"/>
              <a:ext cx="37306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8" name="Picture 2146">
              <a:extLst>
                <a:ext uri="{FF2B5EF4-FFF2-40B4-BE49-F238E27FC236}">
                  <a16:creationId xmlns:a16="http://schemas.microsoft.com/office/drawing/2014/main" id="{5431ECA9-4CCA-4EEE-87C8-25A514908195}"/>
                </a:ext>
              </a:extLst>
            </p:cNvPr>
            <p:cNvPicPr>
              <a:picLocks noChangeAspect="1" noChangeArrowheads="1"/>
            </p:cNvPicPr>
            <p:nvPr/>
          </p:nvPicPr>
          <p:blipFill>
            <a:blip r:embed="rId600">
              <a:extLst>
                <a:ext uri="{28A0092B-C50C-407E-A947-70E740481C1C}">
                  <a14:useLocalDpi xmlns:a14="http://schemas.microsoft.com/office/drawing/2010/main" val="0"/>
                </a:ext>
              </a:extLst>
            </a:blip>
            <a:srcRect/>
            <a:stretch>
              <a:fillRect/>
            </a:stretch>
          </p:blipFill>
          <p:spPr bwMode="auto">
            <a:xfrm>
              <a:off x="5543550" y="2525713"/>
              <a:ext cx="373063"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9" name="Picture 2147">
              <a:extLst>
                <a:ext uri="{FF2B5EF4-FFF2-40B4-BE49-F238E27FC236}">
                  <a16:creationId xmlns:a16="http://schemas.microsoft.com/office/drawing/2014/main" id="{87C4F2EC-8300-405A-9071-B65B768D583C}"/>
                </a:ext>
              </a:extLst>
            </p:cNvPr>
            <p:cNvPicPr>
              <a:picLocks noChangeAspect="1" noChangeArrowheads="1"/>
            </p:cNvPicPr>
            <p:nvPr/>
          </p:nvPicPr>
          <p:blipFill>
            <a:blip r:embed="rId600">
              <a:extLst>
                <a:ext uri="{28A0092B-C50C-407E-A947-70E740481C1C}">
                  <a14:useLocalDpi xmlns:a14="http://schemas.microsoft.com/office/drawing/2010/main" val="0"/>
                </a:ext>
              </a:extLst>
            </a:blip>
            <a:srcRect/>
            <a:stretch>
              <a:fillRect/>
            </a:stretch>
          </p:blipFill>
          <p:spPr bwMode="auto">
            <a:xfrm>
              <a:off x="6627813" y="1371600"/>
              <a:ext cx="37306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0" name="Picture 2148">
              <a:extLst>
                <a:ext uri="{FF2B5EF4-FFF2-40B4-BE49-F238E27FC236}">
                  <a16:creationId xmlns:a16="http://schemas.microsoft.com/office/drawing/2014/main" id="{5D0C41CF-7B31-4F33-9E5B-A26EDCAFC8F8}"/>
                </a:ext>
              </a:extLst>
            </p:cNvPr>
            <p:cNvPicPr>
              <a:picLocks noChangeAspect="1" noChangeArrowheads="1"/>
            </p:cNvPicPr>
            <p:nvPr/>
          </p:nvPicPr>
          <p:blipFill>
            <a:blip r:embed="rId600">
              <a:extLst>
                <a:ext uri="{28A0092B-C50C-407E-A947-70E740481C1C}">
                  <a14:useLocalDpi xmlns:a14="http://schemas.microsoft.com/office/drawing/2010/main" val="0"/>
                </a:ext>
              </a:extLst>
            </a:blip>
            <a:srcRect/>
            <a:stretch>
              <a:fillRect/>
            </a:stretch>
          </p:blipFill>
          <p:spPr bwMode="auto">
            <a:xfrm>
              <a:off x="4319588" y="2525713"/>
              <a:ext cx="37306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1" name="Picture 2149">
              <a:extLst>
                <a:ext uri="{FF2B5EF4-FFF2-40B4-BE49-F238E27FC236}">
                  <a16:creationId xmlns:a16="http://schemas.microsoft.com/office/drawing/2014/main" id="{96BADE3C-8446-40EE-AC46-C56AE1803C1A}"/>
                </a:ext>
              </a:extLst>
            </p:cNvPr>
            <p:cNvPicPr>
              <a:picLocks noChangeAspect="1" noChangeArrowheads="1"/>
            </p:cNvPicPr>
            <p:nvPr/>
          </p:nvPicPr>
          <p:blipFill>
            <a:blip r:embed="rId1176">
              <a:extLst>
                <a:ext uri="{28A0092B-C50C-407E-A947-70E740481C1C}">
                  <a14:useLocalDpi xmlns:a14="http://schemas.microsoft.com/office/drawing/2010/main" val="0"/>
                </a:ext>
              </a:extLst>
            </a:blip>
            <a:srcRect/>
            <a:stretch>
              <a:fillRect/>
            </a:stretch>
          </p:blipFill>
          <p:spPr bwMode="auto">
            <a:xfrm>
              <a:off x="5016500" y="1295400"/>
              <a:ext cx="10668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2" name="Rectangle 2150">
              <a:extLst>
                <a:ext uri="{FF2B5EF4-FFF2-40B4-BE49-F238E27FC236}">
                  <a16:creationId xmlns:a16="http://schemas.microsoft.com/office/drawing/2014/main" id="{024878F1-1D65-4B70-AC48-F5A86129DB35}"/>
                </a:ext>
              </a:extLst>
            </p:cNvPr>
            <p:cNvSpPr>
              <a:spLocks noChangeArrowheads="1"/>
            </p:cNvSpPr>
            <p:nvPr/>
          </p:nvSpPr>
          <p:spPr bwMode="auto">
            <a:xfrm>
              <a:off x="4967288" y="762000"/>
              <a:ext cx="10731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algn="ct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Enterprise </a:t>
              </a:r>
            </a:p>
            <a:p>
              <a:pPr algn="ct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Optimization</a:t>
              </a:r>
            </a:p>
            <a:p>
              <a:pPr algn="ct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(clients)</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grpSp>
          <p:nvGrpSpPr>
            <p:cNvPr id="1313" name="Group 2151">
              <a:extLst>
                <a:ext uri="{FF2B5EF4-FFF2-40B4-BE49-F238E27FC236}">
                  <a16:creationId xmlns:a16="http://schemas.microsoft.com/office/drawing/2014/main" id="{C908EA0F-7ACE-4EFD-AF7C-D14A1CBD2428}"/>
                </a:ext>
              </a:extLst>
            </p:cNvPr>
            <p:cNvGrpSpPr>
              <a:grpSpLocks/>
            </p:cNvGrpSpPr>
            <p:nvPr/>
          </p:nvGrpSpPr>
          <p:grpSpPr bwMode="auto">
            <a:xfrm>
              <a:off x="7921625" y="1104900"/>
              <a:ext cx="1016000" cy="1071563"/>
              <a:chOff x="4990" y="775"/>
              <a:chExt cx="640" cy="675"/>
            </a:xfrm>
          </p:grpSpPr>
          <p:pic>
            <p:nvPicPr>
              <p:cNvPr id="1314" name="Picture 2152">
                <a:extLst>
                  <a:ext uri="{FF2B5EF4-FFF2-40B4-BE49-F238E27FC236}">
                    <a16:creationId xmlns:a16="http://schemas.microsoft.com/office/drawing/2014/main" id="{790803F8-BB97-41D8-8D48-C9841BE46838}"/>
                  </a:ext>
                </a:extLst>
              </p:cNvPr>
              <p:cNvPicPr>
                <a:picLocks noChangeAspect="1" noChangeArrowheads="1"/>
              </p:cNvPicPr>
              <p:nvPr/>
            </p:nvPicPr>
            <p:blipFill>
              <a:blip r:embed="rId1177">
                <a:extLst>
                  <a:ext uri="{28A0092B-C50C-407E-A947-70E740481C1C}">
                    <a14:useLocalDpi xmlns:a14="http://schemas.microsoft.com/office/drawing/2010/main" val="0"/>
                  </a:ext>
                </a:extLst>
              </a:blip>
              <a:srcRect/>
              <a:stretch>
                <a:fillRect/>
              </a:stretch>
            </p:blipFill>
            <p:spPr bwMode="auto">
              <a:xfrm>
                <a:off x="5155" y="775"/>
                <a:ext cx="2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5" name="Line 2153">
                <a:extLst>
                  <a:ext uri="{FF2B5EF4-FFF2-40B4-BE49-F238E27FC236}">
                    <a16:creationId xmlns:a16="http://schemas.microsoft.com/office/drawing/2014/main" id="{DAEFCD4E-03EA-493B-AD37-F287195AAF60}"/>
                  </a:ext>
                </a:extLst>
              </p:cNvPr>
              <p:cNvSpPr>
                <a:spLocks noChangeShapeType="1"/>
              </p:cNvSpPr>
              <p:nvPr/>
            </p:nvSpPr>
            <p:spPr bwMode="auto">
              <a:xfrm flipV="1">
                <a:off x="5035" y="1359"/>
                <a:ext cx="0" cy="91"/>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grpSp>
            <p:nvGrpSpPr>
              <p:cNvPr id="1316" name="Group 2154">
                <a:extLst>
                  <a:ext uri="{FF2B5EF4-FFF2-40B4-BE49-F238E27FC236}">
                    <a16:creationId xmlns:a16="http://schemas.microsoft.com/office/drawing/2014/main" id="{F4C3F318-B342-4E37-A791-CDE52F2812CD}"/>
                  </a:ext>
                </a:extLst>
              </p:cNvPr>
              <p:cNvGrpSpPr>
                <a:grpSpLocks/>
              </p:cNvGrpSpPr>
              <p:nvPr/>
            </p:nvGrpSpPr>
            <p:grpSpPr bwMode="auto">
              <a:xfrm>
                <a:off x="4990" y="1046"/>
                <a:ext cx="105" cy="337"/>
                <a:chOff x="4205" y="3547"/>
                <a:chExt cx="105" cy="337"/>
              </a:xfrm>
            </p:grpSpPr>
            <p:sp>
              <p:nvSpPr>
                <p:cNvPr id="1318" name="Line 2155">
                  <a:extLst>
                    <a:ext uri="{FF2B5EF4-FFF2-40B4-BE49-F238E27FC236}">
                      <a16:creationId xmlns:a16="http://schemas.microsoft.com/office/drawing/2014/main" id="{3E4138E4-D23B-45FF-B236-C41175A61923}"/>
                    </a:ext>
                  </a:extLst>
                </p:cNvPr>
                <p:cNvSpPr>
                  <a:spLocks noChangeShapeType="1"/>
                </p:cNvSpPr>
                <p:nvPr/>
              </p:nvSpPr>
              <p:spPr bwMode="auto">
                <a:xfrm flipH="1">
                  <a:off x="4244" y="3661"/>
                  <a:ext cx="41" cy="7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1319" name="Line 2156">
                  <a:extLst>
                    <a:ext uri="{FF2B5EF4-FFF2-40B4-BE49-F238E27FC236}">
                      <a16:creationId xmlns:a16="http://schemas.microsoft.com/office/drawing/2014/main" id="{EDDDB812-7F30-463D-B5A0-254960298EF4}"/>
                    </a:ext>
                  </a:extLst>
                </p:cNvPr>
                <p:cNvSpPr>
                  <a:spLocks noChangeShapeType="1"/>
                </p:cNvSpPr>
                <p:nvPr/>
              </p:nvSpPr>
              <p:spPr bwMode="auto">
                <a:xfrm>
                  <a:off x="4254" y="3660"/>
                  <a:ext cx="30"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grpSp>
              <p:nvGrpSpPr>
                <p:cNvPr id="1320" name="Group 2157">
                  <a:extLst>
                    <a:ext uri="{FF2B5EF4-FFF2-40B4-BE49-F238E27FC236}">
                      <a16:creationId xmlns:a16="http://schemas.microsoft.com/office/drawing/2014/main" id="{0F38A9FB-DB9A-4E6F-B746-09BEDBA4B18F}"/>
                    </a:ext>
                  </a:extLst>
                </p:cNvPr>
                <p:cNvGrpSpPr>
                  <a:grpSpLocks/>
                </p:cNvGrpSpPr>
                <p:nvPr/>
              </p:nvGrpSpPr>
              <p:grpSpPr bwMode="auto">
                <a:xfrm>
                  <a:off x="4205" y="3725"/>
                  <a:ext cx="103" cy="159"/>
                  <a:chOff x="1748" y="1627"/>
                  <a:chExt cx="295" cy="322"/>
                </a:xfrm>
              </p:grpSpPr>
              <p:pic>
                <p:nvPicPr>
                  <p:cNvPr id="1322" name="Picture 2158">
                    <a:extLst>
                      <a:ext uri="{FF2B5EF4-FFF2-40B4-BE49-F238E27FC236}">
                        <a16:creationId xmlns:a16="http://schemas.microsoft.com/office/drawing/2014/main" id="{0F76BDA7-F18B-4F10-8DCC-28C3CC3AF905}"/>
                      </a:ext>
                    </a:extLst>
                  </p:cNvPr>
                  <p:cNvPicPr>
                    <a:picLocks noChangeAspect="1" noChangeArrowheads="1"/>
                  </p:cNvPicPr>
                  <p:nvPr/>
                </p:nvPicPr>
                <p:blipFill>
                  <a:blip r:embed="rId1178">
                    <a:extLst>
                      <a:ext uri="{28A0092B-C50C-407E-A947-70E740481C1C}">
                        <a14:useLocalDpi xmlns:a14="http://schemas.microsoft.com/office/drawing/2010/main" val="0"/>
                      </a:ext>
                    </a:extLst>
                  </a:blip>
                  <a:srcRect/>
                  <a:stretch>
                    <a:fillRect/>
                  </a:stretch>
                </p:blipFill>
                <p:spPr bwMode="auto">
                  <a:xfrm>
                    <a:off x="1748" y="1627"/>
                    <a:ext cx="295"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3" name="Rectangle 2159">
                    <a:extLst>
                      <a:ext uri="{FF2B5EF4-FFF2-40B4-BE49-F238E27FC236}">
                        <a16:creationId xmlns:a16="http://schemas.microsoft.com/office/drawing/2014/main" id="{6967B083-F4AF-455C-9E67-B6ABBC523B5A}"/>
                      </a:ext>
                    </a:extLst>
                  </p:cNvPr>
                  <p:cNvSpPr>
                    <a:spLocks noChangeArrowheads="1"/>
                  </p:cNvSpPr>
                  <p:nvPr/>
                </p:nvSpPr>
                <p:spPr bwMode="auto">
                  <a:xfrm>
                    <a:off x="1819" y="1712"/>
                    <a:ext cx="10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sp>
              <p:nvSpPr>
                <p:cNvPr id="1321" name="Line 2160">
                  <a:extLst>
                    <a:ext uri="{FF2B5EF4-FFF2-40B4-BE49-F238E27FC236}">
                      <a16:creationId xmlns:a16="http://schemas.microsoft.com/office/drawing/2014/main" id="{061523F0-271C-4D93-B35E-4E86A066F4E2}"/>
                    </a:ext>
                  </a:extLst>
                </p:cNvPr>
                <p:cNvSpPr>
                  <a:spLocks noChangeShapeType="1"/>
                </p:cNvSpPr>
                <p:nvPr/>
              </p:nvSpPr>
              <p:spPr bwMode="auto">
                <a:xfrm flipV="1">
                  <a:off x="4258" y="3547"/>
                  <a:ext cx="52" cy="10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grpSp>
          <p:sp>
            <p:nvSpPr>
              <p:cNvPr id="1317" name="Text Box 2161">
                <a:extLst>
                  <a:ext uri="{FF2B5EF4-FFF2-40B4-BE49-F238E27FC236}">
                    <a16:creationId xmlns:a16="http://schemas.microsoft.com/office/drawing/2014/main" id="{87E9BAAC-AF42-4417-A4CF-BEE366896F0D}"/>
                  </a:ext>
                </a:extLst>
              </p:cNvPr>
              <p:cNvSpPr txBox="1">
                <a:spLocks noChangeArrowheads="1"/>
              </p:cNvSpPr>
              <p:nvPr/>
            </p:nvSpPr>
            <p:spPr bwMode="auto">
              <a:xfrm>
                <a:off x="5074" y="1000"/>
                <a:ext cx="556"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400" b="0" i="0" u="none" strike="noStrike" kern="0" cap="none" spc="0" normalizeH="0" baseline="0" noProof="0">
                    <a:ln>
                      <a:noFill/>
                    </a:ln>
                    <a:solidFill>
                      <a:srgbClr val="010307"/>
                    </a:solidFill>
                    <a:effectLst/>
                    <a:uLnTx/>
                    <a:uFillTx/>
                    <a:latin typeface="Arial" panose="020B0604020202020204" pitchFamily="34" charset="0"/>
                    <a:ea typeface="+mn-ea"/>
                    <a:cs typeface="Arial" panose="020B0604020202020204" pitchFamily="34" charset="0"/>
                  </a:rPr>
                  <a:t>Mobile</a:t>
                </a:r>
                <a:br>
                  <a:rPr kumimoji="0" lang="en-US" altLang="en-US" sz="1400" b="0" i="0" u="none" strike="noStrike" kern="0" cap="none" spc="0" normalizeH="0" baseline="0" noProof="0">
                    <a:ln>
                      <a:noFill/>
                    </a:ln>
                    <a:solidFill>
                      <a:srgbClr val="010307"/>
                    </a:solidFill>
                    <a:effectLst/>
                    <a:uLnTx/>
                    <a:uFillTx/>
                    <a:latin typeface="Arial" panose="020B0604020202020204" pitchFamily="34" charset="0"/>
                    <a:ea typeface="+mn-ea"/>
                    <a:cs typeface="Arial" panose="020B0604020202020204" pitchFamily="34" charset="0"/>
                  </a:rPr>
                </a:br>
                <a:r>
                  <a:rPr kumimoji="0" lang="en-US" altLang="en-US" sz="1400" b="0" i="0" u="none" strike="noStrike" kern="0" cap="none" spc="0" normalizeH="0" baseline="0" noProof="0">
                    <a:ln>
                      <a:noFill/>
                    </a:ln>
                    <a:solidFill>
                      <a:srgbClr val="010307"/>
                    </a:solidFill>
                    <a:effectLst/>
                    <a:uLnTx/>
                    <a:uFillTx/>
                    <a:latin typeface="Arial" panose="020B0604020202020204" pitchFamily="34" charset="0"/>
                    <a:ea typeface="+mn-ea"/>
                    <a:cs typeface="Arial" panose="020B0604020202020204" pitchFamily="34" charset="0"/>
                  </a:rPr>
                  <a:t>Operator</a:t>
                </a:r>
                <a:endParaRPr kumimoji="0" lang="en-GB" altLang="en-US" sz="1400" b="1"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grpSp>
          <p:nvGrpSpPr>
            <p:cNvPr id="1324" name="Group 2163">
              <a:extLst>
                <a:ext uri="{FF2B5EF4-FFF2-40B4-BE49-F238E27FC236}">
                  <a16:creationId xmlns:a16="http://schemas.microsoft.com/office/drawing/2014/main" id="{86C929FE-D7A2-4829-B924-4123814D8FDD}"/>
                </a:ext>
              </a:extLst>
            </p:cNvPr>
            <p:cNvGrpSpPr>
              <a:grpSpLocks/>
            </p:cNvGrpSpPr>
            <p:nvPr/>
          </p:nvGrpSpPr>
          <p:grpSpPr bwMode="auto">
            <a:xfrm>
              <a:off x="2508250" y="2411413"/>
              <a:ext cx="1617663" cy="933450"/>
              <a:chOff x="1580" y="1598"/>
              <a:chExt cx="1019" cy="588"/>
            </a:xfrm>
          </p:grpSpPr>
          <p:sp>
            <p:nvSpPr>
              <p:cNvPr id="1325" name="Line 2164">
                <a:extLst>
                  <a:ext uri="{FF2B5EF4-FFF2-40B4-BE49-F238E27FC236}">
                    <a16:creationId xmlns:a16="http://schemas.microsoft.com/office/drawing/2014/main" id="{75311DF5-0E72-4D07-80CE-E66D9397900F}"/>
                  </a:ext>
                </a:extLst>
              </p:cNvPr>
              <p:cNvSpPr>
                <a:spLocks noChangeShapeType="1"/>
              </p:cNvSpPr>
              <p:nvPr/>
            </p:nvSpPr>
            <p:spPr bwMode="auto">
              <a:xfrm flipV="1">
                <a:off x="1653" y="1915"/>
                <a:ext cx="0" cy="224"/>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26" name="Line 2165">
                <a:extLst>
                  <a:ext uri="{FF2B5EF4-FFF2-40B4-BE49-F238E27FC236}">
                    <a16:creationId xmlns:a16="http://schemas.microsoft.com/office/drawing/2014/main" id="{8E0E283A-43A7-4034-B51D-06826C857194}"/>
                  </a:ext>
                </a:extLst>
              </p:cNvPr>
              <p:cNvSpPr>
                <a:spLocks noChangeShapeType="1"/>
              </p:cNvSpPr>
              <p:nvPr/>
            </p:nvSpPr>
            <p:spPr bwMode="auto">
              <a:xfrm flipV="1">
                <a:off x="1848" y="1907"/>
                <a:ext cx="0" cy="232"/>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27" name="Line 2166">
                <a:extLst>
                  <a:ext uri="{FF2B5EF4-FFF2-40B4-BE49-F238E27FC236}">
                    <a16:creationId xmlns:a16="http://schemas.microsoft.com/office/drawing/2014/main" id="{166610F0-5AA4-4A54-B409-0AC2297AF37E}"/>
                  </a:ext>
                </a:extLst>
              </p:cNvPr>
              <p:cNvSpPr>
                <a:spLocks noChangeShapeType="1"/>
              </p:cNvSpPr>
              <p:nvPr/>
            </p:nvSpPr>
            <p:spPr bwMode="auto">
              <a:xfrm flipV="1">
                <a:off x="1700" y="1962"/>
                <a:ext cx="0" cy="224"/>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28" name="Line 2167">
                <a:extLst>
                  <a:ext uri="{FF2B5EF4-FFF2-40B4-BE49-F238E27FC236}">
                    <a16:creationId xmlns:a16="http://schemas.microsoft.com/office/drawing/2014/main" id="{68D27F2D-1ADC-4DD4-9D7A-D086185DAE44}"/>
                  </a:ext>
                </a:extLst>
              </p:cNvPr>
              <p:cNvSpPr>
                <a:spLocks noChangeShapeType="1"/>
              </p:cNvSpPr>
              <p:nvPr/>
            </p:nvSpPr>
            <p:spPr bwMode="auto">
              <a:xfrm flipV="1">
                <a:off x="1895" y="1954"/>
                <a:ext cx="0" cy="232"/>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29" name="Rectangle 2168">
                <a:extLst>
                  <a:ext uri="{FF2B5EF4-FFF2-40B4-BE49-F238E27FC236}">
                    <a16:creationId xmlns:a16="http://schemas.microsoft.com/office/drawing/2014/main" id="{714389E0-51E4-4346-97CF-65F7150D57DB}"/>
                  </a:ext>
                </a:extLst>
              </p:cNvPr>
              <p:cNvSpPr>
                <a:spLocks noChangeArrowheads="1"/>
              </p:cNvSpPr>
              <p:nvPr/>
            </p:nvSpPr>
            <p:spPr bwMode="auto">
              <a:xfrm>
                <a:off x="2015" y="1663"/>
                <a:ext cx="58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connectivity</a:t>
                </a:r>
              </a:p>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server </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pic>
            <p:nvPicPr>
              <p:cNvPr id="1330" name="Picture 2169">
                <a:extLst>
                  <a:ext uri="{FF2B5EF4-FFF2-40B4-BE49-F238E27FC236}">
                    <a16:creationId xmlns:a16="http://schemas.microsoft.com/office/drawing/2014/main" id="{7D29D18D-46C6-4B3E-9AEB-B82A6E8A655B}"/>
                  </a:ext>
                </a:extLst>
              </p:cNvPr>
              <p:cNvPicPr>
                <a:picLocks noChangeAspect="1" noChangeArrowheads="1"/>
              </p:cNvPicPr>
              <p:nvPr/>
            </p:nvPicPr>
            <p:blipFill>
              <a:blip r:embed="rId600">
                <a:extLst>
                  <a:ext uri="{28A0092B-C50C-407E-A947-70E740481C1C}">
                    <a14:useLocalDpi xmlns:a14="http://schemas.microsoft.com/office/drawing/2010/main" val="0"/>
                  </a:ext>
                </a:extLst>
              </a:blip>
              <a:srcRect/>
              <a:stretch>
                <a:fillRect/>
              </a:stretch>
            </p:blipFill>
            <p:spPr bwMode="auto">
              <a:xfrm>
                <a:off x="1580" y="1598"/>
                <a:ext cx="235"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 name="Picture 2170">
                <a:extLst>
                  <a:ext uri="{FF2B5EF4-FFF2-40B4-BE49-F238E27FC236}">
                    <a16:creationId xmlns:a16="http://schemas.microsoft.com/office/drawing/2014/main" id="{64EE69F6-C925-42D4-A17E-6F20CDED06E3}"/>
                  </a:ext>
                </a:extLst>
              </p:cNvPr>
              <p:cNvPicPr>
                <a:picLocks noChangeAspect="1" noChangeArrowheads="1"/>
              </p:cNvPicPr>
              <p:nvPr/>
            </p:nvPicPr>
            <p:blipFill>
              <a:blip r:embed="rId600">
                <a:extLst>
                  <a:ext uri="{28A0092B-C50C-407E-A947-70E740481C1C}">
                    <a14:useLocalDpi xmlns:a14="http://schemas.microsoft.com/office/drawing/2010/main" val="0"/>
                  </a:ext>
                </a:extLst>
              </a:blip>
              <a:srcRect/>
              <a:stretch>
                <a:fillRect/>
              </a:stretch>
            </p:blipFill>
            <p:spPr bwMode="auto">
              <a:xfrm>
                <a:off x="1773" y="1670"/>
                <a:ext cx="235"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32" name="Picture 2171">
              <a:extLst>
                <a:ext uri="{FF2B5EF4-FFF2-40B4-BE49-F238E27FC236}">
                  <a16:creationId xmlns:a16="http://schemas.microsoft.com/office/drawing/2014/main" id="{BB95CBDC-20A3-44F4-BAD9-1654522DBBD8}"/>
                </a:ext>
              </a:extLst>
            </p:cNvPr>
            <p:cNvPicPr>
              <a:picLocks noChangeAspect="1" noChangeArrowheads="1"/>
            </p:cNvPicPr>
            <p:nvPr/>
          </p:nvPicPr>
          <p:blipFill>
            <a:blip r:embed="rId1179">
              <a:extLst>
                <a:ext uri="{28A0092B-C50C-407E-A947-70E740481C1C}">
                  <a14:useLocalDpi xmlns:a14="http://schemas.microsoft.com/office/drawing/2010/main" val="0"/>
                </a:ext>
              </a:extLst>
            </a:blip>
            <a:srcRect/>
            <a:stretch>
              <a:fillRect/>
            </a:stretch>
          </p:blipFill>
          <p:spPr bwMode="auto">
            <a:xfrm>
              <a:off x="1739900" y="2584450"/>
              <a:ext cx="595313"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 name="Rectangle 2173">
              <a:extLst>
                <a:ext uri="{FF2B5EF4-FFF2-40B4-BE49-F238E27FC236}">
                  <a16:creationId xmlns:a16="http://schemas.microsoft.com/office/drawing/2014/main" id="{C40AEDDE-C3D2-4E1B-A9B4-24B18A4208A9}"/>
                </a:ext>
              </a:extLst>
            </p:cNvPr>
            <p:cNvSpPr>
              <a:spLocks noChangeArrowheads="1"/>
            </p:cNvSpPr>
            <p:nvPr/>
          </p:nvSpPr>
          <p:spPr bwMode="auto">
            <a:xfrm>
              <a:off x="95250" y="3360738"/>
              <a:ext cx="22653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Control Network (Ethernet)</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334" name="Rectangle 2174">
              <a:extLst>
                <a:ext uri="{FF2B5EF4-FFF2-40B4-BE49-F238E27FC236}">
                  <a16:creationId xmlns:a16="http://schemas.microsoft.com/office/drawing/2014/main" id="{C1DAC740-2964-420D-BFCA-B685823E69F5}"/>
                </a:ext>
              </a:extLst>
            </p:cNvPr>
            <p:cNvSpPr>
              <a:spLocks noChangeArrowheads="1"/>
            </p:cNvSpPr>
            <p:nvPr/>
          </p:nvSpPr>
          <p:spPr bwMode="auto">
            <a:xfrm>
              <a:off x="2825750" y="3440113"/>
              <a:ext cx="144938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a:lnSpc>
                  <a:spcPct val="100000"/>
                </a:lnSpc>
                <a:spcBef>
                  <a:spcPct val="0"/>
                </a:spcBef>
                <a:buSzTx/>
                <a:buFontTx/>
                <a:buNone/>
              </a:pPr>
              <a:endParaRPr lang="en-US" altLang="en-US" sz="1200" b="0">
                <a:solidFill>
                  <a:srgbClr val="000000"/>
                </a:solidFill>
                <a:latin typeface="Arial" panose="020B0604020202020204" pitchFamily="34" charset="0"/>
                <a:ea typeface="+mn-ea"/>
                <a:cs typeface="Arial" panose="020B0604020202020204" pitchFamily="34" charset="0"/>
              </a:endParaRPr>
            </a:p>
          </p:txBody>
        </p:sp>
        <p:pic>
          <p:nvPicPr>
            <p:cNvPr id="1335" name="Picture 2175">
              <a:extLst>
                <a:ext uri="{FF2B5EF4-FFF2-40B4-BE49-F238E27FC236}">
                  <a16:creationId xmlns:a16="http://schemas.microsoft.com/office/drawing/2014/main" id="{5AC8D913-F001-44D2-B583-F81B7E305CCF}"/>
                </a:ext>
              </a:extLst>
            </p:cNvPr>
            <p:cNvPicPr>
              <a:picLocks noChangeAspect="1" noChangeArrowheads="1"/>
            </p:cNvPicPr>
            <p:nvPr/>
          </p:nvPicPr>
          <p:blipFill>
            <a:blip r:embed="rId1180">
              <a:extLst>
                <a:ext uri="{28A0092B-C50C-407E-A947-70E740481C1C}">
                  <a14:useLocalDpi xmlns:a14="http://schemas.microsoft.com/office/drawing/2010/main" val="0"/>
                </a:ext>
              </a:extLst>
            </a:blip>
            <a:srcRect/>
            <a:stretch>
              <a:fillRect/>
            </a:stretch>
          </p:blipFill>
          <p:spPr bwMode="auto">
            <a:xfrm>
              <a:off x="7054850" y="3554413"/>
              <a:ext cx="76200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6" name="Picture 2176">
              <a:extLst>
                <a:ext uri="{FF2B5EF4-FFF2-40B4-BE49-F238E27FC236}">
                  <a16:creationId xmlns:a16="http://schemas.microsoft.com/office/drawing/2014/main" id="{B32547E9-0C6F-470C-81DA-3FCC64903B7C}"/>
                </a:ext>
              </a:extLst>
            </p:cNvPr>
            <p:cNvPicPr>
              <a:picLocks noChangeAspect="1" noChangeArrowheads="1"/>
            </p:cNvPicPr>
            <p:nvPr/>
          </p:nvPicPr>
          <p:blipFill>
            <a:blip r:embed="rId1181">
              <a:extLst>
                <a:ext uri="{28A0092B-C50C-407E-A947-70E740481C1C}">
                  <a14:useLocalDpi xmlns:a14="http://schemas.microsoft.com/office/drawing/2010/main" val="0"/>
                </a:ext>
              </a:extLst>
            </a:blip>
            <a:srcRect/>
            <a:stretch>
              <a:fillRect/>
            </a:stretch>
          </p:blipFill>
          <p:spPr bwMode="auto">
            <a:xfrm>
              <a:off x="3168650" y="3532188"/>
              <a:ext cx="990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7" name="Group 2177">
              <a:extLst>
                <a:ext uri="{FF2B5EF4-FFF2-40B4-BE49-F238E27FC236}">
                  <a16:creationId xmlns:a16="http://schemas.microsoft.com/office/drawing/2014/main" id="{116F5721-C5AF-487E-A37A-17932042CDA7}"/>
                </a:ext>
              </a:extLst>
            </p:cNvPr>
            <p:cNvGrpSpPr>
              <a:grpSpLocks/>
            </p:cNvGrpSpPr>
            <p:nvPr/>
          </p:nvGrpSpPr>
          <p:grpSpPr bwMode="auto">
            <a:xfrm>
              <a:off x="606425" y="3270250"/>
              <a:ext cx="8097838" cy="388938"/>
              <a:chOff x="382" y="2139"/>
              <a:chExt cx="5101" cy="245"/>
            </a:xfrm>
          </p:grpSpPr>
          <p:sp>
            <p:nvSpPr>
              <p:cNvPr id="1338" name="Line 2178">
                <a:extLst>
                  <a:ext uri="{FF2B5EF4-FFF2-40B4-BE49-F238E27FC236}">
                    <a16:creationId xmlns:a16="http://schemas.microsoft.com/office/drawing/2014/main" id="{C4BE7AEF-7E1B-48F0-8BD8-976FC60EAE55}"/>
                  </a:ext>
                </a:extLst>
              </p:cNvPr>
              <p:cNvSpPr>
                <a:spLocks noChangeShapeType="1"/>
              </p:cNvSpPr>
              <p:nvPr/>
            </p:nvSpPr>
            <p:spPr bwMode="auto">
              <a:xfrm>
                <a:off x="382" y="2139"/>
                <a:ext cx="5101"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39" name="Line 2179">
                <a:extLst>
                  <a:ext uri="{FF2B5EF4-FFF2-40B4-BE49-F238E27FC236}">
                    <a16:creationId xmlns:a16="http://schemas.microsoft.com/office/drawing/2014/main" id="{79AC11A2-1D16-45D7-97AE-2E8DA6ADC073}"/>
                  </a:ext>
                </a:extLst>
              </p:cNvPr>
              <p:cNvSpPr>
                <a:spLocks noChangeShapeType="1"/>
              </p:cNvSpPr>
              <p:nvPr/>
            </p:nvSpPr>
            <p:spPr bwMode="auto">
              <a:xfrm flipV="1">
                <a:off x="2268" y="2142"/>
                <a:ext cx="0" cy="225"/>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40" name="Line 2180">
                <a:extLst>
                  <a:ext uri="{FF2B5EF4-FFF2-40B4-BE49-F238E27FC236}">
                    <a16:creationId xmlns:a16="http://schemas.microsoft.com/office/drawing/2014/main" id="{130324EC-0FFF-4A8A-B297-DAF4DBAD84D6}"/>
                  </a:ext>
                </a:extLst>
              </p:cNvPr>
              <p:cNvSpPr>
                <a:spLocks noChangeShapeType="1"/>
              </p:cNvSpPr>
              <p:nvPr/>
            </p:nvSpPr>
            <p:spPr bwMode="auto">
              <a:xfrm flipV="1">
                <a:off x="4677" y="2139"/>
                <a:ext cx="0" cy="245"/>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grpSp>
        <p:grpSp>
          <p:nvGrpSpPr>
            <p:cNvPr id="1341" name="Group 2181">
              <a:extLst>
                <a:ext uri="{FF2B5EF4-FFF2-40B4-BE49-F238E27FC236}">
                  <a16:creationId xmlns:a16="http://schemas.microsoft.com/office/drawing/2014/main" id="{5B20251E-643B-45AF-B738-9B10E18DCCFC}"/>
                </a:ext>
              </a:extLst>
            </p:cNvPr>
            <p:cNvGrpSpPr>
              <a:grpSpLocks/>
            </p:cNvGrpSpPr>
            <p:nvPr/>
          </p:nvGrpSpPr>
          <p:grpSpPr bwMode="auto">
            <a:xfrm>
              <a:off x="681038" y="3344863"/>
              <a:ext cx="8097837" cy="293687"/>
              <a:chOff x="429" y="2186"/>
              <a:chExt cx="5101" cy="185"/>
            </a:xfrm>
          </p:grpSpPr>
          <p:sp>
            <p:nvSpPr>
              <p:cNvPr id="1342" name="Line 2182">
                <a:extLst>
                  <a:ext uri="{FF2B5EF4-FFF2-40B4-BE49-F238E27FC236}">
                    <a16:creationId xmlns:a16="http://schemas.microsoft.com/office/drawing/2014/main" id="{E7EC950B-0ECB-4402-9E0F-436203D0F324}"/>
                  </a:ext>
                </a:extLst>
              </p:cNvPr>
              <p:cNvSpPr>
                <a:spLocks noChangeShapeType="1"/>
              </p:cNvSpPr>
              <p:nvPr/>
            </p:nvSpPr>
            <p:spPr bwMode="auto">
              <a:xfrm>
                <a:off x="429" y="2186"/>
                <a:ext cx="5101"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43" name="Line 2183">
                <a:extLst>
                  <a:ext uri="{FF2B5EF4-FFF2-40B4-BE49-F238E27FC236}">
                    <a16:creationId xmlns:a16="http://schemas.microsoft.com/office/drawing/2014/main" id="{52846A14-657C-4A3E-A361-529EDDF632C6}"/>
                  </a:ext>
                </a:extLst>
              </p:cNvPr>
              <p:cNvSpPr>
                <a:spLocks noChangeShapeType="1"/>
              </p:cNvSpPr>
              <p:nvPr/>
            </p:nvSpPr>
            <p:spPr bwMode="auto">
              <a:xfrm flipV="1">
                <a:off x="2315" y="2189"/>
                <a:ext cx="0" cy="161"/>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44" name="Line 2184">
                <a:extLst>
                  <a:ext uri="{FF2B5EF4-FFF2-40B4-BE49-F238E27FC236}">
                    <a16:creationId xmlns:a16="http://schemas.microsoft.com/office/drawing/2014/main" id="{3A1BA471-E1CD-43A9-8D23-616881206B93}"/>
                  </a:ext>
                </a:extLst>
              </p:cNvPr>
              <p:cNvSpPr>
                <a:spLocks noChangeShapeType="1"/>
              </p:cNvSpPr>
              <p:nvPr/>
            </p:nvSpPr>
            <p:spPr bwMode="auto">
              <a:xfrm flipV="1">
                <a:off x="4724" y="2186"/>
                <a:ext cx="0" cy="185"/>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grpSp>
        <p:pic>
          <p:nvPicPr>
            <p:cNvPr id="1345" name="Picture 2185">
              <a:extLst>
                <a:ext uri="{FF2B5EF4-FFF2-40B4-BE49-F238E27FC236}">
                  <a16:creationId xmlns:a16="http://schemas.microsoft.com/office/drawing/2014/main" id="{CCA7A8B2-72D9-4414-B84D-AD6930EA0973}"/>
                </a:ext>
              </a:extLst>
            </p:cNvPr>
            <p:cNvPicPr>
              <a:picLocks noChangeAspect="1" noChangeArrowheads="1"/>
            </p:cNvPicPr>
            <p:nvPr/>
          </p:nvPicPr>
          <p:blipFill>
            <a:blip r:embed="rId1182">
              <a:extLst>
                <a:ext uri="{28A0092B-C50C-407E-A947-70E740481C1C}">
                  <a14:useLocalDpi xmlns:a14="http://schemas.microsoft.com/office/drawing/2010/main" val="0"/>
                </a:ext>
              </a:extLst>
            </a:blip>
            <a:srcRect/>
            <a:stretch>
              <a:fillRect/>
            </a:stretch>
          </p:blipFill>
          <p:spPr bwMode="auto">
            <a:xfrm>
              <a:off x="8064500" y="3548063"/>
              <a:ext cx="6858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6" name="Picture 2186">
              <a:extLst>
                <a:ext uri="{FF2B5EF4-FFF2-40B4-BE49-F238E27FC236}">
                  <a16:creationId xmlns:a16="http://schemas.microsoft.com/office/drawing/2014/main" id="{804A7DAC-BA90-49A0-BF8A-2B2A353C6D74}"/>
                </a:ext>
              </a:extLst>
            </p:cNvPr>
            <p:cNvPicPr>
              <a:picLocks noChangeAspect="1" noChangeArrowheads="1"/>
            </p:cNvPicPr>
            <p:nvPr/>
          </p:nvPicPr>
          <p:blipFill>
            <a:blip r:embed="rId1182">
              <a:extLst>
                <a:ext uri="{28A0092B-C50C-407E-A947-70E740481C1C}">
                  <a14:useLocalDpi xmlns:a14="http://schemas.microsoft.com/office/drawing/2010/main" val="0"/>
                </a:ext>
              </a:extLst>
            </a:blip>
            <a:srcRect/>
            <a:stretch>
              <a:fillRect/>
            </a:stretch>
          </p:blipFill>
          <p:spPr bwMode="auto">
            <a:xfrm>
              <a:off x="4356100" y="3554413"/>
              <a:ext cx="6858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7" name="Line 2187">
              <a:extLst>
                <a:ext uri="{FF2B5EF4-FFF2-40B4-BE49-F238E27FC236}">
                  <a16:creationId xmlns:a16="http://schemas.microsoft.com/office/drawing/2014/main" id="{8B811F4C-B4A2-4F13-9CEF-51D6D3A80903}"/>
                </a:ext>
              </a:extLst>
            </p:cNvPr>
            <p:cNvSpPr>
              <a:spLocks noChangeShapeType="1"/>
            </p:cNvSpPr>
            <p:nvPr/>
          </p:nvSpPr>
          <p:spPr bwMode="auto">
            <a:xfrm>
              <a:off x="3963988" y="3805238"/>
              <a:ext cx="409575" cy="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48" name="Line 2188">
              <a:extLst>
                <a:ext uri="{FF2B5EF4-FFF2-40B4-BE49-F238E27FC236}">
                  <a16:creationId xmlns:a16="http://schemas.microsoft.com/office/drawing/2014/main" id="{EE4E4AE3-ED2A-43C2-9733-E1F19EEA3564}"/>
                </a:ext>
              </a:extLst>
            </p:cNvPr>
            <p:cNvSpPr>
              <a:spLocks noChangeShapeType="1"/>
            </p:cNvSpPr>
            <p:nvPr/>
          </p:nvSpPr>
          <p:spPr bwMode="auto">
            <a:xfrm>
              <a:off x="7772400" y="3786188"/>
              <a:ext cx="292100" cy="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49" name="Rectangle 2189">
              <a:extLst>
                <a:ext uri="{FF2B5EF4-FFF2-40B4-BE49-F238E27FC236}">
                  <a16:creationId xmlns:a16="http://schemas.microsoft.com/office/drawing/2014/main" id="{54D69B2B-A88D-4B46-AF14-E2B4A5A8170C}"/>
                </a:ext>
              </a:extLst>
            </p:cNvPr>
            <p:cNvSpPr>
              <a:spLocks noChangeArrowheads="1"/>
            </p:cNvSpPr>
            <p:nvPr/>
          </p:nvSpPr>
          <p:spPr bwMode="auto">
            <a:xfrm>
              <a:off x="5867400" y="3556000"/>
              <a:ext cx="124142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Programmable</a:t>
              </a:r>
            </a:p>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Logic Controller</a:t>
              </a:r>
            </a:p>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AC 800C</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pic>
          <p:nvPicPr>
            <p:cNvPr id="1350" name="Picture 2190">
              <a:extLst>
                <a:ext uri="{FF2B5EF4-FFF2-40B4-BE49-F238E27FC236}">
                  <a16:creationId xmlns:a16="http://schemas.microsoft.com/office/drawing/2014/main" id="{6CA22D8E-3890-4ACB-A35D-64D828586171}"/>
                </a:ext>
              </a:extLst>
            </p:cNvPr>
            <p:cNvPicPr>
              <a:picLocks noChangeAspect="1" noChangeArrowheads="1"/>
            </p:cNvPicPr>
            <p:nvPr/>
          </p:nvPicPr>
          <p:blipFill>
            <a:blip r:embed="rId1181">
              <a:extLst>
                <a:ext uri="{28A0092B-C50C-407E-A947-70E740481C1C}">
                  <a14:useLocalDpi xmlns:a14="http://schemas.microsoft.com/office/drawing/2010/main" val="0"/>
                </a:ext>
              </a:extLst>
            </a:blip>
            <a:srcRect/>
            <a:stretch>
              <a:fillRect/>
            </a:stretch>
          </p:blipFill>
          <p:spPr bwMode="auto">
            <a:xfrm>
              <a:off x="2316163" y="3532188"/>
              <a:ext cx="990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 name="Line 2191">
              <a:extLst>
                <a:ext uri="{FF2B5EF4-FFF2-40B4-BE49-F238E27FC236}">
                  <a16:creationId xmlns:a16="http://schemas.microsoft.com/office/drawing/2014/main" id="{B581776A-B4AD-43EC-93A8-50BF5F6E0467}"/>
                </a:ext>
              </a:extLst>
            </p:cNvPr>
            <p:cNvSpPr>
              <a:spLocks noChangeShapeType="1"/>
            </p:cNvSpPr>
            <p:nvPr/>
          </p:nvSpPr>
          <p:spPr bwMode="auto">
            <a:xfrm>
              <a:off x="2959100" y="4065588"/>
              <a:ext cx="869950" cy="0"/>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52" name="Line 2192">
              <a:extLst>
                <a:ext uri="{FF2B5EF4-FFF2-40B4-BE49-F238E27FC236}">
                  <a16:creationId xmlns:a16="http://schemas.microsoft.com/office/drawing/2014/main" id="{836E8E5D-B70A-467E-9255-A1CAC111BD24}"/>
                </a:ext>
              </a:extLst>
            </p:cNvPr>
            <p:cNvSpPr>
              <a:spLocks noChangeShapeType="1"/>
            </p:cNvSpPr>
            <p:nvPr/>
          </p:nvSpPr>
          <p:spPr bwMode="auto">
            <a:xfrm flipV="1">
              <a:off x="2968625" y="3811588"/>
              <a:ext cx="0" cy="250825"/>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53" name="Line 2193">
              <a:extLst>
                <a:ext uri="{FF2B5EF4-FFF2-40B4-BE49-F238E27FC236}">
                  <a16:creationId xmlns:a16="http://schemas.microsoft.com/office/drawing/2014/main" id="{BFC305BD-EC25-4461-8AC3-DFF6ADA85FF9}"/>
                </a:ext>
              </a:extLst>
            </p:cNvPr>
            <p:cNvSpPr>
              <a:spLocks noChangeShapeType="1"/>
            </p:cNvSpPr>
            <p:nvPr/>
          </p:nvSpPr>
          <p:spPr bwMode="auto">
            <a:xfrm flipV="1">
              <a:off x="3819525" y="3808413"/>
              <a:ext cx="0" cy="254000"/>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54" name="Line 2194">
              <a:extLst>
                <a:ext uri="{FF2B5EF4-FFF2-40B4-BE49-F238E27FC236}">
                  <a16:creationId xmlns:a16="http://schemas.microsoft.com/office/drawing/2014/main" id="{1DB128F2-5A7E-47DA-B70E-CD04C818634D}"/>
                </a:ext>
              </a:extLst>
            </p:cNvPr>
            <p:cNvSpPr>
              <a:spLocks noChangeShapeType="1"/>
            </p:cNvSpPr>
            <p:nvPr/>
          </p:nvSpPr>
          <p:spPr bwMode="auto">
            <a:xfrm flipV="1">
              <a:off x="2784475" y="3259138"/>
              <a:ext cx="0" cy="357187"/>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55" name="Line 2195">
              <a:extLst>
                <a:ext uri="{FF2B5EF4-FFF2-40B4-BE49-F238E27FC236}">
                  <a16:creationId xmlns:a16="http://schemas.microsoft.com/office/drawing/2014/main" id="{DD0B3E06-A629-4292-ABA0-0E17AEAAA047}"/>
                </a:ext>
              </a:extLst>
            </p:cNvPr>
            <p:cNvSpPr>
              <a:spLocks noChangeShapeType="1"/>
            </p:cNvSpPr>
            <p:nvPr/>
          </p:nvSpPr>
          <p:spPr bwMode="auto">
            <a:xfrm flipV="1">
              <a:off x="2865438" y="3346450"/>
              <a:ext cx="0" cy="255588"/>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endParaRPr lang="en-GB" sz="1200">
                <a:solidFill>
                  <a:srgbClr val="000000"/>
                </a:solidFill>
                <a:ea typeface="+mn-ea"/>
                <a:cs typeface="Arial" panose="020B0604020202020204" pitchFamily="34" charset="0"/>
              </a:endParaRPr>
            </a:p>
          </p:txBody>
        </p:sp>
        <p:sp>
          <p:nvSpPr>
            <p:cNvPr id="1356" name="Rectangle 2196">
              <a:extLst>
                <a:ext uri="{FF2B5EF4-FFF2-40B4-BE49-F238E27FC236}">
                  <a16:creationId xmlns:a16="http://schemas.microsoft.com/office/drawing/2014/main" id="{B031E496-8133-4096-9B4C-56FA690AEBE7}"/>
                </a:ext>
              </a:extLst>
            </p:cNvPr>
            <p:cNvSpPr>
              <a:spLocks noChangeArrowheads="1"/>
            </p:cNvSpPr>
            <p:nvPr/>
          </p:nvSpPr>
          <p:spPr bwMode="auto">
            <a:xfrm>
              <a:off x="2714625" y="4089400"/>
              <a:ext cx="8667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Redundant</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357" name="Rectangle 2197">
              <a:extLst>
                <a:ext uri="{FF2B5EF4-FFF2-40B4-BE49-F238E27FC236}">
                  <a16:creationId xmlns:a16="http://schemas.microsoft.com/office/drawing/2014/main" id="{A7DD922D-5D2A-4563-83F5-9381BA2FEB14}"/>
                </a:ext>
              </a:extLst>
            </p:cNvPr>
            <p:cNvSpPr>
              <a:spLocks noChangeArrowheads="1"/>
            </p:cNvSpPr>
            <p:nvPr/>
          </p:nvSpPr>
          <p:spPr bwMode="auto">
            <a:xfrm>
              <a:off x="2714625" y="4318000"/>
              <a:ext cx="7397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AC 800M</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358" name="Rectangle 2198">
              <a:extLst>
                <a:ext uri="{FF2B5EF4-FFF2-40B4-BE49-F238E27FC236}">
                  <a16:creationId xmlns:a16="http://schemas.microsoft.com/office/drawing/2014/main" id="{16692007-A6C2-4C87-882F-AB3432C2B42F}"/>
                </a:ext>
              </a:extLst>
            </p:cNvPr>
            <p:cNvSpPr>
              <a:spLocks noChangeArrowheads="1"/>
            </p:cNvSpPr>
            <p:nvPr/>
          </p:nvSpPr>
          <p:spPr bwMode="auto">
            <a:xfrm>
              <a:off x="7924800" y="4013200"/>
              <a:ext cx="10239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b="0">
                  <a:solidFill>
                    <a:srgbClr val="010307"/>
                  </a:solidFill>
                  <a:latin typeface="Arial" panose="020B0604020202020204" pitchFamily="34" charset="0"/>
                  <a:ea typeface="+mn-ea"/>
                  <a:cs typeface="Arial" panose="020B0604020202020204" pitchFamily="34" charset="0"/>
                </a:rPr>
                <a:t>touch-screen</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sp>
          <p:nvSpPr>
            <p:cNvPr id="1359" name="Freeform 2199">
              <a:extLst>
                <a:ext uri="{FF2B5EF4-FFF2-40B4-BE49-F238E27FC236}">
                  <a16:creationId xmlns:a16="http://schemas.microsoft.com/office/drawing/2014/main" id="{DFAE62ED-6690-4A28-91EB-B2A62758B22D}"/>
                </a:ext>
              </a:extLst>
            </p:cNvPr>
            <p:cNvSpPr>
              <a:spLocks/>
            </p:cNvSpPr>
            <p:nvPr/>
          </p:nvSpPr>
          <p:spPr bwMode="auto">
            <a:xfrm>
              <a:off x="3224213" y="5229225"/>
              <a:ext cx="1728787" cy="576263"/>
            </a:xfrm>
            <a:custGeom>
              <a:avLst/>
              <a:gdLst>
                <a:gd name="T0" fmla="*/ 0 w 1089"/>
                <a:gd name="T1" fmla="*/ 0 h 363"/>
                <a:gd name="T2" fmla="*/ 0 w 1089"/>
                <a:gd name="T3" fmla="*/ 2147483646 h 363"/>
                <a:gd name="T4" fmla="*/ 2147483646 w 1089"/>
                <a:gd name="T5" fmla="*/ 2147483646 h 363"/>
                <a:gd name="T6" fmla="*/ 2147483646 w 1089"/>
                <a:gd name="T7" fmla="*/ 2147483646 h 363"/>
                <a:gd name="T8" fmla="*/ 2147483646 w 1089"/>
                <a:gd name="T9" fmla="*/ 2147483646 h 363"/>
                <a:gd name="T10" fmla="*/ 2147483646 w 1089"/>
                <a:gd name="T11" fmla="*/ 2147483646 h 363"/>
                <a:gd name="T12" fmla="*/ 2147483646 w 1089"/>
                <a:gd name="T13" fmla="*/ 2147483646 h 363"/>
                <a:gd name="T14" fmla="*/ 2147483646 w 1089"/>
                <a:gd name="T15" fmla="*/ 2147483646 h 363"/>
                <a:gd name="T16" fmla="*/ 2147483646 w 1089"/>
                <a:gd name="T17" fmla="*/ 2147483646 h 363"/>
                <a:gd name="T18" fmla="*/ 2147483646 w 1089"/>
                <a:gd name="T19" fmla="*/ 2147483646 h 363"/>
                <a:gd name="T20" fmla="*/ 2147483646 w 1089"/>
                <a:gd name="T21" fmla="*/ 2147483646 h 363"/>
                <a:gd name="T22" fmla="*/ 2147483646 w 1089"/>
                <a:gd name="T23" fmla="*/ 2147483646 h 363"/>
                <a:gd name="T24" fmla="*/ 2147483646 w 1089"/>
                <a:gd name="T25" fmla="*/ 2147483646 h 3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89" h="363">
                  <a:moveTo>
                    <a:pt x="0" y="0"/>
                  </a:moveTo>
                  <a:lnTo>
                    <a:pt x="0" y="181"/>
                  </a:lnTo>
                  <a:lnTo>
                    <a:pt x="91" y="181"/>
                  </a:lnTo>
                  <a:lnTo>
                    <a:pt x="91" y="318"/>
                  </a:lnTo>
                  <a:lnTo>
                    <a:pt x="91" y="181"/>
                  </a:lnTo>
                  <a:lnTo>
                    <a:pt x="409" y="181"/>
                  </a:lnTo>
                  <a:lnTo>
                    <a:pt x="409" y="363"/>
                  </a:lnTo>
                  <a:lnTo>
                    <a:pt x="409" y="181"/>
                  </a:lnTo>
                  <a:lnTo>
                    <a:pt x="726" y="181"/>
                  </a:lnTo>
                  <a:lnTo>
                    <a:pt x="726" y="363"/>
                  </a:lnTo>
                  <a:lnTo>
                    <a:pt x="726" y="181"/>
                  </a:lnTo>
                  <a:lnTo>
                    <a:pt x="1089" y="181"/>
                  </a:lnTo>
                  <a:lnTo>
                    <a:pt x="1089" y="318"/>
                  </a:lnTo>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ea typeface="+mn-ea"/>
                <a:cs typeface="Arial" panose="020B0604020202020204" pitchFamily="34" charset="0"/>
              </a:endParaRPr>
            </a:p>
          </p:txBody>
        </p:sp>
        <p:sp>
          <p:nvSpPr>
            <p:cNvPr id="1360" name="Rectangle 2200">
              <a:extLst>
                <a:ext uri="{FF2B5EF4-FFF2-40B4-BE49-F238E27FC236}">
                  <a16:creationId xmlns:a16="http://schemas.microsoft.com/office/drawing/2014/main" id="{1E97A4FD-B483-4B62-9F96-2C5C7637EB3B}"/>
                </a:ext>
              </a:extLst>
            </p:cNvPr>
            <p:cNvSpPr>
              <a:spLocks noChangeArrowheads="1"/>
            </p:cNvSpPr>
            <p:nvPr/>
          </p:nvSpPr>
          <p:spPr bwMode="auto">
            <a:xfrm>
              <a:off x="3657600" y="5229225"/>
              <a:ext cx="13096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87000"/>
                </a:lnSpc>
                <a:spcBef>
                  <a:spcPct val="100000"/>
                </a:spcBef>
                <a:buSzPct val="100000"/>
                <a:buChar char="•"/>
                <a:defRPr sz="1600" b="1">
                  <a:solidFill>
                    <a:schemeClr val="tx1"/>
                  </a:solidFill>
                  <a:latin typeface="Helvetica" panose="020B0604020202020204" pitchFamily="34" charset="0"/>
                </a:defRPr>
              </a:lvl1pPr>
              <a:lvl2pPr marL="742950" indent="-285750">
                <a:spcBef>
                  <a:spcPct val="30000"/>
                </a:spcBef>
                <a:buSzPct val="100000"/>
                <a:buChar char="–"/>
                <a:defRPr sz="1600" b="1">
                  <a:solidFill>
                    <a:schemeClr val="tx1"/>
                  </a:solidFill>
                  <a:latin typeface="Helvetica" panose="020B0604020202020204" pitchFamily="34" charset="0"/>
                </a:defRPr>
              </a:lvl2pPr>
              <a:lvl3pPr marL="1143000" indent="-228600">
                <a:lnSpc>
                  <a:spcPct val="87000"/>
                </a:lnSpc>
                <a:spcBef>
                  <a:spcPct val="100000"/>
                </a:spcBef>
                <a:buSzPct val="100000"/>
                <a:buChar char="»"/>
                <a:defRPr sz="1400" b="1">
                  <a:solidFill>
                    <a:schemeClr val="tx1"/>
                  </a:solidFill>
                  <a:latin typeface="Helvetica" panose="020B0604020202020204" pitchFamily="34" charset="0"/>
                </a:defRPr>
              </a:lvl3pPr>
              <a:lvl4pPr marL="1600200" indent="-228600">
                <a:lnSpc>
                  <a:spcPct val="87000"/>
                </a:lnSpc>
                <a:spcBef>
                  <a:spcPct val="100000"/>
                </a:spcBef>
                <a:buSzPct val="100000"/>
                <a:buChar char="•"/>
                <a:defRPr sz="1400">
                  <a:solidFill>
                    <a:schemeClr val="tx1"/>
                  </a:solidFill>
                  <a:latin typeface="Helvetica" panose="020B0604020202020204" pitchFamily="34" charset="0"/>
                </a:defRPr>
              </a:lvl4pPr>
              <a:lvl5pPr marL="2057400" indent="-228600">
                <a:lnSpc>
                  <a:spcPct val="87000"/>
                </a:lnSpc>
                <a:spcBef>
                  <a:spcPct val="100000"/>
                </a:spcBef>
                <a:buSzPct val="100000"/>
                <a:buChar char="–"/>
                <a:defRPr sz="1200" b="1">
                  <a:solidFill>
                    <a:schemeClr val="tx1"/>
                  </a:solidFill>
                  <a:latin typeface="Helvetica" panose="020B0604020202020204" pitchFamily="34" charset="0"/>
                </a:defRPr>
              </a:lvl5pPr>
              <a:lvl6pPr marL="25146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6pPr>
              <a:lvl7pPr marL="29718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7pPr>
              <a:lvl8pPr marL="34290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8pPr>
              <a:lvl9pPr marL="3886200" indent="-228600" eaLnBrk="0" fontAlgn="base" hangingPunct="0">
                <a:lnSpc>
                  <a:spcPct val="87000"/>
                </a:lnSpc>
                <a:spcBef>
                  <a:spcPct val="100000"/>
                </a:spcBef>
                <a:spcAft>
                  <a:spcPct val="0"/>
                </a:spcAft>
                <a:buSzPct val="100000"/>
                <a:buChar char="–"/>
                <a:defRPr sz="1200" b="1">
                  <a:solidFill>
                    <a:schemeClr val="tx1"/>
                  </a:solidFill>
                  <a:latin typeface="Helvetica" panose="020B0604020202020204" pitchFamily="34" charset="0"/>
                </a:defRPr>
              </a:lvl9pPr>
            </a:lstStyle>
            <a:p>
              <a:pPr defTabSz="914400" eaLnBrk="1" hangingPunct="1">
                <a:lnSpc>
                  <a:spcPct val="100000"/>
                </a:lnSpc>
                <a:spcBef>
                  <a:spcPct val="0"/>
                </a:spcBef>
                <a:buSzTx/>
                <a:buFontTx/>
                <a:buNone/>
              </a:pPr>
              <a:r>
                <a:rPr lang="en-US" altLang="en-US" sz="1400">
                  <a:solidFill>
                    <a:srgbClr val="010307"/>
                  </a:solidFill>
                  <a:latin typeface="Arial" panose="020B0604020202020204" pitchFamily="34" charset="0"/>
                  <a:ea typeface="+mn-ea"/>
                  <a:cs typeface="Arial" panose="020B0604020202020204" pitchFamily="34" charset="0"/>
                </a:rPr>
                <a:t>sensor network</a:t>
              </a:r>
              <a:endParaRPr lang="en-US" altLang="en-US" sz="1400" b="0">
                <a:solidFill>
                  <a:srgbClr val="000000"/>
                </a:solidFill>
                <a:latin typeface="Times New Roman" panose="02020603050405020304" pitchFamily="18" charset="0"/>
                <a:ea typeface="+mn-ea"/>
                <a:cs typeface="Arial" panose="020B0604020202020204" pitchFamily="34" charset="0"/>
              </a:endParaRPr>
            </a:p>
          </p:txBody>
        </p:sp>
      </p:grpSp>
    </p:spTree>
    <p:extLst>
      <p:ext uri="{BB962C8B-B14F-4D97-AF65-F5344CB8AC3E}">
        <p14:creationId xmlns:p14="http://schemas.microsoft.com/office/powerpoint/2010/main" val="319014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Fundamentals of Control Systems</a:t>
            </a:r>
            <a:endParaRPr lang="en-GB" sz="2400" b="1" dirty="0">
              <a:cs typeface="Arial"/>
            </a:endParaRPr>
          </a:p>
        </p:txBody>
      </p:sp>
      <p:sp>
        <p:nvSpPr>
          <p:cNvPr id="9" name="Text Box 3">
            <a:extLst>
              <a:ext uri="{FF2B5EF4-FFF2-40B4-BE49-F238E27FC236}">
                <a16:creationId xmlns:a16="http://schemas.microsoft.com/office/drawing/2014/main" id="{63E65EFF-3A20-4214-97BB-C82921C64FDE}"/>
              </a:ext>
            </a:extLst>
          </p:cNvPr>
          <p:cNvSpPr txBox="1">
            <a:spLocks noChangeArrowheads="1"/>
          </p:cNvSpPr>
          <p:nvPr/>
        </p:nvSpPr>
        <p:spPr bwMode="auto">
          <a:xfrm>
            <a:off x="457876" y="591977"/>
            <a:ext cx="1383712" cy="400110"/>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Definitions</a:t>
            </a:r>
          </a:p>
        </p:txBody>
      </p:sp>
      <p:sp>
        <p:nvSpPr>
          <p:cNvPr id="10" name="Text Box 11">
            <a:extLst>
              <a:ext uri="{FF2B5EF4-FFF2-40B4-BE49-F238E27FC236}">
                <a16:creationId xmlns:a16="http://schemas.microsoft.com/office/drawing/2014/main" id="{8FABA5A6-6455-4ABD-8FCF-68D15ABD7260}"/>
              </a:ext>
            </a:extLst>
          </p:cNvPr>
          <p:cNvSpPr txBox="1">
            <a:spLocks noChangeArrowheads="1"/>
          </p:cNvSpPr>
          <p:nvPr/>
        </p:nvSpPr>
        <p:spPr bwMode="auto">
          <a:xfrm>
            <a:off x="369600" y="1437672"/>
            <a:ext cx="8892480" cy="400110"/>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t>System</a:t>
            </a:r>
            <a:r>
              <a:rPr lang="en-US" sz="2000" dirty="0"/>
              <a:t> – An interconnection of elements and devices for a </a:t>
            </a:r>
            <a:r>
              <a:rPr lang="en-US" sz="2000" dirty="0">
                <a:solidFill>
                  <a:srgbClr val="FF0000"/>
                </a:solidFill>
              </a:rPr>
              <a:t>desired purpose</a:t>
            </a:r>
            <a:r>
              <a:rPr lang="en-US" sz="2000" dirty="0"/>
              <a:t>.</a:t>
            </a:r>
          </a:p>
        </p:txBody>
      </p:sp>
      <p:sp>
        <p:nvSpPr>
          <p:cNvPr id="11" name="Text Box 12">
            <a:extLst>
              <a:ext uri="{FF2B5EF4-FFF2-40B4-BE49-F238E27FC236}">
                <a16:creationId xmlns:a16="http://schemas.microsoft.com/office/drawing/2014/main" id="{64603834-7F1F-4E06-B8CC-EDE2939CB407}"/>
              </a:ext>
            </a:extLst>
          </p:cNvPr>
          <p:cNvSpPr txBox="1">
            <a:spLocks noChangeArrowheads="1"/>
          </p:cNvSpPr>
          <p:nvPr/>
        </p:nvSpPr>
        <p:spPr bwMode="auto">
          <a:xfrm>
            <a:off x="369600" y="2445784"/>
            <a:ext cx="8640960" cy="707886"/>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000" b="1" dirty="0"/>
              <a:t>Control System</a:t>
            </a:r>
            <a:r>
              <a:rPr lang="en-US" sz="2000" dirty="0"/>
              <a:t> – An interconnection of components forming a system configuration that will provide a desired response.</a:t>
            </a:r>
          </a:p>
        </p:txBody>
      </p:sp>
      <p:sp>
        <p:nvSpPr>
          <p:cNvPr id="12" name="Text Box 14">
            <a:extLst>
              <a:ext uri="{FF2B5EF4-FFF2-40B4-BE49-F238E27FC236}">
                <a16:creationId xmlns:a16="http://schemas.microsoft.com/office/drawing/2014/main" id="{D428FC3D-0D1C-48E8-B1A8-C0307521C2D5}"/>
              </a:ext>
            </a:extLst>
          </p:cNvPr>
          <p:cNvSpPr txBox="1">
            <a:spLocks noChangeArrowheads="1"/>
          </p:cNvSpPr>
          <p:nvPr/>
        </p:nvSpPr>
        <p:spPr bwMode="auto">
          <a:xfrm>
            <a:off x="369600" y="3669920"/>
            <a:ext cx="8496944" cy="1015663"/>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000" b="1" dirty="0"/>
              <a:t>Process</a:t>
            </a:r>
            <a:r>
              <a:rPr lang="en-US" sz="2000" dirty="0"/>
              <a:t> – The device, </a:t>
            </a:r>
            <a:r>
              <a:rPr lang="en-US" sz="2000" dirty="0">
                <a:solidFill>
                  <a:srgbClr val="FF0000"/>
                </a:solidFill>
              </a:rPr>
              <a:t>plant</a:t>
            </a:r>
            <a:r>
              <a:rPr lang="en-US" sz="2000" dirty="0"/>
              <a:t>, or system under control.  The input and output relationship represents the cause-and-effect relationship of the process.</a:t>
            </a:r>
          </a:p>
        </p:txBody>
      </p:sp>
      <p:grpSp>
        <p:nvGrpSpPr>
          <p:cNvPr id="13" name="Group 12">
            <a:extLst>
              <a:ext uri="{FF2B5EF4-FFF2-40B4-BE49-F238E27FC236}">
                <a16:creationId xmlns:a16="http://schemas.microsoft.com/office/drawing/2014/main" id="{AA9E7B88-6E75-49FC-83E2-8ACF21D648A1}"/>
              </a:ext>
            </a:extLst>
          </p:cNvPr>
          <p:cNvGrpSpPr/>
          <p:nvPr/>
        </p:nvGrpSpPr>
        <p:grpSpPr>
          <a:xfrm>
            <a:off x="3105904" y="5182088"/>
            <a:ext cx="3888432" cy="864096"/>
            <a:chOff x="4860032" y="4869160"/>
            <a:chExt cx="3888432" cy="864096"/>
          </a:xfrm>
        </p:grpSpPr>
        <p:sp>
          <p:nvSpPr>
            <p:cNvPr id="14" name="Rectangle 13">
              <a:extLst>
                <a:ext uri="{FF2B5EF4-FFF2-40B4-BE49-F238E27FC236}">
                  <a16:creationId xmlns:a16="http://schemas.microsoft.com/office/drawing/2014/main" id="{F1CA109B-E1B8-4C22-B0E9-D66393B2BDF4}"/>
                </a:ext>
              </a:extLst>
            </p:cNvPr>
            <p:cNvSpPr/>
            <p:nvPr/>
          </p:nvSpPr>
          <p:spPr>
            <a:xfrm>
              <a:off x="6228184" y="4869160"/>
              <a:ext cx="108012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GB" dirty="0"/>
                <a:t>Process</a:t>
              </a:r>
            </a:p>
          </p:txBody>
        </p:sp>
        <p:cxnSp>
          <p:nvCxnSpPr>
            <p:cNvPr id="15" name="Straight Arrow Connector 14">
              <a:extLst>
                <a:ext uri="{FF2B5EF4-FFF2-40B4-BE49-F238E27FC236}">
                  <a16:creationId xmlns:a16="http://schemas.microsoft.com/office/drawing/2014/main" id="{40F66F78-6D2D-4036-A16E-511A063AEBD9}"/>
                </a:ext>
              </a:extLst>
            </p:cNvPr>
            <p:cNvCxnSpPr/>
            <p:nvPr/>
          </p:nvCxnSpPr>
          <p:spPr>
            <a:xfrm>
              <a:off x="5494036" y="5302876"/>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E0A7335-7739-4687-9E74-4B909E1BC579}"/>
                </a:ext>
              </a:extLst>
            </p:cNvPr>
            <p:cNvCxnSpPr/>
            <p:nvPr/>
          </p:nvCxnSpPr>
          <p:spPr>
            <a:xfrm>
              <a:off x="7218892" y="5301208"/>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3">
              <a:extLst>
                <a:ext uri="{FF2B5EF4-FFF2-40B4-BE49-F238E27FC236}">
                  <a16:creationId xmlns:a16="http://schemas.microsoft.com/office/drawing/2014/main" id="{E3CF61D2-42CB-4458-BF9F-E00581B70547}"/>
                </a:ext>
              </a:extLst>
            </p:cNvPr>
            <p:cNvSpPr txBox="1"/>
            <p:nvPr/>
          </p:nvSpPr>
          <p:spPr>
            <a:xfrm>
              <a:off x="7892139" y="5085184"/>
              <a:ext cx="85632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Output</a:t>
              </a:r>
            </a:p>
          </p:txBody>
        </p:sp>
        <p:sp>
          <p:nvSpPr>
            <p:cNvPr id="18" name="TextBox 14">
              <a:extLst>
                <a:ext uri="{FF2B5EF4-FFF2-40B4-BE49-F238E27FC236}">
                  <a16:creationId xmlns:a16="http://schemas.microsoft.com/office/drawing/2014/main" id="{CBFDE702-7D22-4FCC-8195-EB1FBDDFE365}"/>
                </a:ext>
              </a:extLst>
            </p:cNvPr>
            <p:cNvSpPr txBox="1"/>
            <p:nvPr/>
          </p:nvSpPr>
          <p:spPr>
            <a:xfrm>
              <a:off x="4860032" y="5075892"/>
              <a:ext cx="68480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Input</a:t>
              </a:r>
            </a:p>
          </p:txBody>
        </p:sp>
      </p:grpSp>
    </p:spTree>
    <p:extLst>
      <p:ext uri="{BB962C8B-B14F-4D97-AF65-F5344CB8AC3E}">
        <p14:creationId xmlns:p14="http://schemas.microsoft.com/office/powerpoint/2010/main" val="2092057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Fundamentals of Control Systems</a:t>
            </a:r>
            <a:endParaRPr lang="en-GB" sz="2400" b="1" dirty="0">
              <a:cs typeface="Arial"/>
            </a:endParaRPr>
          </a:p>
        </p:txBody>
      </p:sp>
      <p:sp>
        <p:nvSpPr>
          <p:cNvPr id="9" name="Text Box 3">
            <a:extLst>
              <a:ext uri="{FF2B5EF4-FFF2-40B4-BE49-F238E27FC236}">
                <a16:creationId xmlns:a16="http://schemas.microsoft.com/office/drawing/2014/main" id="{63E65EFF-3A20-4214-97BB-C82921C64FDE}"/>
              </a:ext>
            </a:extLst>
          </p:cNvPr>
          <p:cNvSpPr txBox="1">
            <a:spLocks noChangeArrowheads="1"/>
          </p:cNvSpPr>
          <p:nvPr/>
        </p:nvSpPr>
        <p:spPr bwMode="auto">
          <a:xfrm>
            <a:off x="457876" y="591977"/>
            <a:ext cx="1383712" cy="400110"/>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Definitions</a:t>
            </a:r>
          </a:p>
        </p:txBody>
      </p:sp>
      <p:sp>
        <p:nvSpPr>
          <p:cNvPr id="19" name="Text Box 11">
            <a:extLst>
              <a:ext uri="{FF2B5EF4-FFF2-40B4-BE49-F238E27FC236}">
                <a16:creationId xmlns:a16="http://schemas.microsoft.com/office/drawing/2014/main" id="{6AD29221-E00E-48B9-A08E-91A51C53FD3D}"/>
              </a:ext>
            </a:extLst>
          </p:cNvPr>
          <p:cNvSpPr txBox="1">
            <a:spLocks noChangeArrowheads="1"/>
          </p:cNvSpPr>
          <p:nvPr/>
        </p:nvSpPr>
        <p:spPr bwMode="auto">
          <a:xfrm>
            <a:off x="397632" y="1200217"/>
            <a:ext cx="8359080" cy="1015663"/>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000" b="1" dirty="0"/>
              <a:t>Controlled Variable</a:t>
            </a:r>
            <a:r>
              <a:rPr lang="en-US" sz="2000" dirty="0"/>
              <a:t>– It is the quantity or condition that is measured and Controlled. Normally </a:t>
            </a:r>
            <a:r>
              <a:rPr lang="en-US" sz="2000" i="1" dirty="0">
                <a:solidFill>
                  <a:srgbClr val="C00000"/>
                </a:solidFill>
              </a:rPr>
              <a:t>controlled variable </a:t>
            </a:r>
            <a:r>
              <a:rPr lang="en-US" sz="2000" dirty="0"/>
              <a:t>is the output of the control system.</a:t>
            </a:r>
          </a:p>
        </p:txBody>
      </p:sp>
      <p:sp>
        <p:nvSpPr>
          <p:cNvPr id="20" name="Text Box 12">
            <a:extLst>
              <a:ext uri="{FF2B5EF4-FFF2-40B4-BE49-F238E27FC236}">
                <a16:creationId xmlns:a16="http://schemas.microsoft.com/office/drawing/2014/main" id="{EE75A2B5-7AC9-493E-948B-5C8C42B3036A}"/>
              </a:ext>
            </a:extLst>
          </p:cNvPr>
          <p:cNvSpPr txBox="1">
            <a:spLocks noChangeArrowheads="1"/>
          </p:cNvSpPr>
          <p:nvPr/>
        </p:nvSpPr>
        <p:spPr bwMode="auto">
          <a:xfrm>
            <a:off x="387288" y="2915833"/>
            <a:ext cx="8153400" cy="707886"/>
          </a:xfrm>
          <a:prstGeom prst="rect">
            <a:avLst/>
          </a:prstGeom>
          <a:noFill/>
          <a:ln w="9525">
            <a:noFill/>
            <a:miter lim="800000"/>
            <a:headEnd/>
            <a:tailEnd/>
          </a:ln>
          <a:effec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t>Manipulated Variable</a:t>
            </a:r>
            <a:r>
              <a:rPr lang="en-US" sz="2000" dirty="0"/>
              <a:t>– It is the quantity of the condition that is varied by the controller so as to affect the value of </a:t>
            </a:r>
            <a:r>
              <a:rPr lang="en-US" sz="2000" i="1" dirty="0">
                <a:solidFill>
                  <a:srgbClr val="C00000"/>
                </a:solidFill>
              </a:rPr>
              <a:t>controlled variable</a:t>
            </a:r>
            <a:r>
              <a:rPr lang="en-US" sz="2000" dirty="0"/>
              <a:t>.</a:t>
            </a:r>
          </a:p>
        </p:txBody>
      </p:sp>
      <p:sp>
        <p:nvSpPr>
          <p:cNvPr id="21" name="Text Box 14">
            <a:extLst>
              <a:ext uri="{FF2B5EF4-FFF2-40B4-BE49-F238E27FC236}">
                <a16:creationId xmlns:a16="http://schemas.microsoft.com/office/drawing/2014/main" id="{5ABDBCF3-8586-48EA-80BB-9BA22C2D6D57}"/>
              </a:ext>
            </a:extLst>
          </p:cNvPr>
          <p:cNvSpPr txBox="1">
            <a:spLocks noChangeArrowheads="1"/>
          </p:cNvSpPr>
          <p:nvPr/>
        </p:nvSpPr>
        <p:spPr bwMode="auto">
          <a:xfrm>
            <a:off x="397632" y="4211233"/>
            <a:ext cx="8208912" cy="1323439"/>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000" b="1" dirty="0"/>
              <a:t>Control</a:t>
            </a:r>
            <a:r>
              <a:rPr lang="en-US" sz="2000" dirty="0"/>
              <a:t> – Control means measuring the value of the </a:t>
            </a:r>
            <a:r>
              <a:rPr lang="en-US" sz="2000" i="1" dirty="0">
                <a:solidFill>
                  <a:srgbClr val="C00000"/>
                </a:solidFill>
              </a:rPr>
              <a:t>controlled variable </a:t>
            </a:r>
            <a:r>
              <a:rPr lang="en-US" sz="2000" dirty="0"/>
              <a:t>of the system and applying the </a:t>
            </a:r>
            <a:r>
              <a:rPr lang="en-US" sz="2000" i="1" dirty="0">
                <a:solidFill>
                  <a:srgbClr val="C00000"/>
                </a:solidFill>
              </a:rPr>
              <a:t>manipulated variable </a:t>
            </a:r>
            <a:r>
              <a:rPr lang="en-US" sz="2000" dirty="0"/>
              <a:t>to the system to correct or limit  the deviation of the measured value from a desired value. </a:t>
            </a:r>
          </a:p>
        </p:txBody>
      </p:sp>
    </p:spTree>
    <p:extLst>
      <p:ext uri="{BB962C8B-B14F-4D97-AF65-F5344CB8AC3E}">
        <p14:creationId xmlns:p14="http://schemas.microsoft.com/office/powerpoint/2010/main" val="364032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Fundamentals of Control Systems</a:t>
            </a:r>
            <a:endParaRPr lang="en-GB" sz="2400" b="1" dirty="0">
              <a:cs typeface="Arial"/>
            </a:endParaRPr>
          </a:p>
        </p:txBody>
      </p:sp>
      <p:sp>
        <p:nvSpPr>
          <p:cNvPr id="9" name="Text Box 3">
            <a:extLst>
              <a:ext uri="{FF2B5EF4-FFF2-40B4-BE49-F238E27FC236}">
                <a16:creationId xmlns:a16="http://schemas.microsoft.com/office/drawing/2014/main" id="{63E65EFF-3A20-4214-97BB-C82921C64FDE}"/>
              </a:ext>
            </a:extLst>
          </p:cNvPr>
          <p:cNvSpPr txBox="1">
            <a:spLocks noChangeArrowheads="1"/>
          </p:cNvSpPr>
          <p:nvPr/>
        </p:nvSpPr>
        <p:spPr bwMode="auto">
          <a:xfrm>
            <a:off x="457876" y="591977"/>
            <a:ext cx="1383712" cy="400110"/>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Definitions</a:t>
            </a:r>
          </a:p>
        </p:txBody>
      </p:sp>
      <p:sp>
        <p:nvSpPr>
          <p:cNvPr id="7" name="Text Box 11">
            <a:extLst>
              <a:ext uri="{FF2B5EF4-FFF2-40B4-BE49-F238E27FC236}">
                <a16:creationId xmlns:a16="http://schemas.microsoft.com/office/drawing/2014/main" id="{D682BABD-3801-4441-8A2B-DA4344863C3B}"/>
              </a:ext>
            </a:extLst>
          </p:cNvPr>
          <p:cNvSpPr txBox="1">
            <a:spLocks noChangeArrowheads="1"/>
          </p:cNvSpPr>
          <p:nvPr/>
        </p:nvSpPr>
        <p:spPr bwMode="auto">
          <a:xfrm>
            <a:off x="392460" y="3899664"/>
            <a:ext cx="8359080" cy="1938992"/>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000" b="1" dirty="0"/>
              <a:t>Disturbances</a:t>
            </a:r>
            <a:r>
              <a:rPr lang="en-US" sz="2000" dirty="0"/>
              <a:t>– A disturbance is a signal that tends to adversely affect the value of the system. It is an unwanted input of the system.</a:t>
            </a:r>
          </a:p>
          <a:p>
            <a:pPr algn="just"/>
            <a:endParaRPr lang="en-US" sz="2000" dirty="0"/>
          </a:p>
          <a:p>
            <a:pPr marL="900113" indent="-266700" algn="just">
              <a:buFont typeface="Arial" pitchFamily="34" charset="0"/>
              <a:buChar char="•"/>
            </a:pPr>
            <a:r>
              <a:rPr lang="en-US" sz="2000" dirty="0"/>
              <a:t>	If a disturbance is generated within the system, it is called </a:t>
            </a:r>
            <a:r>
              <a:rPr lang="en-US" sz="2000" i="1" dirty="0">
                <a:solidFill>
                  <a:srgbClr val="C00000"/>
                </a:solidFill>
              </a:rPr>
              <a:t>internal disturbance</a:t>
            </a:r>
            <a:r>
              <a:rPr lang="en-US" sz="2000" dirty="0"/>
              <a:t>. While an </a:t>
            </a:r>
            <a:r>
              <a:rPr lang="en-US" sz="2000" i="1" dirty="0">
                <a:solidFill>
                  <a:srgbClr val="C00000"/>
                </a:solidFill>
              </a:rPr>
              <a:t>external disturbance </a:t>
            </a:r>
            <a:r>
              <a:rPr lang="en-US" sz="2000" dirty="0"/>
              <a:t>is generated outside the system. </a:t>
            </a:r>
          </a:p>
        </p:txBody>
      </p:sp>
      <p:grpSp>
        <p:nvGrpSpPr>
          <p:cNvPr id="8" name="Group 7">
            <a:extLst>
              <a:ext uri="{FF2B5EF4-FFF2-40B4-BE49-F238E27FC236}">
                <a16:creationId xmlns:a16="http://schemas.microsoft.com/office/drawing/2014/main" id="{475B2FBA-FF6D-4255-AA59-584BBEE1DD7D}"/>
              </a:ext>
            </a:extLst>
          </p:cNvPr>
          <p:cNvGrpSpPr/>
          <p:nvPr/>
        </p:nvGrpSpPr>
        <p:grpSpPr>
          <a:xfrm>
            <a:off x="1040532" y="1189042"/>
            <a:ext cx="7344816" cy="2053392"/>
            <a:chOff x="1115616" y="3717032"/>
            <a:chExt cx="7344816" cy="2053392"/>
          </a:xfrm>
        </p:grpSpPr>
        <p:sp>
          <p:nvSpPr>
            <p:cNvPr id="10" name="Rectangle 9">
              <a:extLst>
                <a:ext uri="{FF2B5EF4-FFF2-40B4-BE49-F238E27FC236}">
                  <a16:creationId xmlns:a16="http://schemas.microsoft.com/office/drawing/2014/main" id="{4F652E20-D183-4393-8E3D-F780037587D4}"/>
                </a:ext>
              </a:extLst>
            </p:cNvPr>
            <p:cNvSpPr/>
            <p:nvPr/>
          </p:nvSpPr>
          <p:spPr>
            <a:xfrm>
              <a:off x="2966446" y="4509120"/>
              <a:ext cx="1305497" cy="112120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GB" b="1" dirty="0"/>
                <a:t>Controller</a:t>
              </a:r>
            </a:p>
          </p:txBody>
        </p:sp>
        <p:cxnSp>
          <p:nvCxnSpPr>
            <p:cNvPr id="11" name="Straight Arrow Connector 10">
              <a:extLst>
                <a:ext uri="{FF2B5EF4-FFF2-40B4-BE49-F238E27FC236}">
                  <a16:creationId xmlns:a16="http://schemas.microsoft.com/office/drawing/2014/main" id="{E9EBFD5F-E45B-4DB3-A7C8-25E99DF8EA0F}"/>
                </a:ext>
              </a:extLst>
            </p:cNvPr>
            <p:cNvCxnSpPr/>
            <p:nvPr/>
          </p:nvCxnSpPr>
          <p:spPr>
            <a:xfrm>
              <a:off x="2209744" y="5069722"/>
              <a:ext cx="7396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AC99E4C-C411-4263-8D38-8C8E6B46D44E}"/>
                </a:ext>
              </a:extLst>
            </p:cNvPr>
            <p:cNvCxnSpPr/>
            <p:nvPr/>
          </p:nvCxnSpPr>
          <p:spPr>
            <a:xfrm>
              <a:off x="5838539" y="5069722"/>
              <a:ext cx="6961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1">
              <a:extLst>
                <a:ext uri="{FF2B5EF4-FFF2-40B4-BE49-F238E27FC236}">
                  <a16:creationId xmlns:a16="http://schemas.microsoft.com/office/drawing/2014/main" id="{D2018F92-7C36-4A97-9EB5-45C32DF8B671}"/>
                </a:ext>
              </a:extLst>
            </p:cNvPr>
            <p:cNvSpPr txBox="1"/>
            <p:nvPr/>
          </p:nvSpPr>
          <p:spPr>
            <a:xfrm>
              <a:off x="6476619" y="4604718"/>
              <a:ext cx="1983813" cy="92333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Output</a:t>
              </a:r>
            </a:p>
            <a:p>
              <a:r>
                <a:rPr lang="en-GB" dirty="0"/>
                <a:t>Or</a:t>
              </a:r>
            </a:p>
            <a:p>
              <a:r>
                <a:rPr lang="en-GB" dirty="0">
                  <a:solidFill>
                    <a:srgbClr val="C00000"/>
                  </a:solidFill>
                </a:rPr>
                <a:t>Controlled Variable</a:t>
              </a:r>
            </a:p>
          </p:txBody>
        </p:sp>
        <p:sp>
          <p:nvSpPr>
            <p:cNvPr id="14" name="TextBox 12">
              <a:extLst>
                <a:ext uri="{FF2B5EF4-FFF2-40B4-BE49-F238E27FC236}">
                  <a16:creationId xmlns:a16="http://schemas.microsoft.com/office/drawing/2014/main" id="{42EEF812-E2CE-4CA7-B3C7-9981B80CF357}"/>
                </a:ext>
              </a:extLst>
            </p:cNvPr>
            <p:cNvSpPr txBox="1"/>
            <p:nvPr/>
          </p:nvSpPr>
          <p:spPr>
            <a:xfrm>
              <a:off x="1115616" y="4293096"/>
              <a:ext cx="1082925" cy="147732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Input</a:t>
              </a:r>
            </a:p>
            <a:p>
              <a:r>
                <a:rPr lang="en-GB" dirty="0"/>
                <a:t>or</a:t>
              </a:r>
            </a:p>
            <a:p>
              <a:r>
                <a:rPr lang="en-GB" dirty="0">
                  <a:solidFill>
                    <a:srgbClr val="C00000"/>
                  </a:solidFill>
                </a:rPr>
                <a:t>Set point</a:t>
              </a:r>
            </a:p>
            <a:p>
              <a:r>
                <a:rPr lang="en-GB" dirty="0"/>
                <a:t>or</a:t>
              </a:r>
            </a:p>
            <a:p>
              <a:r>
                <a:rPr lang="en-GB" dirty="0">
                  <a:solidFill>
                    <a:srgbClr val="C00000"/>
                  </a:solidFill>
                </a:rPr>
                <a:t>reference</a:t>
              </a:r>
            </a:p>
          </p:txBody>
        </p:sp>
        <p:sp>
          <p:nvSpPr>
            <p:cNvPr id="15" name="Rectangle 14">
              <a:extLst>
                <a:ext uri="{FF2B5EF4-FFF2-40B4-BE49-F238E27FC236}">
                  <a16:creationId xmlns:a16="http://schemas.microsoft.com/office/drawing/2014/main" id="{92D1DA70-901F-44B2-B057-77E28C967A1C}"/>
                </a:ext>
              </a:extLst>
            </p:cNvPr>
            <p:cNvSpPr/>
            <p:nvPr/>
          </p:nvSpPr>
          <p:spPr>
            <a:xfrm>
              <a:off x="4707109" y="4509120"/>
              <a:ext cx="1218464" cy="112120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GB" sz="2000" b="1" dirty="0"/>
                <a:t>Process</a:t>
              </a:r>
            </a:p>
          </p:txBody>
        </p:sp>
        <p:cxnSp>
          <p:nvCxnSpPr>
            <p:cNvPr id="16" name="Straight Arrow Connector 15">
              <a:extLst>
                <a:ext uri="{FF2B5EF4-FFF2-40B4-BE49-F238E27FC236}">
                  <a16:creationId xmlns:a16="http://schemas.microsoft.com/office/drawing/2014/main" id="{E9A52B47-4D75-43F9-B7A9-898F7584329C}"/>
                </a:ext>
              </a:extLst>
            </p:cNvPr>
            <p:cNvCxnSpPr/>
            <p:nvPr/>
          </p:nvCxnSpPr>
          <p:spPr>
            <a:xfrm>
              <a:off x="4254988" y="5069722"/>
              <a:ext cx="4351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5">
              <a:extLst>
                <a:ext uri="{FF2B5EF4-FFF2-40B4-BE49-F238E27FC236}">
                  <a16:creationId xmlns:a16="http://schemas.microsoft.com/office/drawing/2014/main" id="{734064E5-D0FD-47E3-BB7F-398BFC0B56EC}"/>
                </a:ext>
              </a:extLst>
            </p:cNvPr>
            <p:cNvSpPr txBox="1"/>
            <p:nvPr/>
          </p:nvSpPr>
          <p:spPr>
            <a:xfrm>
              <a:off x="4427984" y="3717032"/>
              <a:ext cx="219983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Manipulated Variable</a:t>
              </a:r>
            </a:p>
          </p:txBody>
        </p:sp>
        <p:sp>
          <p:nvSpPr>
            <p:cNvPr id="18" name="Freeform 16">
              <a:extLst>
                <a:ext uri="{FF2B5EF4-FFF2-40B4-BE49-F238E27FC236}">
                  <a16:creationId xmlns:a16="http://schemas.microsoft.com/office/drawing/2014/main" id="{CA42BDCC-3859-481C-BCC2-2887251D512D}"/>
                </a:ext>
              </a:extLst>
            </p:cNvPr>
            <p:cNvSpPr/>
            <p:nvPr/>
          </p:nvSpPr>
          <p:spPr>
            <a:xfrm>
              <a:off x="4417255" y="4079631"/>
              <a:ext cx="295422" cy="829994"/>
            </a:xfrm>
            <a:custGeom>
              <a:avLst/>
              <a:gdLst>
                <a:gd name="connsiteX0" fmla="*/ 0 w 295422"/>
                <a:gd name="connsiteY0" fmla="*/ 829994 h 829994"/>
                <a:gd name="connsiteX1" fmla="*/ 56271 w 295422"/>
                <a:gd name="connsiteY1" fmla="*/ 239151 h 829994"/>
                <a:gd name="connsiteX2" fmla="*/ 295422 w 295422"/>
                <a:gd name="connsiteY2" fmla="*/ 0 h 829994"/>
              </a:gdLst>
              <a:ahLst/>
              <a:cxnLst>
                <a:cxn ang="0">
                  <a:pos x="connsiteX0" y="connsiteY0"/>
                </a:cxn>
                <a:cxn ang="0">
                  <a:pos x="connsiteX1" y="connsiteY1"/>
                </a:cxn>
                <a:cxn ang="0">
                  <a:pos x="connsiteX2" y="connsiteY2"/>
                </a:cxn>
              </a:cxnLst>
              <a:rect l="l" t="t" r="r" b="b"/>
              <a:pathLst>
                <a:path w="295422" h="829994">
                  <a:moveTo>
                    <a:pt x="0" y="829994"/>
                  </a:moveTo>
                  <a:cubicBezTo>
                    <a:pt x="3517" y="603738"/>
                    <a:pt x="7034" y="377483"/>
                    <a:pt x="56271" y="239151"/>
                  </a:cubicBezTo>
                  <a:cubicBezTo>
                    <a:pt x="105508" y="100819"/>
                    <a:pt x="200465" y="50409"/>
                    <a:pt x="295422" y="0"/>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dirty="0"/>
            </a:p>
          </p:txBody>
        </p:sp>
      </p:grpSp>
    </p:spTree>
    <p:extLst>
      <p:ext uri="{BB962C8B-B14F-4D97-AF65-F5344CB8AC3E}">
        <p14:creationId xmlns:p14="http://schemas.microsoft.com/office/powerpoint/2010/main" val="82618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Fundamentals of Control Systems</a:t>
            </a:r>
            <a:endParaRPr lang="en-GB" sz="2400" b="1" dirty="0">
              <a:cs typeface="Arial"/>
            </a:endParaRPr>
          </a:p>
        </p:txBody>
      </p:sp>
      <p:grpSp>
        <p:nvGrpSpPr>
          <p:cNvPr id="7" name="Group 6">
            <a:extLst>
              <a:ext uri="{FF2B5EF4-FFF2-40B4-BE49-F238E27FC236}">
                <a16:creationId xmlns:a16="http://schemas.microsoft.com/office/drawing/2014/main" id="{3861EA81-CDBA-47B3-A5CB-1E26DF026AA6}"/>
              </a:ext>
            </a:extLst>
          </p:cNvPr>
          <p:cNvGrpSpPr/>
          <p:nvPr/>
        </p:nvGrpSpPr>
        <p:grpSpPr>
          <a:xfrm>
            <a:off x="560153" y="932519"/>
            <a:ext cx="8236713" cy="5809283"/>
            <a:chOff x="560153" y="932519"/>
            <a:chExt cx="8236713" cy="5809283"/>
          </a:xfrm>
        </p:grpSpPr>
        <p:sp>
          <p:nvSpPr>
            <p:cNvPr id="8" name="object 4"/>
            <p:cNvSpPr txBox="1"/>
            <p:nvPr/>
          </p:nvSpPr>
          <p:spPr>
            <a:xfrm>
              <a:off x="560153" y="932519"/>
              <a:ext cx="8236713" cy="5809283"/>
            </a:xfrm>
            <a:prstGeom prst="rect">
              <a:avLst/>
            </a:prstGeom>
          </p:spPr>
          <p:txBody>
            <a:bodyPr vert="horz" wrap="square" lIns="0" tIns="12700" rIns="0" bIns="0" rtlCol="0">
              <a:spAutoFit/>
            </a:bodyPr>
            <a:lstStyle/>
            <a:p>
              <a:pPr marL="355600" marR="382905" indent="-342900">
                <a:lnSpc>
                  <a:spcPct val="99900"/>
                </a:lnSpc>
                <a:spcBef>
                  <a:spcPts val="100"/>
                </a:spcBef>
                <a:buChar char="•"/>
                <a:tabLst>
                  <a:tab pos="354965" algn="l"/>
                  <a:tab pos="355600" algn="l"/>
                </a:tabLst>
              </a:pPr>
              <a:r>
                <a:rPr lang="en-GB" sz="2000" dirty="0">
                  <a:latin typeface="Arial"/>
                  <a:cs typeface="Arial"/>
                </a:rPr>
                <a:t>If a </a:t>
              </a:r>
              <a:r>
                <a:rPr lang="en-GB" sz="2000" spc="-5" dirty="0">
                  <a:latin typeface="Arial"/>
                  <a:cs typeface="Arial"/>
                </a:rPr>
                <a:t>human operator is available </a:t>
              </a:r>
              <a:r>
                <a:rPr lang="en-GB" sz="2000" dirty="0">
                  <a:latin typeface="Arial"/>
                  <a:cs typeface="Arial"/>
                </a:rPr>
                <a:t>to </a:t>
              </a:r>
              <a:r>
                <a:rPr lang="en-GB" sz="2000" spc="-5" dirty="0">
                  <a:latin typeface="Arial"/>
                  <a:cs typeface="Arial"/>
                </a:rPr>
                <a:t>monitor  and control </a:t>
              </a:r>
              <a:r>
                <a:rPr lang="en-GB" sz="2000" dirty="0">
                  <a:latin typeface="Arial"/>
                  <a:cs typeface="Arial"/>
                </a:rPr>
                <a:t>a </a:t>
              </a:r>
              <a:r>
                <a:rPr lang="en-GB" sz="2000" spc="-5" dirty="0">
                  <a:latin typeface="Arial"/>
                  <a:cs typeface="Arial"/>
                </a:rPr>
                <a:t>manufacturing process, </a:t>
              </a:r>
              <a:r>
                <a:rPr lang="en-GB" sz="2000" b="1" spc="-145" dirty="0">
                  <a:latin typeface="Arial Black"/>
                  <a:cs typeface="Arial Black"/>
                </a:rPr>
                <a:t>open  loop </a:t>
              </a:r>
              <a:r>
                <a:rPr lang="en-GB" sz="2000" b="1" spc="-165" dirty="0">
                  <a:latin typeface="Arial Black"/>
                  <a:cs typeface="Arial Black"/>
                </a:rPr>
                <a:t>control </a:t>
              </a:r>
              <a:r>
                <a:rPr lang="en-GB" sz="2000" spc="-5" dirty="0">
                  <a:latin typeface="Arial"/>
                  <a:cs typeface="Arial"/>
                </a:rPr>
                <a:t>may be</a:t>
              </a:r>
              <a:r>
                <a:rPr lang="en-GB" sz="2000" spc="-100" dirty="0">
                  <a:latin typeface="Arial"/>
                  <a:cs typeface="Arial"/>
                </a:rPr>
                <a:t> </a:t>
              </a:r>
              <a:r>
                <a:rPr lang="en-GB" sz="2000" spc="-5" dirty="0">
                  <a:latin typeface="Arial"/>
                  <a:cs typeface="Arial"/>
                </a:rPr>
                <a:t>acceptable</a:t>
              </a: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spc="-5" dirty="0">
                <a:latin typeface="Arial"/>
                <a:cs typeface="Arial"/>
              </a:endParaRPr>
            </a:p>
            <a:p>
              <a:pPr marL="355600" marR="382905" indent="-342900">
                <a:lnSpc>
                  <a:spcPct val="99900"/>
                </a:lnSpc>
                <a:spcBef>
                  <a:spcPts val="100"/>
                </a:spcBef>
                <a:buChar char="•"/>
                <a:tabLst>
                  <a:tab pos="354965" algn="l"/>
                  <a:tab pos="355600" algn="l"/>
                </a:tabLst>
              </a:pPr>
              <a:endParaRPr lang="en-GB" sz="2000" dirty="0">
                <a:latin typeface="Arial"/>
                <a:cs typeface="Arial"/>
              </a:endParaRPr>
            </a:p>
            <a:p>
              <a:pPr marL="355600" marR="382905" indent="-342900">
                <a:lnSpc>
                  <a:spcPct val="99900"/>
                </a:lnSpc>
                <a:spcBef>
                  <a:spcPts val="100"/>
                </a:spcBef>
                <a:buChar char="•"/>
                <a:tabLst>
                  <a:tab pos="354965" algn="l"/>
                  <a:tab pos="355600" algn="l"/>
                </a:tabLst>
              </a:pPr>
              <a:endParaRPr lang="en-GB" sz="2000" dirty="0">
                <a:latin typeface="Arial"/>
                <a:cs typeface="Arial"/>
              </a:endParaRPr>
            </a:p>
            <a:p>
              <a:pPr marL="355600" marR="5080" indent="-342900" algn="just">
                <a:lnSpc>
                  <a:spcPct val="100000"/>
                </a:lnSpc>
                <a:spcBef>
                  <a:spcPts val="700"/>
                </a:spcBef>
                <a:buChar char="•"/>
                <a:tabLst>
                  <a:tab pos="355600" algn="l"/>
                </a:tabLst>
              </a:pPr>
              <a:r>
                <a:rPr lang="en-GB" sz="2000" dirty="0">
                  <a:latin typeface="Arial"/>
                  <a:cs typeface="Arial"/>
                </a:rPr>
                <a:t>If a </a:t>
              </a:r>
              <a:r>
                <a:rPr lang="en-GB" sz="2000" spc="-5" dirty="0">
                  <a:latin typeface="Arial"/>
                  <a:cs typeface="Arial"/>
                </a:rPr>
                <a:t>manufacturing process is automated, then  it requires </a:t>
              </a:r>
              <a:r>
                <a:rPr lang="en-GB" sz="2000" b="1" spc="-150" dirty="0">
                  <a:latin typeface="Arial Black"/>
                  <a:cs typeface="Arial Black"/>
                </a:rPr>
                <a:t>closed </a:t>
              </a:r>
              <a:r>
                <a:rPr lang="en-GB" sz="2000" b="1" spc="-145" dirty="0">
                  <a:latin typeface="Arial Black"/>
                  <a:cs typeface="Arial Black"/>
                </a:rPr>
                <a:t>loop </a:t>
              </a:r>
              <a:r>
                <a:rPr lang="en-GB" sz="2000" b="1" spc="-165" dirty="0">
                  <a:latin typeface="Arial Black"/>
                  <a:cs typeface="Arial Black"/>
                </a:rPr>
                <a:t>control </a:t>
              </a:r>
              <a:r>
                <a:rPr lang="en-GB" sz="2000" dirty="0">
                  <a:latin typeface="Arial"/>
                  <a:cs typeface="Arial"/>
                </a:rPr>
                <a:t>, </a:t>
              </a:r>
              <a:r>
                <a:rPr lang="en-GB" sz="2000" spc="-5" dirty="0">
                  <a:latin typeface="Arial"/>
                  <a:cs typeface="Arial"/>
                </a:rPr>
                <a:t>also known  as </a:t>
              </a:r>
              <a:r>
                <a:rPr lang="en-GB" sz="2000" b="1" spc="-155" dirty="0">
                  <a:latin typeface="Arial Black"/>
                  <a:cs typeface="Arial Black"/>
                </a:rPr>
                <a:t>feedback </a:t>
              </a:r>
              <a:r>
                <a:rPr lang="en-GB" sz="2000" b="1" spc="-165" dirty="0">
                  <a:latin typeface="Arial Black"/>
                  <a:cs typeface="Arial Black"/>
                </a:rPr>
                <a:t>control</a:t>
              </a:r>
              <a:r>
                <a:rPr lang="en-GB" sz="2000" b="1" spc="-200" dirty="0">
                  <a:latin typeface="Arial Black"/>
                  <a:cs typeface="Arial Black"/>
                </a:rPr>
                <a:t> </a:t>
              </a:r>
              <a:r>
                <a:rPr lang="en-GB" sz="2000" dirty="0">
                  <a:latin typeface="Arial"/>
                  <a:cs typeface="Arial"/>
                </a:rPr>
                <a:t>.</a:t>
              </a:r>
            </a:p>
            <a:p>
              <a:pPr>
                <a:lnSpc>
                  <a:spcPct val="100000"/>
                </a:lnSpc>
                <a:spcBef>
                  <a:spcPts val="35"/>
                </a:spcBef>
              </a:pPr>
              <a:endParaRPr sz="2000" dirty="0">
                <a:latin typeface="+mn-lt"/>
                <a:cs typeface="Times New Roman"/>
              </a:endParaRPr>
            </a:p>
          </p:txBody>
        </p:sp>
        <p:grpSp>
          <p:nvGrpSpPr>
            <p:cNvPr id="5" name="Group 4">
              <a:extLst>
                <a:ext uri="{FF2B5EF4-FFF2-40B4-BE49-F238E27FC236}">
                  <a16:creationId xmlns:a16="http://schemas.microsoft.com/office/drawing/2014/main" id="{5603119D-CAE4-44BB-9513-446081741944}"/>
                </a:ext>
              </a:extLst>
            </p:cNvPr>
            <p:cNvGrpSpPr/>
            <p:nvPr/>
          </p:nvGrpSpPr>
          <p:grpSpPr>
            <a:xfrm>
              <a:off x="1238491" y="1824279"/>
              <a:ext cx="6441312" cy="3760506"/>
              <a:chOff x="1458410" y="1957388"/>
              <a:chExt cx="5818690" cy="3168190"/>
            </a:xfrm>
          </p:grpSpPr>
          <p:pic>
            <p:nvPicPr>
              <p:cNvPr id="6146" name="Picture 2" descr="Image result for open control diagram">
                <a:extLst>
                  <a:ext uri="{FF2B5EF4-FFF2-40B4-BE49-F238E27FC236}">
                    <a16:creationId xmlns:a16="http://schemas.microsoft.com/office/drawing/2014/main" id="{6980EA6A-F0FB-448E-8B71-3FF6236C1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900" y="1957388"/>
                <a:ext cx="5410200" cy="29432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EBEEE12-BCC1-41CC-B4DB-2F29E9FE8889}"/>
                  </a:ext>
                </a:extLst>
              </p:cNvPr>
              <p:cNvSpPr/>
              <p:nvPr/>
            </p:nvSpPr>
            <p:spPr>
              <a:xfrm>
                <a:off x="1458410" y="4054920"/>
                <a:ext cx="1169043" cy="107065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grpSp>
    </p:spTree>
    <p:extLst>
      <p:ext uri="{BB962C8B-B14F-4D97-AF65-F5344CB8AC3E}">
        <p14:creationId xmlns:p14="http://schemas.microsoft.com/office/powerpoint/2010/main" val="2078801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Fundamentals of Control Systems</a:t>
            </a:r>
            <a:endParaRPr lang="en-GB" sz="2400" b="1" dirty="0">
              <a:cs typeface="Arial"/>
            </a:endParaRPr>
          </a:p>
        </p:txBody>
      </p:sp>
      <p:sp>
        <p:nvSpPr>
          <p:cNvPr id="9" name="Text Box 10">
            <a:extLst>
              <a:ext uri="{FF2B5EF4-FFF2-40B4-BE49-F238E27FC236}">
                <a16:creationId xmlns:a16="http://schemas.microsoft.com/office/drawing/2014/main" id="{490F8370-B7E5-483D-A042-ED53EB70D53E}"/>
              </a:ext>
            </a:extLst>
          </p:cNvPr>
          <p:cNvSpPr txBox="1">
            <a:spLocks noChangeArrowheads="1"/>
          </p:cNvSpPr>
          <p:nvPr/>
        </p:nvSpPr>
        <p:spPr bwMode="auto">
          <a:xfrm>
            <a:off x="379280" y="480716"/>
            <a:ext cx="8352928" cy="1631216"/>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600"/>
              </a:spcBef>
              <a:spcAft>
                <a:spcPts val="600"/>
              </a:spcAft>
            </a:pPr>
            <a:r>
              <a:rPr lang="en-US" sz="2000" b="1" dirty="0"/>
              <a:t>Open-Loop Control Systems</a:t>
            </a:r>
            <a:r>
              <a:rPr lang="en-US" sz="2000" dirty="0"/>
              <a:t> utilize a controller or control actuator to obtain the desired response.</a:t>
            </a:r>
          </a:p>
          <a:p>
            <a:pPr marL="717550" algn="just">
              <a:spcBef>
                <a:spcPts val="600"/>
              </a:spcBef>
              <a:spcAft>
                <a:spcPts val="600"/>
              </a:spcAft>
              <a:buFont typeface="Arial" pitchFamily="34" charset="0"/>
              <a:buChar char="•"/>
            </a:pPr>
            <a:r>
              <a:rPr lang="en-US" sz="2000" dirty="0"/>
              <a:t>	Output has no effect on the control action.</a:t>
            </a:r>
          </a:p>
          <a:p>
            <a:pPr marL="717550" algn="just">
              <a:spcBef>
                <a:spcPts val="600"/>
              </a:spcBef>
              <a:spcAft>
                <a:spcPts val="600"/>
              </a:spcAft>
              <a:buFont typeface="Arial" pitchFamily="34" charset="0"/>
              <a:buChar char="•"/>
            </a:pPr>
            <a:r>
              <a:rPr lang="en-US" sz="2000" dirty="0"/>
              <a:t>  In other words output is neither measured nor fed back.</a:t>
            </a:r>
          </a:p>
        </p:txBody>
      </p:sp>
      <p:grpSp>
        <p:nvGrpSpPr>
          <p:cNvPr id="10" name="Group 9">
            <a:extLst>
              <a:ext uri="{FF2B5EF4-FFF2-40B4-BE49-F238E27FC236}">
                <a16:creationId xmlns:a16="http://schemas.microsoft.com/office/drawing/2014/main" id="{D962EE42-F07E-43AD-993D-0456309C4DB7}"/>
              </a:ext>
            </a:extLst>
          </p:cNvPr>
          <p:cNvGrpSpPr/>
          <p:nvPr/>
        </p:nvGrpSpPr>
        <p:grpSpPr>
          <a:xfrm>
            <a:off x="2274192" y="2206967"/>
            <a:ext cx="5005284" cy="1884090"/>
            <a:chOff x="4895309" y="1124744"/>
            <a:chExt cx="4141187" cy="1452042"/>
          </a:xfrm>
        </p:grpSpPr>
        <p:pic>
          <p:nvPicPr>
            <p:cNvPr id="11" name="Picture 10">
              <a:extLst>
                <a:ext uri="{FF2B5EF4-FFF2-40B4-BE49-F238E27FC236}">
                  <a16:creationId xmlns:a16="http://schemas.microsoft.com/office/drawing/2014/main" id="{FA4DFC29-29AB-4C60-B840-558323FE0627}"/>
                </a:ext>
              </a:extLst>
            </p:cNvPr>
            <p:cNvPicPr>
              <a:picLocks noChangeAspect="1" noChangeArrowheads="1"/>
            </p:cNvPicPr>
            <p:nvPr/>
          </p:nvPicPr>
          <p:blipFill>
            <a:blip r:embed="rId3" cstate="print"/>
            <a:srcRect/>
            <a:stretch>
              <a:fillRect/>
            </a:stretch>
          </p:blipFill>
          <p:spPr bwMode="auto">
            <a:xfrm>
              <a:off x="5150296" y="2060848"/>
              <a:ext cx="3886200" cy="515938"/>
            </a:xfrm>
            <a:prstGeom prst="rect">
              <a:avLst/>
            </a:prstGeom>
            <a:noFill/>
            <a:ln w="9525">
              <a:noFill/>
              <a:miter lim="800000"/>
              <a:headEnd/>
              <a:tailEnd/>
            </a:ln>
            <a:effectLst/>
          </p:spPr>
        </p:pic>
        <p:grpSp>
          <p:nvGrpSpPr>
            <p:cNvPr id="12" name="Group 11">
              <a:extLst>
                <a:ext uri="{FF2B5EF4-FFF2-40B4-BE49-F238E27FC236}">
                  <a16:creationId xmlns:a16="http://schemas.microsoft.com/office/drawing/2014/main" id="{5A9DB2AD-157F-42B4-8BAB-3D658BDF78E7}"/>
                </a:ext>
              </a:extLst>
            </p:cNvPr>
            <p:cNvGrpSpPr/>
            <p:nvPr/>
          </p:nvGrpSpPr>
          <p:grpSpPr>
            <a:xfrm>
              <a:off x="4895309" y="1124744"/>
              <a:ext cx="4136147" cy="864096"/>
              <a:chOff x="4895309" y="1124744"/>
              <a:chExt cx="4136147" cy="864096"/>
            </a:xfrm>
          </p:grpSpPr>
          <p:sp>
            <p:nvSpPr>
              <p:cNvPr id="13" name="Rectangle 12">
                <a:extLst>
                  <a:ext uri="{FF2B5EF4-FFF2-40B4-BE49-F238E27FC236}">
                    <a16:creationId xmlns:a16="http://schemas.microsoft.com/office/drawing/2014/main" id="{E4B14165-ED55-449B-B304-79350E4F0333}"/>
                  </a:ext>
                </a:extLst>
              </p:cNvPr>
              <p:cNvSpPr/>
              <p:nvPr/>
            </p:nvSpPr>
            <p:spPr>
              <a:xfrm>
                <a:off x="5652120" y="1124744"/>
                <a:ext cx="108012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GB" b="1" dirty="0"/>
                  <a:t>Controller</a:t>
                </a:r>
              </a:p>
            </p:txBody>
          </p:sp>
          <p:cxnSp>
            <p:nvCxnSpPr>
              <p:cNvPr id="14" name="Straight Arrow Connector 13">
                <a:extLst>
                  <a:ext uri="{FF2B5EF4-FFF2-40B4-BE49-F238E27FC236}">
                    <a16:creationId xmlns:a16="http://schemas.microsoft.com/office/drawing/2014/main" id="{84318A64-DD21-404D-9134-D71EF391E573}"/>
                  </a:ext>
                </a:extLst>
              </p:cNvPr>
              <p:cNvCxnSpPr/>
              <p:nvPr/>
            </p:nvCxnSpPr>
            <p:spPr>
              <a:xfrm>
                <a:off x="5026052" y="1556792"/>
                <a:ext cx="61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DC4572B-3569-492A-90CD-EF2771CD2A0B}"/>
                  </a:ext>
                </a:extLst>
              </p:cNvPr>
              <p:cNvCxnSpPr/>
              <p:nvPr/>
            </p:nvCxnSpPr>
            <p:spPr>
              <a:xfrm>
                <a:off x="8028384" y="1556792"/>
                <a:ext cx="576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74A777-4356-4C42-887C-63B11FC1B820}"/>
                  </a:ext>
                </a:extLst>
              </p:cNvPr>
              <p:cNvSpPr txBox="1"/>
              <p:nvPr/>
            </p:nvSpPr>
            <p:spPr>
              <a:xfrm>
                <a:off x="8175131" y="1198420"/>
                <a:ext cx="85632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Output</a:t>
                </a:r>
              </a:p>
            </p:txBody>
          </p:sp>
          <p:sp>
            <p:nvSpPr>
              <p:cNvPr id="17" name="TextBox 16">
                <a:extLst>
                  <a:ext uri="{FF2B5EF4-FFF2-40B4-BE49-F238E27FC236}">
                    <a16:creationId xmlns:a16="http://schemas.microsoft.com/office/drawing/2014/main" id="{507616FA-475D-432E-A57E-F7249632B58F}"/>
                  </a:ext>
                </a:extLst>
              </p:cNvPr>
              <p:cNvSpPr txBox="1"/>
              <p:nvPr/>
            </p:nvSpPr>
            <p:spPr>
              <a:xfrm>
                <a:off x="4895309" y="1196752"/>
                <a:ext cx="68480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Input</a:t>
                </a:r>
              </a:p>
            </p:txBody>
          </p:sp>
          <p:sp>
            <p:nvSpPr>
              <p:cNvPr id="18" name="Rectangle 17">
                <a:extLst>
                  <a:ext uri="{FF2B5EF4-FFF2-40B4-BE49-F238E27FC236}">
                    <a16:creationId xmlns:a16="http://schemas.microsoft.com/office/drawing/2014/main" id="{D46E5D43-9480-4ABB-8E4A-73594D1E2330}"/>
                  </a:ext>
                </a:extLst>
              </p:cNvPr>
              <p:cNvSpPr/>
              <p:nvPr/>
            </p:nvSpPr>
            <p:spPr>
              <a:xfrm>
                <a:off x="7092280" y="1124744"/>
                <a:ext cx="1008112"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GB" sz="2000" b="1" dirty="0"/>
                  <a:t>Process</a:t>
                </a:r>
              </a:p>
            </p:txBody>
          </p:sp>
          <p:cxnSp>
            <p:nvCxnSpPr>
              <p:cNvPr id="19" name="Straight Arrow Connector 18">
                <a:extLst>
                  <a:ext uri="{FF2B5EF4-FFF2-40B4-BE49-F238E27FC236}">
                    <a16:creationId xmlns:a16="http://schemas.microsoft.com/office/drawing/2014/main" id="{57A804FE-9FED-4B0A-ABE9-B5C2628A51B5}"/>
                  </a:ext>
                </a:extLst>
              </p:cNvPr>
              <p:cNvCxnSpPr/>
              <p:nvPr/>
            </p:nvCxnSpPr>
            <p:spPr>
              <a:xfrm>
                <a:off x="6718212" y="1556792"/>
                <a:ext cx="360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
        <p:nvSpPr>
          <p:cNvPr id="20" name="Rectangle 19">
            <a:extLst>
              <a:ext uri="{FF2B5EF4-FFF2-40B4-BE49-F238E27FC236}">
                <a16:creationId xmlns:a16="http://schemas.microsoft.com/office/drawing/2014/main" id="{FF1EAAE1-23AC-4B44-A704-BBDE3752274C}"/>
              </a:ext>
            </a:extLst>
          </p:cNvPr>
          <p:cNvSpPr/>
          <p:nvPr/>
        </p:nvSpPr>
        <p:spPr>
          <a:xfrm>
            <a:off x="292100" y="3984183"/>
            <a:ext cx="8640960" cy="255454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65125" indent="-365125" algn="just">
              <a:spcBef>
                <a:spcPts val="1200"/>
              </a:spcBef>
              <a:spcAft>
                <a:spcPts val="1200"/>
              </a:spcAft>
              <a:buFont typeface="Arial" pitchFamily="34" charset="0"/>
              <a:buChar char="•"/>
            </a:pPr>
            <a:r>
              <a:rPr lang="en-US" sz="2000" dirty="0"/>
              <a:t>Since in open loop control systems reference input is not compared with measured output, for each reference input there is fixed operating condition. Therefore, the accuracy of the system depends on calibration.</a:t>
            </a:r>
          </a:p>
          <a:p>
            <a:pPr marL="365125" indent="-365125" algn="just">
              <a:spcBef>
                <a:spcPts val="1200"/>
              </a:spcBef>
              <a:spcAft>
                <a:spcPts val="1200"/>
              </a:spcAft>
              <a:buFont typeface="Arial" pitchFamily="34" charset="0"/>
              <a:buChar char="•"/>
            </a:pPr>
            <a:r>
              <a:rPr lang="en-US" sz="2000" dirty="0"/>
              <a:t>The performance of open loop system is severely affected by the presence of disturbances, or variation in operating/ environmental  conditions.  </a:t>
            </a:r>
          </a:p>
        </p:txBody>
      </p:sp>
    </p:spTree>
    <p:extLst>
      <p:ext uri="{BB962C8B-B14F-4D97-AF65-F5344CB8AC3E}">
        <p14:creationId xmlns:p14="http://schemas.microsoft.com/office/powerpoint/2010/main" val="774377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Fundamentals of Control Systems</a:t>
            </a:r>
            <a:endParaRPr lang="en-GB" sz="2400" b="1" dirty="0">
              <a:cs typeface="Arial"/>
            </a:endParaRPr>
          </a:p>
        </p:txBody>
      </p:sp>
      <p:sp>
        <p:nvSpPr>
          <p:cNvPr id="20" name="Text Box 11">
            <a:extLst>
              <a:ext uri="{FF2B5EF4-FFF2-40B4-BE49-F238E27FC236}">
                <a16:creationId xmlns:a16="http://schemas.microsoft.com/office/drawing/2014/main" id="{F378ADDA-CC20-4AC7-A288-41B9CFE76937}"/>
              </a:ext>
            </a:extLst>
          </p:cNvPr>
          <p:cNvSpPr txBox="1">
            <a:spLocks noChangeArrowheads="1"/>
          </p:cNvSpPr>
          <p:nvPr/>
        </p:nvSpPr>
        <p:spPr bwMode="auto">
          <a:xfrm>
            <a:off x="292100" y="626199"/>
            <a:ext cx="8352928" cy="707886"/>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000" b="1" dirty="0"/>
              <a:t>Closed-Loop Control Systems</a:t>
            </a:r>
            <a:r>
              <a:rPr lang="en-US" sz="2000" dirty="0"/>
              <a:t> utilizes feedback to compare the actual output to the desired output response.</a:t>
            </a:r>
          </a:p>
        </p:txBody>
      </p:sp>
      <p:grpSp>
        <p:nvGrpSpPr>
          <p:cNvPr id="21" name="Group 20">
            <a:extLst>
              <a:ext uri="{FF2B5EF4-FFF2-40B4-BE49-F238E27FC236}">
                <a16:creationId xmlns:a16="http://schemas.microsoft.com/office/drawing/2014/main" id="{47CAA639-CA1C-4C7E-A0E7-9169F5899AF0}"/>
              </a:ext>
            </a:extLst>
          </p:cNvPr>
          <p:cNvGrpSpPr/>
          <p:nvPr/>
        </p:nvGrpSpPr>
        <p:grpSpPr>
          <a:xfrm>
            <a:off x="1746228" y="2384886"/>
            <a:ext cx="5976664" cy="2232250"/>
            <a:chOff x="3635896" y="2924944"/>
            <a:chExt cx="5472608" cy="1944216"/>
          </a:xfrm>
        </p:grpSpPr>
        <p:pic>
          <p:nvPicPr>
            <p:cNvPr id="22" name="Picture 21">
              <a:extLst>
                <a:ext uri="{FF2B5EF4-FFF2-40B4-BE49-F238E27FC236}">
                  <a16:creationId xmlns:a16="http://schemas.microsoft.com/office/drawing/2014/main" id="{29412D33-7C01-4026-95CD-8E07E5EA6F9D}"/>
                </a:ext>
              </a:extLst>
            </p:cNvPr>
            <p:cNvPicPr>
              <a:picLocks noChangeAspect="1" noChangeArrowheads="1"/>
            </p:cNvPicPr>
            <p:nvPr/>
          </p:nvPicPr>
          <p:blipFill>
            <a:blip r:embed="rId3" cstate="print"/>
            <a:srcRect/>
            <a:stretch>
              <a:fillRect/>
            </a:stretch>
          </p:blipFill>
          <p:spPr bwMode="auto">
            <a:xfrm>
              <a:off x="4255472" y="4392910"/>
              <a:ext cx="4648200" cy="476250"/>
            </a:xfrm>
            <a:prstGeom prst="rect">
              <a:avLst/>
            </a:prstGeom>
            <a:noFill/>
            <a:ln w="9525">
              <a:noFill/>
              <a:miter lim="800000"/>
              <a:headEnd/>
              <a:tailEnd/>
            </a:ln>
            <a:effectLst/>
          </p:spPr>
        </p:pic>
        <p:sp>
          <p:nvSpPr>
            <p:cNvPr id="23" name="Rectangle 22">
              <a:extLst>
                <a:ext uri="{FF2B5EF4-FFF2-40B4-BE49-F238E27FC236}">
                  <a16:creationId xmlns:a16="http://schemas.microsoft.com/office/drawing/2014/main" id="{27D80352-B588-4E42-B510-C1789BD776E5}"/>
                </a:ext>
              </a:extLst>
            </p:cNvPr>
            <p:cNvSpPr/>
            <p:nvPr/>
          </p:nvSpPr>
          <p:spPr>
            <a:xfrm>
              <a:off x="5729168" y="2924944"/>
              <a:ext cx="108012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GB" sz="1600" b="1" dirty="0"/>
                <a:t>Controller</a:t>
              </a:r>
            </a:p>
          </p:txBody>
        </p:sp>
        <p:cxnSp>
          <p:nvCxnSpPr>
            <p:cNvPr id="24" name="Straight Arrow Connector 23">
              <a:extLst>
                <a:ext uri="{FF2B5EF4-FFF2-40B4-BE49-F238E27FC236}">
                  <a16:creationId xmlns:a16="http://schemas.microsoft.com/office/drawing/2014/main" id="{4346EDEC-0599-4846-BA1E-A169A816B0B4}"/>
                </a:ext>
              </a:extLst>
            </p:cNvPr>
            <p:cNvCxnSpPr/>
            <p:nvPr/>
          </p:nvCxnSpPr>
          <p:spPr>
            <a:xfrm>
              <a:off x="5439500" y="3356992"/>
              <a:ext cx="288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1B5D331-D395-4B29-931B-FC2A3EC40EB3}"/>
                </a:ext>
              </a:extLst>
            </p:cNvPr>
            <p:cNvCxnSpPr/>
            <p:nvPr/>
          </p:nvCxnSpPr>
          <p:spPr>
            <a:xfrm>
              <a:off x="8105432" y="3356992"/>
              <a:ext cx="576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42">
              <a:extLst>
                <a:ext uri="{FF2B5EF4-FFF2-40B4-BE49-F238E27FC236}">
                  <a16:creationId xmlns:a16="http://schemas.microsoft.com/office/drawing/2014/main" id="{35B9CDDA-12BD-4CC8-9120-D69CDA410DE3}"/>
                </a:ext>
              </a:extLst>
            </p:cNvPr>
            <p:cNvSpPr txBox="1"/>
            <p:nvPr/>
          </p:nvSpPr>
          <p:spPr>
            <a:xfrm>
              <a:off x="8252179" y="2998620"/>
              <a:ext cx="85632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Output</a:t>
              </a:r>
            </a:p>
          </p:txBody>
        </p:sp>
        <p:sp>
          <p:nvSpPr>
            <p:cNvPr id="27" name="TextBox 43">
              <a:extLst>
                <a:ext uri="{FF2B5EF4-FFF2-40B4-BE49-F238E27FC236}">
                  <a16:creationId xmlns:a16="http://schemas.microsoft.com/office/drawing/2014/main" id="{F0D0FCF9-0298-459F-ACB2-60D6509EAD26}"/>
                </a:ext>
              </a:extLst>
            </p:cNvPr>
            <p:cNvSpPr txBox="1"/>
            <p:nvPr/>
          </p:nvSpPr>
          <p:spPr>
            <a:xfrm>
              <a:off x="3635896" y="2987660"/>
              <a:ext cx="68480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Input</a:t>
              </a:r>
            </a:p>
          </p:txBody>
        </p:sp>
        <p:sp>
          <p:nvSpPr>
            <p:cNvPr id="28" name="Rectangle 27">
              <a:extLst>
                <a:ext uri="{FF2B5EF4-FFF2-40B4-BE49-F238E27FC236}">
                  <a16:creationId xmlns:a16="http://schemas.microsoft.com/office/drawing/2014/main" id="{5C8FC74E-4B44-4B10-A581-FC4724EA833F}"/>
                </a:ext>
              </a:extLst>
            </p:cNvPr>
            <p:cNvSpPr/>
            <p:nvPr/>
          </p:nvSpPr>
          <p:spPr>
            <a:xfrm>
              <a:off x="7169328" y="2924944"/>
              <a:ext cx="1008112"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GB" sz="1600" b="1" dirty="0"/>
                <a:t>Process</a:t>
              </a:r>
            </a:p>
          </p:txBody>
        </p:sp>
        <p:cxnSp>
          <p:nvCxnSpPr>
            <p:cNvPr id="29" name="Straight Arrow Connector 28">
              <a:extLst>
                <a:ext uri="{FF2B5EF4-FFF2-40B4-BE49-F238E27FC236}">
                  <a16:creationId xmlns:a16="http://schemas.microsoft.com/office/drawing/2014/main" id="{F3ABCA9A-9668-4CF5-BF9E-1FF68E2B5F08}"/>
                </a:ext>
              </a:extLst>
            </p:cNvPr>
            <p:cNvCxnSpPr/>
            <p:nvPr/>
          </p:nvCxnSpPr>
          <p:spPr>
            <a:xfrm>
              <a:off x="6795260" y="3356992"/>
              <a:ext cx="360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xtBox 46">
              <a:extLst>
                <a:ext uri="{FF2B5EF4-FFF2-40B4-BE49-F238E27FC236}">
                  <a16:creationId xmlns:a16="http://schemas.microsoft.com/office/drawing/2014/main" id="{D735551F-FDF6-49A9-A444-9D3E3B5270CD}"/>
                </a:ext>
              </a:extLst>
            </p:cNvPr>
            <p:cNvSpPr txBox="1"/>
            <p:nvPr/>
          </p:nvSpPr>
          <p:spPr>
            <a:xfrm>
              <a:off x="4272867" y="3189616"/>
              <a:ext cx="1183209" cy="338554"/>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GB" sz="1600" dirty="0"/>
                <a:t>Comparator</a:t>
              </a:r>
            </a:p>
          </p:txBody>
        </p:sp>
        <p:sp>
          <p:nvSpPr>
            <p:cNvPr id="31" name="TextBox 47">
              <a:extLst>
                <a:ext uri="{FF2B5EF4-FFF2-40B4-BE49-F238E27FC236}">
                  <a16:creationId xmlns:a16="http://schemas.microsoft.com/office/drawing/2014/main" id="{65E69897-D15E-4568-88F2-19AD1B8993BD}"/>
                </a:ext>
              </a:extLst>
            </p:cNvPr>
            <p:cNvSpPr txBox="1"/>
            <p:nvPr/>
          </p:nvSpPr>
          <p:spPr>
            <a:xfrm>
              <a:off x="6233224" y="3981704"/>
              <a:ext cx="1566134" cy="369332"/>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GB" dirty="0"/>
                <a:t>Measurement</a:t>
              </a:r>
            </a:p>
          </p:txBody>
        </p:sp>
        <p:cxnSp>
          <p:nvCxnSpPr>
            <p:cNvPr id="32" name="Straight Arrow Connector 31">
              <a:extLst>
                <a:ext uri="{FF2B5EF4-FFF2-40B4-BE49-F238E27FC236}">
                  <a16:creationId xmlns:a16="http://schemas.microsoft.com/office/drawing/2014/main" id="{7F5B8D0D-CB88-4C4E-AC1C-255930183B29}"/>
                </a:ext>
              </a:extLst>
            </p:cNvPr>
            <p:cNvCxnSpPr/>
            <p:nvPr/>
          </p:nvCxnSpPr>
          <p:spPr>
            <a:xfrm flipV="1">
              <a:off x="4864472" y="3528170"/>
              <a:ext cx="600" cy="64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D796A61-1F29-4526-A850-D0F53F0F6681}"/>
                </a:ext>
              </a:extLst>
            </p:cNvPr>
            <p:cNvCxnSpPr/>
            <p:nvPr/>
          </p:nvCxnSpPr>
          <p:spPr>
            <a:xfrm>
              <a:off x="4879140" y="4177216"/>
              <a:ext cx="13681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2A58CDB-0FCB-42E8-AD83-41433202F92B}"/>
                </a:ext>
              </a:extLst>
            </p:cNvPr>
            <p:cNvCxnSpPr/>
            <p:nvPr/>
          </p:nvCxnSpPr>
          <p:spPr>
            <a:xfrm>
              <a:off x="8393464" y="3356992"/>
              <a:ext cx="0" cy="82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6783AC5-D738-4458-AB7B-E3ADA719EB52}"/>
                </a:ext>
              </a:extLst>
            </p:cNvPr>
            <p:cNvCxnSpPr/>
            <p:nvPr/>
          </p:nvCxnSpPr>
          <p:spPr>
            <a:xfrm flipH="1" flipV="1">
              <a:off x="7799358" y="4194506"/>
              <a:ext cx="5941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0C34E1B-47B2-4CDE-985B-A48D850BDA99}"/>
                </a:ext>
              </a:extLst>
            </p:cNvPr>
            <p:cNvCxnSpPr/>
            <p:nvPr/>
          </p:nvCxnSpPr>
          <p:spPr>
            <a:xfrm>
              <a:off x="3923928" y="3356992"/>
              <a:ext cx="360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1006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Fundamentals of Control Systems</a:t>
            </a:r>
            <a:endParaRPr lang="en-GB" sz="2400" b="1" dirty="0">
              <a:cs typeface="Arial"/>
            </a:endParaRPr>
          </a:p>
        </p:txBody>
      </p:sp>
      <p:grpSp>
        <p:nvGrpSpPr>
          <p:cNvPr id="2" name="Group 1">
            <a:extLst>
              <a:ext uri="{FF2B5EF4-FFF2-40B4-BE49-F238E27FC236}">
                <a16:creationId xmlns:a16="http://schemas.microsoft.com/office/drawing/2014/main" id="{6ABA9EEF-826C-4C0B-9088-5B48F43D98AC}"/>
              </a:ext>
            </a:extLst>
          </p:cNvPr>
          <p:cNvGrpSpPr/>
          <p:nvPr/>
        </p:nvGrpSpPr>
        <p:grpSpPr>
          <a:xfrm>
            <a:off x="412273" y="591636"/>
            <a:ext cx="8382000" cy="4319587"/>
            <a:chOff x="412273" y="591636"/>
            <a:chExt cx="8382000" cy="4319587"/>
          </a:xfrm>
        </p:grpSpPr>
        <p:sp>
          <p:nvSpPr>
            <p:cNvPr id="4" name="Rectangle 3">
              <a:extLst>
                <a:ext uri="{FF2B5EF4-FFF2-40B4-BE49-F238E27FC236}">
                  <a16:creationId xmlns:a16="http://schemas.microsoft.com/office/drawing/2014/main" id="{CE041E8E-8147-4929-9D57-B39E27F07F9E}"/>
                </a:ext>
              </a:extLst>
            </p:cNvPr>
            <p:cNvSpPr txBox="1">
              <a:spLocks noChangeArrowheads="1"/>
            </p:cNvSpPr>
            <p:nvPr/>
          </p:nvSpPr>
          <p:spPr>
            <a:xfrm>
              <a:off x="412273" y="591636"/>
              <a:ext cx="8382000" cy="4319587"/>
            </a:xfrm>
            <a:prstGeom prst="rect">
              <a:avLst/>
            </a:prstGeom>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lnSpc>
                  <a:spcPct val="90000"/>
                </a:lnSpc>
                <a:buNone/>
              </a:pPr>
              <a:r>
                <a:rPr lang="en-US" altLang="en-US" b="1" dirty="0">
                  <a:solidFill>
                    <a:srgbClr val="0000FF"/>
                  </a:solidFill>
                </a:rPr>
                <a:t>Temperature control using a room heater</a:t>
              </a:r>
            </a:p>
            <a:p>
              <a:pPr>
                <a:lnSpc>
                  <a:spcPct val="90000"/>
                </a:lnSpc>
                <a:buFont typeface="Wingdings" panose="05000000000000000000" pitchFamily="2" charset="2"/>
                <a:buNone/>
              </a:pPr>
              <a:endParaRPr lang="en-US" altLang="en-US" dirty="0"/>
            </a:p>
            <a:p>
              <a:pPr>
                <a:lnSpc>
                  <a:spcPct val="90000"/>
                </a:lnSpc>
              </a:pPr>
              <a:endParaRPr lang="en-US" altLang="en-US" dirty="0"/>
            </a:p>
          </p:txBody>
        </p:sp>
        <p:pic>
          <p:nvPicPr>
            <p:cNvPr id="6" name="Picture 8">
              <a:extLst>
                <a:ext uri="{FF2B5EF4-FFF2-40B4-BE49-F238E27FC236}">
                  <a16:creationId xmlns:a16="http://schemas.microsoft.com/office/drawing/2014/main" id="{FE29F4B3-D412-449C-9984-51985BDE5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8008"/>
            <a:stretch>
              <a:fillRect/>
            </a:stretch>
          </p:blipFill>
          <p:spPr bwMode="auto">
            <a:xfrm>
              <a:off x="484917" y="1295480"/>
              <a:ext cx="7950200" cy="230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 name="Group 2">
            <a:extLst>
              <a:ext uri="{FF2B5EF4-FFF2-40B4-BE49-F238E27FC236}">
                <a16:creationId xmlns:a16="http://schemas.microsoft.com/office/drawing/2014/main" id="{E14B0777-FE68-416D-88CF-48574008979A}"/>
              </a:ext>
            </a:extLst>
          </p:cNvPr>
          <p:cNvGrpSpPr/>
          <p:nvPr/>
        </p:nvGrpSpPr>
        <p:grpSpPr>
          <a:xfrm>
            <a:off x="484917" y="3401522"/>
            <a:ext cx="8382000" cy="4319587"/>
            <a:chOff x="484917" y="3401522"/>
            <a:chExt cx="8382000" cy="4319587"/>
          </a:xfrm>
        </p:grpSpPr>
        <p:sp>
          <p:nvSpPr>
            <p:cNvPr id="7" name="Rectangle 3">
              <a:extLst>
                <a:ext uri="{FF2B5EF4-FFF2-40B4-BE49-F238E27FC236}">
                  <a16:creationId xmlns:a16="http://schemas.microsoft.com/office/drawing/2014/main" id="{E720C3ED-7E5A-4E3F-8C3C-CAA74DC69F77}"/>
                </a:ext>
              </a:extLst>
            </p:cNvPr>
            <p:cNvSpPr txBox="1">
              <a:spLocks noChangeArrowheads="1"/>
            </p:cNvSpPr>
            <p:nvPr/>
          </p:nvSpPr>
          <p:spPr>
            <a:xfrm>
              <a:off x="484917" y="3401522"/>
              <a:ext cx="8382000" cy="4319587"/>
            </a:xfrm>
            <a:prstGeom prst="rect">
              <a:avLst/>
            </a:prstGeom>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None/>
              </a:pPr>
              <a:r>
                <a:rPr lang="en-US" altLang="en-US" b="1" dirty="0">
                  <a:solidFill>
                    <a:srgbClr val="0000FF"/>
                  </a:solidFill>
                </a:rPr>
                <a:t>Cruise control in a car</a:t>
              </a:r>
              <a:endParaRPr lang="en-GB" altLang="en-US" b="1" dirty="0">
                <a:solidFill>
                  <a:srgbClr val="0000FF"/>
                </a:solidFill>
              </a:endParaRPr>
            </a:p>
          </p:txBody>
        </p:sp>
        <p:pic>
          <p:nvPicPr>
            <p:cNvPr id="9" name="Picture 4" descr="C07NF02">
              <a:extLst>
                <a:ext uri="{FF2B5EF4-FFF2-40B4-BE49-F238E27FC236}">
                  <a16:creationId xmlns:a16="http://schemas.microsoft.com/office/drawing/2014/main" id="{A6112E8C-7C21-420D-9F3D-A692D9F3F6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4513" b="53484"/>
            <a:stretch>
              <a:fillRect/>
            </a:stretch>
          </p:blipFill>
          <p:spPr bwMode="auto">
            <a:xfrm>
              <a:off x="607155" y="4189203"/>
              <a:ext cx="7947025"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75089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Fundamentals of Control Systems</a:t>
            </a:r>
            <a:endParaRPr lang="en-GB" sz="2400" b="1" dirty="0">
              <a:cs typeface="Arial"/>
            </a:endParaRPr>
          </a:p>
        </p:txBody>
      </p:sp>
      <p:grpSp>
        <p:nvGrpSpPr>
          <p:cNvPr id="11" name="Group 10">
            <a:extLst>
              <a:ext uri="{FF2B5EF4-FFF2-40B4-BE49-F238E27FC236}">
                <a16:creationId xmlns:a16="http://schemas.microsoft.com/office/drawing/2014/main" id="{0AB39CE0-2CD9-4CF4-A8B2-AF8AA7AA46E7}"/>
              </a:ext>
            </a:extLst>
          </p:cNvPr>
          <p:cNvGrpSpPr/>
          <p:nvPr/>
        </p:nvGrpSpPr>
        <p:grpSpPr>
          <a:xfrm>
            <a:off x="455237" y="500391"/>
            <a:ext cx="8382000" cy="4319587"/>
            <a:chOff x="381000" y="2421421"/>
            <a:chExt cx="8382000" cy="4319587"/>
          </a:xfrm>
        </p:grpSpPr>
        <p:sp>
          <p:nvSpPr>
            <p:cNvPr id="12" name="Rectangle 3">
              <a:extLst>
                <a:ext uri="{FF2B5EF4-FFF2-40B4-BE49-F238E27FC236}">
                  <a16:creationId xmlns:a16="http://schemas.microsoft.com/office/drawing/2014/main" id="{6E471936-2B16-4539-9D01-1C394BE3120B}"/>
                </a:ext>
              </a:extLst>
            </p:cNvPr>
            <p:cNvSpPr txBox="1">
              <a:spLocks noChangeArrowheads="1"/>
            </p:cNvSpPr>
            <p:nvPr/>
          </p:nvSpPr>
          <p:spPr>
            <a:xfrm>
              <a:off x="381000" y="2421421"/>
              <a:ext cx="8382000" cy="4319587"/>
            </a:xfrm>
            <a:prstGeom prst="rect">
              <a:avLst/>
            </a:prstGeom>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None/>
              </a:pPr>
              <a:r>
                <a:rPr lang="en-US" altLang="en-US" b="1" dirty="0">
                  <a:solidFill>
                    <a:srgbClr val="0000FF"/>
                  </a:solidFill>
                </a:rPr>
                <a:t>Position control in a human limb</a:t>
              </a:r>
              <a:endParaRPr lang="en-GB" altLang="en-US" b="1" dirty="0">
                <a:solidFill>
                  <a:srgbClr val="0000FF"/>
                </a:solidFill>
              </a:endParaRPr>
            </a:p>
          </p:txBody>
        </p:sp>
        <p:grpSp>
          <p:nvGrpSpPr>
            <p:cNvPr id="13" name="Group 6">
              <a:extLst>
                <a:ext uri="{FF2B5EF4-FFF2-40B4-BE49-F238E27FC236}">
                  <a16:creationId xmlns:a16="http://schemas.microsoft.com/office/drawing/2014/main" id="{EA46512C-E183-4AFB-8663-5E0B082DFA22}"/>
                </a:ext>
              </a:extLst>
            </p:cNvPr>
            <p:cNvGrpSpPr>
              <a:grpSpLocks/>
            </p:cNvGrpSpPr>
            <p:nvPr/>
          </p:nvGrpSpPr>
          <p:grpSpPr bwMode="auto">
            <a:xfrm>
              <a:off x="503239" y="3176588"/>
              <a:ext cx="7947025" cy="2484437"/>
              <a:chOff x="317" y="2001"/>
              <a:chExt cx="5006" cy="1565"/>
            </a:xfrm>
          </p:grpSpPr>
          <p:pic>
            <p:nvPicPr>
              <p:cNvPr id="14" name="Picture 4" descr="C07NF02">
                <a:extLst>
                  <a:ext uri="{FF2B5EF4-FFF2-40B4-BE49-F238E27FC236}">
                    <a16:creationId xmlns:a16="http://schemas.microsoft.com/office/drawing/2014/main" id="{9CDC75F7-32B3-47BB-99E3-D0BC08DE8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9026" b="28970"/>
              <a:stretch>
                <a:fillRect/>
              </a:stretch>
            </p:blipFill>
            <p:spPr bwMode="auto">
              <a:xfrm>
                <a:off x="317" y="2001"/>
                <a:ext cx="5006" cy="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5">
                <a:extLst>
                  <a:ext uri="{FF2B5EF4-FFF2-40B4-BE49-F238E27FC236}">
                    <a16:creationId xmlns:a16="http://schemas.microsoft.com/office/drawing/2014/main" id="{B0BA4D61-4388-4182-B1ED-12CD1AC405FE}"/>
                  </a:ext>
                </a:extLst>
              </p:cNvPr>
              <p:cNvSpPr>
                <a:spLocks noChangeArrowheads="1"/>
              </p:cNvSpPr>
              <p:nvPr/>
            </p:nvSpPr>
            <p:spPr bwMode="auto">
              <a:xfrm>
                <a:off x="317" y="3226"/>
                <a:ext cx="1338" cy="3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grpSp>
      </p:grpSp>
      <p:grpSp>
        <p:nvGrpSpPr>
          <p:cNvPr id="16" name="Group 15">
            <a:extLst>
              <a:ext uri="{FF2B5EF4-FFF2-40B4-BE49-F238E27FC236}">
                <a16:creationId xmlns:a16="http://schemas.microsoft.com/office/drawing/2014/main" id="{B6849DFE-6D36-4DBD-A17F-7A80BFFA79A1}"/>
              </a:ext>
            </a:extLst>
          </p:cNvPr>
          <p:cNvGrpSpPr/>
          <p:nvPr/>
        </p:nvGrpSpPr>
        <p:grpSpPr>
          <a:xfrm>
            <a:off x="503238" y="3351851"/>
            <a:ext cx="8438915" cy="4319587"/>
            <a:chOff x="503238" y="2573994"/>
            <a:chExt cx="8438915" cy="4319587"/>
          </a:xfrm>
        </p:grpSpPr>
        <p:grpSp>
          <p:nvGrpSpPr>
            <p:cNvPr id="17" name="Group 6">
              <a:extLst>
                <a:ext uri="{FF2B5EF4-FFF2-40B4-BE49-F238E27FC236}">
                  <a16:creationId xmlns:a16="http://schemas.microsoft.com/office/drawing/2014/main" id="{AAE1C290-8B0A-4EB4-A240-5BFD5E624BED}"/>
                </a:ext>
              </a:extLst>
            </p:cNvPr>
            <p:cNvGrpSpPr>
              <a:grpSpLocks/>
            </p:cNvGrpSpPr>
            <p:nvPr/>
          </p:nvGrpSpPr>
          <p:grpSpPr bwMode="auto">
            <a:xfrm>
              <a:off x="503238" y="3176588"/>
              <a:ext cx="7947025" cy="2484437"/>
              <a:chOff x="317" y="2001"/>
              <a:chExt cx="5006" cy="1565"/>
            </a:xfrm>
          </p:grpSpPr>
          <p:pic>
            <p:nvPicPr>
              <p:cNvPr id="23" name="Picture 4" descr="C07NF02">
                <a:extLst>
                  <a:ext uri="{FF2B5EF4-FFF2-40B4-BE49-F238E27FC236}">
                    <a16:creationId xmlns:a16="http://schemas.microsoft.com/office/drawing/2014/main" id="{B92CC5B5-60AC-4272-984D-F7AB5ADCA1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9026" b="28970"/>
              <a:stretch>
                <a:fillRect/>
              </a:stretch>
            </p:blipFill>
            <p:spPr bwMode="auto">
              <a:xfrm>
                <a:off x="317" y="2001"/>
                <a:ext cx="5006" cy="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5">
                <a:extLst>
                  <a:ext uri="{FF2B5EF4-FFF2-40B4-BE49-F238E27FC236}">
                    <a16:creationId xmlns:a16="http://schemas.microsoft.com/office/drawing/2014/main" id="{08567E4B-C643-4ABA-83E0-73EC5519CCA6}"/>
                  </a:ext>
                </a:extLst>
              </p:cNvPr>
              <p:cNvSpPr>
                <a:spLocks noChangeArrowheads="1"/>
              </p:cNvSpPr>
              <p:nvPr/>
            </p:nvSpPr>
            <p:spPr bwMode="auto">
              <a:xfrm>
                <a:off x="317" y="3226"/>
                <a:ext cx="1338" cy="3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grpSp>
        <p:grpSp>
          <p:nvGrpSpPr>
            <p:cNvPr id="18" name="Group 17">
              <a:extLst>
                <a:ext uri="{FF2B5EF4-FFF2-40B4-BE49-F238E27FC236}">
                  <a16:creationId xmlns:a16="http://schemas.microsoft.com/office/drawing/2014/main" id="{6C510F30-F43A-4819-90CA-9B699AAF1936}"/>
                </a:ext>
              </a:extLst>
            </p:cNvPr>
            <p:cNvGrpSpPr/>
            <p:nvPr/>
          </p:nvGrpSpPr>
          <p:grpSpPr>
            <a:xfrm>
              <a:off x="560153" y="2573994"/>
              <a:ext cx="8382000" cy="4319587"/>
              <a:chOff x="560153" y="2573994"/>
              <a:chExt cx="8382000" cy="4319587"/>
            </a:xfrm>
          </p:grpSpPr>
          <p:grpSp>
            <p:nvGrpSpPr>
              <p:cNvPr id="19" name="Group 18">
                <a:extLst>
                  <a:ext uri="{FF2B5EF4-FFF2-40B4-BE49-F238E27FC236}">
                    <a16:creationId xmlns:a16="http://schemas.microsoft.com/office/drawing/2014/main" id="{5C3E931B-92F6-4C44-9955-EF75F79C4682}"/>
                  </a:ext>
                </a:extLst>
              </p:cNvPr>
              <p:cNvGrpSpPr>
                <a:grpSpLocks/>
              </p:cNvGrpSpPr>
              <p:nvPr/>
            </p:nvGrpSpPr>
            <p:grpSpPr bwMode="auto">
              <a:xfrm>
                <a:off x="849841" y="3071109"/>
                <a:ext cx="7947025" cy="3062288"/>
                <a:chOff x="317" y="1570"/>
                <a:chExt cx="5006" cy="1929"/>
              </a:xfrm>
            </p:grpSpPr>
            <p:pic>
              <p:nvPicPr>
                <p:cNvPr id="21" name="Picture 5" descr="C07NF02">
                  <a:extLst>
                    <a:ext uri="{FF2B5EF4-FFF2-40B4-BE49-F238E27FC236}">
                      <a16:creationId xmlns:a16="http://schemas.microsoft.com/office/drawing/2014/main" id="{090319C8-8E30-4CF0-AD68-7F35215866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9083" b="3343"/>
                <a:stretch>
                  <a:fillRect/>
                </a:stretch>
              </p:blipFill>
              <p:spPr bwMode="auto">
                <a:xfrm>
                  <a:off x="317" y="1673"/>
                  <a:ext cx="5006" cy="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7">
                  <a:extLst>
                    <a:ext uri="{FF2B5EF4-FFF2-40B4-BE49-F238E27FC236}">
                      <a16:creationId xmlns:a16="http://schemas.microsoft.com/office/drawing/2014/main" id="{D018EE17-A6D8-4A23-B793-7C49E1E0F49B}"/>
                    </a:ext>
                  </a:extLst>
                </p:cNvPr>
                <p:cNvSpPr>
                  <a:spLocks noChangeArrowheads="1"/>
                </p:cNvSpPr>
                <p:nvPr/>
              </p:nvSpPr>
              <p:spPr bwMode="auto">
                <a:xfrm>
                  <a:off x="2676" y="1570"/>
                  <a:ext cx="1769" cy="47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grpSp>
          <p:sp>
            <p:nvSpPr>
              <p:cNvPr id="20" name="Rectangle 3">
                <a:extLst>
                  <a:ext uri="{FF2B5EF4-FFF2-40B4-BE49-F238E27FC236}">
                    <a16:creationId xmlns:a16="http://schemas.microsoft.com/office/drawing/2014/main" id="{B65DCE8E-8491-4F17-9919-9F0FC8FC8EFB}"/>
                  </a:ext>
                </a:extLst>
              </p:cNvPr>
              <p:cNvSpPr txBox="1">
                <a:spLocks noChangeArrowheads="1"/>
              </p:cNvSpPr>
              <p:nvPr/>
            </p:nvSpPr>
            <p:spPr>
              <a:xfrm>
                <a:off x="560153" y="2573994"/>
                <a:ext cx="8382000" cy="4319587"/>
              </a:xfrm>
              <a:prstGeom prst="rect">
                <a:avLst/>
              </a:prstGeom>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None/>
                </a:pPr>
                <a:r>
                  <a:rPr lang="en-US" altLang="en-US" b="1" dirty="0">
                    <a:solidFill>
                      <a:srgbClr val="0000FF"/>
                    </a:solidFill>
                  </a:rPr>
                  <a:t>Level control in a dam</a:t>
                </a:r>
                <a:endParaRPr lang="en-GB" altLang="en-US" b="1" dirty="0">
                  <a:solidFill>
                    <a:srgbClr val="0000FF"/>
                  </a:solidFill>
                </a:endParaRPr>
              </a:p>
            </p:txBody>
          </p:sp>
        </p:grpSp>
      </p:grpSp>
    </p:spTree>
    <p:extLst>
      <p:ext uri="{BB962C8B-B14F-4D97-AF65-F5344CB8AC3E}">
        <p14:creationId xmlns:p14="http://schemas.microsoft.com/office/powerpoint/2010/main" val="264154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Feedback Systems</a:t>
            </a:r>
            <a:endParaRPr lang="en-GB" sz="2400" b="1" dirty="0">
              <a:cs typeface="Arial"/>
            </a:endParaRPr>
          </a:p>
        </p:txBody>
      </p:sp>
      <p:sp>
        <p:nvSpPr>
          <p:cNvPr id="8" name="object 4"/>
          <p:cNvSpPr txBox="1"/>
          <p:nvPr/>
        </p:nvSpPr>
        <p:spPr>
          <a:xfrm>
            <a:off x="560153" y="932519"/>
            <a:ext cx="8236713" cy="320601"/>
          </a:xfrm>
          <a:prstGeom prst="rect">
            <a:avLst/>
          </a:prstGeom>
        </p:spPr>
        <p:txBody>
          <a:bodyPr vert="horz" wrap="square" lIns="0" tIns="12700" rIns="0" bIns="0" rtlCol="0">
            <a:spAutoFit/>
          </a:bodyPr>
          <a:lstStyle/>
          <a:p>
            <a:pPr>
              <a:lnSpc>
                <a:spcPct val="100000"/>
              </a:lnSpc>
              <a:spcBef>
                <a:spcPts val="35"/>
              </a:spcBef>
            </a:pPr>
            <a:endParaRPr sz="2000" dirty="0">
              <a:latin typeface="+mn-lt"/>
              <a:cs typeface="Times New Roman"/>
            </a:endParaRPr>
          </a:p>
        </p:txBody>
      </p:sp>
      <p:grpSp>
        <p:nvGrpSpPr>
          <p:cNvPr id="2" name="Group 1">
            <a:extLst>
              <a:ext uri="{FF2B5EF4-FFF2-40B4-BE49-F238E27FC236}">
                <a16:creationId xmlns:a16="http://schemas.microsoft.com/office/drawing/2014/main" id="{D36067B1-4672-4715-9E5B-89CA802C2D09}"/>
              </a:ext>
            </a:extLst>
          </p:cNvPr>
          <p:cNvGrpSpPr/>
          <p:nvPr/>
        </p:nvGrpSpPr>
        <p:grpSpPr>
          <a:xfrm>
            <a:off x="414866" y="1255431"/>
            <a:ext cx="8382000" cy="4319587"/>
            <a:chOff x="414866" y="1255431"/>
            <a:chExt cx="8382000" cy="4319587"/>
          </a:xfrm>
        </p:grpSpPr>
        <p:sp>
          <p:nvSpPr>
            <p:cNvPr id="4" name="Rectangle 3">
              <a:extLst>
                <a:ext uri="{FF2B5EF4-FFF2-40B4-BE49-F238E27FC236}">
                  <a16:creationId xmlns:a16="http://schemas.microsoft.com/office/drawing/2014/main" id="{480AEC6D-6FFE-464A-93DF-53A1D356C84F}"/>
                </a:ext>
              </a:extLst>
            </p:cNvPr>
            <p:cNvSpPr txBox="1">
              <a:spLocks noChangeArrowheads="1"/>
            </p:cNvSpPr>
            <p:nvPr/>
          </p:nvSpPr>
          <p:spPr>
            <a:xfrm>
              <a:off x="414866" y="1255431"/>
              <a:ext cx="8382000" cy="4319587"/>
            </a:xfrm>
            <a:prstGeom prst="rect">
              <a:avLst/>
            </a:prstGeom>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90000"/>
                </a:lnSpc>
              </a:pPr>
              <a:r>
                <a:rPr lang="en-US" altLang="en-US" dirty="0"/>
                <a:t>A generalised feedback system</a:t>
              </a:r>
            </a:p>
          </p:txBody>
        </p:sp>
        <p:pic>
          <p:nvPicPr>
            <p:cNvPr id="5" name="Picture 7" descr="C07NF03">
              <a:extLst>
                <a:ext uri="{FF2B5EF4-FFF2-40B4-BE49-F238E27FC236}">
                  <a16:creationId xmlns:a16="http://schemas.microsoft.com/office/drawing/2014/main" id="{5EF96516-2A77-464D-A95D-0CDA45575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104" y="2298418"/>
              <a:ext cx="8058150" cy="318135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5620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Feedback Systems</a:t>
            </a:r>
            <a:endParaRPr lang="en-GB" sz="2400" b="1" dirty="0">
              <a:cs typeface="Arial"/>
            </a:endParaRPr>
          </a:p>
        </p:txBody>
      </p:sp>
      <p:sp>
        <p:nvSpPr>
          <p:cNvPr id="8" name="object 4"/>
          <p:cNvSpPr txBox="1"/>
          <p:nvPr/>
        </p:nvSpPr>
        <p:spPr>
          <a:xfrm>
            <a:off x="560153" y="932519"/>
            <a:ext cx="8236713" cy="320601"/>
          </a:xfrm>
          <a:prstGeom prst="rect">
            <a:avLst/>
          </a:prstGeom>
        </p:spPr>
        <p:txBody>
          <a:bodyPr vert="horz" wrap="square" lIns="0" tIns="12700" rIns="0" bIns="0" rtlCol="0">
            <a:spAutoFit/>
          </a:bodyPr>
          <a:lstStyle/>
          <a:p>
            <a:pPr>
              <a:lnSpc>
                <a:spcPct val="100000"/>
              </a:lnSpc>
              <a:spcBef>
                <a:spcPts val="35"/>
              </a:spcBef>
            </a:pPr>
            <a:endParaRPr sz="2000" dirty="0">
              <a:latin typeface="+mn-lt"/>
              <a:cs typeface="Times New Roman"/>
            </a:endParaRPr>
          </a:p>
        </p:txBody>
      </p:sp>
      <p:grpSp>
        <p:nvGrpSpPr>
          <p:cNvPr id="3" name="Group 2">
            <a:extLst>
              <a:ext uri="{FF2B5EF4-FFF2-40B4-BE49-F238E27FC236}">
                <a16:creationId xmlns:a16="http://schemas.microsoft.com/office/drawing/2014/main" id="{ECF09F58-E763-4A94-9AE3-7364046B01CF}"/>
              </a:ext>
            </a:extLst>
          </p:cNvPr>
          <p:cNvGrpSpPr/>
          <p:nvPr/>
        </p:nvGrpSpPr>
        <p:grpSpPr>
          <a:xfrm>
            <a:off x="485172" y="1090331"/>
            <a:ext cx="8382000" cy="4319587"/>
            <a:chOff x="485172" y="1090331"/>
            <a:chExt cx="8382000" cy="4319587"/>
          </a:xfrm>
        </p:grpSpPr>
        <p:sp>
          <p:nvSpPr>
            <p:cNvPr id="9" name="Rectangle 3">
              <a:extLst>
                <a:ext uri="{FF2B5EF4-FFF2-40B4-BE49-F238E27FC236}">
                  <a16:creationId xmlns:a16="http://schemas.microsoft.com/office/drawing/2014/main" id="{09A7114E-919F-4D04-A6D8-5BD345CBED03}"/>
                </a:ext>
              </a:extLst>
            </p:cNvPr>
            <p:cNvSpPr txBox="1">
              <a:spLocks noChangeArrowheads="1"/>
            </p:cNvSpPr>
            <p:nvPr/>
          </p:nvSpPr>
          <p:spPr>
            <a:xfrm>
              <a:off x="485172" y="1090331"/>
              <a:ext cx="8382000" cy="4319587"/>
            </a:xfrm>
            <a:prstGeom prst="rect">
              <a:avLst/>
            </a:prstGeom>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2400" dirty="0"/>
                <a:t>Adding Values to the Feedback System</a:t>
              </a:r>
            </a:p>
            <a:p>
              <a:endParaRPr lang="en-GB" altLang="en-US" sz="2400" dirty="0"/>
            </a:p>
            <a:p>
              <a:endParaRPr lang="en-GB" altLang="en-US" sz="2400" dirty="0"/>
            </a:p>
            <a:p>
              <a:endParaRPr lang="en-GB" altLang="en-US" dirty="0"/>
            </a:p>
            <a:p>
              <a:endParaRPr lang="en-GB" altLang="en-US" dirty="0"/>
            </a:p>
            <a:p>
              <a:endParaRPr lang="en-GB" altLang="en-US" dirty="0"/>
            </a:p>
            <a:p>
              <a:endParaRPr lang="en-GB" altLang="en-US" dirty="0"/>
            </a:p>
            <a:p>
              <a:endParaRPr lang="en-GB" altLang="en-US" dirty="0"/>
            </a:p>
            <a:p>
              <a:pPr algn="ctr">
                <a:lnSpc>
                  <a:spcPct val="50000"/>
                </a:lnSpc>
                <a:buFont typeface="Wingdings" panose="05000000000000000000" pitchFamily="2" charset="2"/>
                <a:buNone/>
              </a:pPr>
              <a:endParaRPr lang="en-GB" altLang="en-US" sz="2200" dirty="0"/>
            </a:p>
          </p:txBody>
        </p:sp>
        <p:pic>
          <p:nvPicPr>
            <p:cNvPr id="10" name="Picture 4" descr="C07NF04">
              <a:extLst>
                <a:ext uri="{FF2B5EF4-FFF2-40B4-BE49-F238E27FC236}">
                  <a16:creationId xmlns:a16="http://schemas.microsoft.com/office/drawing/2014/main" id="{2AE20863-C255-4F6F-B0A9-F27D14625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922" y="2079705"/>
              <a:ext cx="8058150" cy="3133725"/>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11" name="Object 5">
            <a:extLst>
              <a:ext uri="{FF2B5EF4-FFF2-40B4-BE49-F238E27FC236}">
                <a16:creationId xmlns:a16="http://schemas.microsoft.com/office/drawing/2014/main" id="{BD1013B0-AF5C-4219-BECA-7DB55B2F3F8F}"/>
              </a:ext>
            </a:extLst>
          </p:cNvPr>
          <p:cNvGraphicFramePr>
            <a:graphicFrameLocks noChangeAspect="1"/>
          </p:cNvGraphicFramePr>
          <p:nvPr/>
        </p:nvGraphicFramePr>
        <p:xfrm>
          <a:off x="1403350" y="5373688"/>
          <a:ext cx="1612900" cy="579437"/>
        </p:xfrm>
        <a:graphic>
          <a:graphicData uri="http://schemas.openxmlformats.org/presentationml/2006/ole">
            <mc:AlternateContent xmlns:mc="http://schemas.openxmlformats.org/markup-compatibility/2006">
              <mc:Choice xmlns:v="urn:schemas-microsoft-com:vml" Requires="v">
                <p:oleObj name="Equation" r:id="rId4" imgW="2006280" imgH="723600" progId="Equation.3">
                  <p:embed/>
                </p:oleObj>
              </mc:Choice>
              <mc:Fallback>
                <p:oleObj name="Equation" r:id="rId4" imgW="2006280" imgH="723600" progId="Equation.3">
                  <p:embed/>
                  <p:pic>
                    <p:nvPicPr>
                      <p:cNvPr id="324613" name="Object 5">
                        <a:extLst>
                          <a:ext uri="{FF2B5EF4-FFF2-40B4-BE49-F238E27FC236}">
                            <a16:creationId xmlns:a16="http://schemas.microsoft.com/office/drawing/2014/main" id="{2262DA65-402F-4E19-A84B-9BC184A01A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5373688"/>
                        <a:ext cx="1612900" cy="579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7">
            <a:extLst>
              <a:ext uri="{FF2B5EF4-FFF2-40B4-BE49-F238E27FC236}">
                <a16:creationId xmlns:a16="http://schemas.microsoft.com/office/drawing/2014/main" id="{00AA63A0-286F-4369-8FB7-D0B20C8F7B98}"/>
              </a:ext>
            </a:extLst>
          </p:cNvPr>
          <p:cNvGraphicFramePr>
            <a:graphicFrameLocks noChangeAspect="1"/>
          </p:cNvGraphicFramePr>
          <p:nvPr/>
        </p:nvGraphicFramePr>
        <p:xfrm>
          <a:off x="6372225" y="5337175"/>
          <a:ext cx="1331913" cy="641350"/>
        </p:xfrm>
        <a:graphic>
          <a:graphicData uri="http://schemas.openxmlformats.org/presentationml/2006/ole">
            <mc:AlternateContent xmlns:mc="http://schemas.openxmlformats.org/markup-compatibility/2006">
              <mc:Choice xmlns:v="urn:schemas-microsoft-com:vml" Requires="v">
                <p:oleObj name="Equation" r:id="rId6" imgW="1650960" imgH="799920" progId="Equation.3">
                  <p:embed/>
                </p:oleObj>
              </mc:Choice>
              <mc:Fallback>
                <p:oleObj name="Equation" r:id="rId6" imgW="1650960" imgH="799920" progId="Equation.3">
                  <p:embed/>
                  <p:pic>
                    <p:nvPicPr>
                      <p:cNvPr id="324615" name="Object 7">
                        <a:extLst>
                          <a:ext uri="{FF2B5EF4-FFF2-40B4-BE49-F238E27FC236}">
                            <a16:creationId xmlns:a16="http://schemas.microsoft.com/office/drawing/2014/main" id="{68A6069F-8238-4823-8C84-982D553235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2225" y="5337175"/>
                        <a:ext cx="1331913"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4225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Feedback Systems</a:t>
            </a:r>
            <a:endParaRPr lang="en-GB" sz="2400" b="1" dirty="0">
              <a:cs typeface="Arial"/>
            </a:endParaRPr>
          </a:p>
        </p:txBody>
      </p:sp>
      <p:sp>
        <p:nvSpPr>
          <p:cNvPr id="8" name="object 4"/>
          <p:cNvSpPr txBox="1"/>
          <p:nvPr/>
        </p:nvSpPr>
        <p:spPr>
          <a:xfrm>
            <a:off x="560153" y="932519"/>
            <a:ext cx="8236713" cy="320601"/>
          </a:xfrm>
          <a:prstGeom prst="rect">
            <a:avLst/>
          </a:prstGeom>
        </p:spPr>
        <p:txBody>
          <a:bodyPr vert="horz" wrap="square" lIns="0" tIns="12700" rIns="0" bIns="0" rtlCol="0">
            <a:spAutoFit/>
          </a:bodyPr>
          <a:lstStyle/>
          <a:p>
            <a:pPr>
              <a:lnSpc>
                <a:spcPct val="100000"/>
              </a:lnSpc>
              <a:spcBef>
                <a:spcPts val="35"/>
              </a:spcBef>
            </a:pPr>
            <a:endParaRPr sz="2000" dirty="0">
              <a:latin typeface="+mn-lt"/>
              <a:cs typeface="Times New Roman"/>
            </a:endParaRPr>
          </a:p>
        </p:txBody>
      </p:sp>
      <p:grpSp>
        <p:nvGrpSpPr>
          <p:cNvPr id="2" name="Group 1">
            <a:extLst>
              <a:ext uri="{FF2B5EF4-FFF2-40B4-BE49-F238E27FC236}">
                <a16:creationId xmlns:a16="http://schemas.microsoft.com/office/drawing/2014/main" id="{0B183AC6-2862-4AB0-8072-4455155D3347}"/>
              </a:ext>
            </a:extLst>
          </p:cNvPr>
          <p:cNvGrpSpPr/>
          <p:nvPr/>
        </p:nvGrpSpPr>
        <p:grpSpPr>
          <a:xfrm>
            <a:off x="560153" y="932519"/>
            <a:ext cx="8382000" cy="4319587"/>
            <a:chOff x="560153" y="932519"/>
            <a:chExt cx="8382000" cy="4319587"/>
          </a:xfrm>
        </p:grpSpPr>
        <p:sp>
          <p:nvSpPr>
            <p:cNvPr id="7" name="Rectangle 3">
              <a:extLst>
                <a:ext uri="{FF2B5EF4-FFF2-40B4-BE49-F238E27FC236}">
                  <a16:creationId xmlns:a16="http://schemas.microsoft.com/office/drawing/2014/main" id="{967D7997-832A-448F-906B-D89CE8DD8661}"/>
                </a:ext>
              </a:extLst>
            </p:cNvPr>
            <p:cNvSpPr txBox="1">
              <a:spLocks noChangeArrowheads="1"/>
            </p:cNvSpPr>
            <p:nvPr/>
          </p:nvSpPr>
          <p:spPr>
            <a:xfrm>
              <a:off x="560153" y="932519"/>
              <a:ext cx="8382000" cy="4319587"/>
            </a:xfrm>
            <a:prstGeom prst="rect">
              <a:avLst/>
            </a:prstGeom>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2000" dirty="0"/>
                <a:t>Thus</a:t>
              </a:r>
            </a:p>
            <a:p>
              <a:endParaRPr lang="en-GB" altLang="en-US" sz="2000" dirty="0"/>
            </a:p>
            <a:p>
              <a:endParaRPr lang="en-GB" altLang="en-US" sz="2000" dirty="0"/>
            </a:p>
            <a:p>
              <a:endParaRPr lang="en-GB" altLang="en-US" sz="2000" dirty="0"/>
            </a:p>
            <a:p>
              <a:endParaRPr lang="en-GB" altLang="en-US" sz="2000" dirty="0"/>
            </a:p>
            <a:p>
              <a:r>
                <a:rPr lang="en-GB" altLang="en-US" sz="2000" dirty="0"/>
                <a:t>This the </a:t>
              </a:r>
              <a:r>
                <a:rPr lang="en-GB" altLang="en-US" sz="2000" b="1" dirty="0">
                  <a:solidFill>
                    <a:srgbClr val="0000FF"/>
                  </a:solidFill>
                </a:rPr>
                <a:t>transfer function</a:t>
              </a:r>
              <a:r>
                <a:rPr lang="en-GB" altLang="en-US" sz="2000" dirty="0"/>
                <a:t> of the arrangement</a:t>
              </a:r>
            </a:p>
            <a:p>
              <a:endParaRPr lang="en-GB" altLang="en-US" sz="2000" dirty="0"/>
            </a:p>
            <a:p>
              <a:r>
                <a:rPr lang="en-GB" altLang="en-US" sz="2000" dirty="0"/>
                <a:t>Terminology:</a:t>
              </a:r>
            </a:p>
            <a:p>
              <a:pPr lvl="2"/>
              <a:r>
                <a:rPr lang="en-GB" altLang="en-US" sz="2000" i="1" dirty="0"/>
                <a:t>A</a:t>
              </a:r>
              <a:r>
                <a:rPr lang="en-GB" altLang="en-US" sz="2000" dirty="0"/>
                <a:t> is also known as the </a:t>
              </a:r>
              <a:r>
                <a:rPr lang="en-GB" altLang="en-US" sz="2000" b="1" dirty="0">
                  <a:solidFill>
                    <a:srgbClr val="0000FF"/>
                  </a:solidFill>
                </a:rPr>
                <a:t>open-loop gain</a:t>
              </a:r>
            </a:p>
            <a:p>
              <a:pPr lvl="2"/>
              <a:r>
                <a:rPr lang="en-GB" altLang="en-US" sz="2000" i="1" dirty="0"/>
                <a:t>G</a:t>
              </a:r>
              <a:r>
                <a:rPr lang="en-GB" altLang="en-US" sz="2000" dirty="0"/>
                <a:t> is the overall or </a:t>
              </a:r>
              <a:r>
                <a:rPr lang="en-GB" altLang="en-US" sz="2000" b="1" dirty="0">
                  <a:solidFill>
                    <a:srgbClr val="0000FF"/>
                  </a:solidFill>
                </a:rPr>
                <a:t>closed-loop gain</a:t>
              </a:r>
              <a:endParaRPr lang="en-GB" altLang="en-US" sz="2000" b="1" i="1" dirty="0">
                <a:solidFill>
                  <a:srgbClr val="0000FF"/>
                </a:solidFill>
              </a:endParaRPr>
            </a:p>
          </p:txBody>
        </p:sp>
        <p:grpSp>
          <p:nvGrpSpPr>
            <p:cNvPr id="11" name="Group 7">
              <a:extLst>
                <a:ext uri="{FF2B5EF4-FFF2-40B4-BE49-F238E27FC236}">
                  <a16:creationId xmlns:a16="http://schemas.microsoft.com/office/drawing/2014/main" id="{9ACAD1BD-BFBD-4CB0-9BA5-26B8BDA2F52F}"/>
                </a:ext>
              </a:extLst>
            </p:cNvPr>
            <p:cNvGrpSpPr>
              <a:grpSpLocks/>
            </p:cNvGrpSpPr>
            <p:nvPr/>
          </p:nvGrpSpPr>
          <p:grpSpPr bwMode="auto">
            <a:xfrm>
              <a:off x="2087328" y="1436687"/>
              <a:ext cx="4103688" cy="900112"/>
              <a:chOff x="1202" y="1457"/>
              <a:chExt cx="2585" cy="567"/>
            </a:xfrm>
          </p:grpSpPr>
          <p:sp>
            <p:nvSpPr>
              <p:cNvPr id="12" name="Rectangle 5">
                <a:extLst>
                  <a:ext uri="{FF2B5EF4-FFF2-40B4-BE49-F238E27FC236}">
                    <a16:creationId xmlns:a16="http://schemas.microsoft.com/office/drawing/2014/main" id="{D2C79ED4-D14A-444C-AECF-632F6754A8D7}"/>
                  </a:ext>
                </a:extLst>
              </p:cNvPr>
              <p:cNvSpPr>
                <a:spLocks noChangeArrowheads="1"/>
              </p:cNvSpPr>
              <p:nvPr/>
            </p:nvSpPr>
            <p:spPr bwMode="auto">
              <a:xfrm>
                <a:off x="1202" y="1457"/>
                <a:ext cx="2585" cy="567"/>
              </a:xfrm>
              <a:prstGeom prst="rect">
                <a:avLst/>
              </a:prstGeom>
              <a:solidFill>
                <a:srgbClr val="CCECFF"/>
              </a:solidFill>
              <a:ln>
                <a:noFill/>
              </a:ln>
              <a:extLst>
                <a:ext uri="{91240B29-F687-4F45-9708-019B960494DF}">
                  <a14:hiddenLine xmlns:a14="http://schemas.microsoft.com/office/drawing/2010/main" w="9525">
                    <a:solidFill>
                      <a:srgbClr val="99CCFF"/>
                    </a:solidFill>
                    <a:miter lim="800000"/>
                    <a:headEnd/>
                    <a:tailEnd/>
                  </a14:hiddenLine>
                </a:ext>
              </a:extLst>
            </p:spPr>
            <p:txBody>
              <a:bodyPr/>
              <a:lstStyle/>
              <a:p>
                <a:endParaRPr lang="en-GB" dirty="0"/>
              </a:p>
            </p:txBody>
          </p:sp>
          <p:graphicFrame>
            <p:nvGraphicFramePr>
              <p:cNvPr id="13" name="Object 6">
                <a:extLst>
                  <a:ext uri="{FF2B5EF4-FFF2-40B4-BE49-F238E27FC236}">
                    <a16:creationId xmlns:a16="http://schemas.microsoft.com/office/drawing/2014/main" id="{AF61B2D8-E7C5-4B5E-90DD-593B89250033}"/>
                  </a:ext>
                </a:extLst>
              </p:cNvPr>
              <p:cNvGraphicFramePr>
                <a:graphicFrameLocks noChangeAspect="1"/>
              </p:cNvGraphicFramePr>
              <p:nvPr/>
            </p:nvGraphicFramePr>
            <p:xfrm>
              <a:off x="1497" y="1548"/>
              <a:ext cx="1963" cy="403"/>
            </p:xfrm>
            <a:graphic>
              <a:graphicData uri="http://schemas.openxmlformats.org/presentationml/2006/ole">
                <mc:AlternateContent xmlns:mc="http://schemas.openxmlformats.org/markup-compatibility/2006">
                  <mc:Choice xmlns:v="urn:schemas-microsoft-com:vml" Requires="v">
                    <p:oleObj name="Equation" r:id="rId3" imgW="3860640" imgH="799920" progId="Equation.3">
                      <p:embed/>
                    </p:oleObj>
                  </mc:Choice>
                  <mc:Fallback>
                    <p:oleObj name="Equation" r:id="rId3" imgW="3860640" imgH="799920" progId="Equation.3">
                      <p:embed/>
                      <p:pic>
                        <p:nvPicPr>
                          <p:cNvPr id="325638" name="Object 6">
                            <a:extLst>
                              <a:ext uri="{FF2B5EF4-FFF2-40B4-BE49-F238E27FC236}">
                                <a16:creationId xmlns:a16="http://schemas.microsoft.com/office/drawing/2014/main" id="{C635B981-9412-44E6-A190-D0E2B6450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7" y="1548"/>
                            <a:ext cx="196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extLst>
      <p:ext uri="{BB962C8B-B14F-4D97-AF65-F5344CB8AC3E}">
        <p14:creationId xmlns:p14="http://schemas.microsoft.com/office/powerpoint/2010/main" val="262870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Feedback Systems</a:t>
            </a:r>
            <a:endParaRPr lang="en-GB" sz="2400" b="1" dirty="0">
              <a:cs typeface="Arial"/>
            </a:endParaRPr>
          </a:p>
        </p:txBody>
      </p:sp>
      <p:sp>
        <p:nvSpPr>
          <p:cNvPr id="8" name="object 4"/>
          <p:cNvSpPr txBox="1"/>
          <p:nvPr/>
        </p:nvSpPr>
        <p:spPr>
          <a:xfrm>
            <a:off x="560153" y="932519"/>
            <a:ext cx="8236713" cy="320601"/>
          </a:xfrm>
          <a:prstGeom prst="rect">
            <a:avLst/>
          </a:prstGeom>
        </p:spPr>
        <p:txBody>
          <a:bodyPr vert="horz" wrap="square" lIns="0" tIns="12700" rIns="0" bIns="0" rtlCol="0">
            <a:spAutoFit/>
          </a:bodyPr>
          <a:lstStyle/>
          <a:p>
            <a:pPr>
              <a:lnSpc>
                <a:spcPct val="100000"/>
              </a:lnSpc>
              <a:spcBef>
                <a:spcPts val="35"/>
              </a:spcBef>
            </a:pPr>
            <a:endParaRPr sz="2000" dirty="0">
              <a:latin typeface="+mn-lt"/>
              <a:cs typeface="Times New Roman"/>
            </a:endParaRPr>
          </a:p>
        </p:txBody>
      </p:sp>
      <p:grpSp>
        <p:nvGrpSpPr>
          <p:cNvPr id="3" name="Group 2">
            <a:extLst>
              <a:ext uri="{FF2B5EF4-FFF2-40B4-BE49-F238E27FC236}">
                <a16:creationId xmlns:a16="http://schemas.microsoft.com/office/drawing/2014/main" id="{CA4A7627-CE40-402D-B58C-37226C5BD0DE}"/>
              </a:ext>
            </a:extLst>
          </p:cNvPr>
          <p:cNvGrpSpPr/>
          <p:nvPr/>
        </p:nvGrpSpPr>
        <p:grpSpPr>
          <a:xfrm>
            <a:off x="287899" y="662230"/>
            <a:ext cx="8781220" cy="4464050"/>
            <a:chOff x="287899" y="662230"/>
            <a:chExt cx="8781220" cy="4464050"/>
          </a:xfrm>
        </p:grpSpPr>
        <p:sp>
          <p:nvSpPr>
            <p:cNvPr id="9" name="Rectangle 3">
              <a:extLst>
                <a:ext uri="{FF2B5EF4-FFF2-40B4-BE49-F238E27FC236}">
                  <a16:creationId xmlns:a16="http://schemas.microsoft.com/office/drawing/2014/main" id="{DAA233C3-9B82-4722-9D1B-81C9429C4A42}"/>
                </a:ext>
              </a:extLst>
            </p:cNvPr>
            <p:cNvSpPr txBox="1">
              <a:spLocks noChangeArrowheads="1"/>
            </p:cNvSpPr>
            <p:nvPr/>
          </p:nvSpPr>
          <p:spPr>
            <a:xfrm>
              <a:off x="287899" y="662230"/>
              <a:ext cx="8781220" cy="4464050"/>
            </a:xfrm>
            <a:prstGeom prst="rect">
              <a:avLst/>
            </a:prstGeom>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2000" dirty="0"/>
                <a:t>Effects of the product </a:t>
              </a:r>
              <a:r>
                <a:rPr lang="en-GB" altLang="en-US" sz="2000" i="1" dirty="0"/>
                <a:t>AB</a:t>
              </a:r>
              <a:endParaRPr lang="en-GB" altLang="en-US" sz="2000" dirty="0"/>
            </a:p>
            <a:p>
              <a:pPr lvl="1"/>
              <a:r>
                <a:rPr lang="en-GB" altLang="en-US" sz="2000" dirty="0">
                  <a:solidFill>
                    <a:srgbClr val="0000FF"/>
                  </a:solidFill>
                </a:rPr>
                <a:t>If </a:t>
              </a:r>
              <a:r>
                <a:rPr lang="en-GB" altLang="en-US" sz="2000" i="1" dirty="0">
                  <a:solidFill>
                    <a:srgbClr val="0000FF"/>
                  </a:solidFill>
                </a:rPr>
                <a:t>AB</a:t>
              </a:r>
              <a:r>
                <a:rPr lang="en-GB" altLang="en-US" sz="2000" dirty="0">
                  <a:solidFill>
                    <a:srgbClr val="0000FF"/>
                  </a:solidFill>
                </a:rPr>
                <a:t> is negative</a:t>
              </a:r>
            </a:p>
            <a:p>
              <a:pPr lvl="2"/>
              <a:r>
                <a:rPr lang="en-GB" altLang="en-US" sz="2000" dirty="0"/>
                <a:t>If </a:t>
              </a:r>
              <a:r>
                <a:rPr lang="en-GB" altLang="en-US" sz="2000" i="1" dirty="0"/>
                <a:t>AB</a:t>
              </a:r>
              <a:r>
                <a:rPr lang="en-GB" altLang="en-US" sz="2000" dirty="0"/>
                <a:t> is negative and less than 1, (1 + </a:t>
              </a:r>
              <a:r>
                <a:rPr lang="en-GB" altLang="en-US" sz="2000" i="1" dirty="0"/>
                <a:t>AB</a:t>
              </a:r>
              <a:r>
                <a:rPr lang="en-GB" altLang="en-US" sz="2000" dirty="0"/>
                <a:t>) &lt; 1</a:t>
              </a:r>
            </a:p>
            <a:p>
              <a:pPr lvl="2"/>
              <a:r>
                <a:rPr lang="en-GB" altLang="en-US" sz="2000" dirty="0"/>
                <a:t>In this situation G &gt; A and we have </a:t>
              </a:r>
              <a:r>
                <a:rPr lang="en-GB" altLang="en-US" sz="2000" b="1" dirty="0">
                  <a:solidFill>
                    <a:srgbClr val="0000FF"/>
                  </a:solidFill>
                </a:rPr>
                <a:t>positive feedback</a:t>
              </a:r>
              <a:endParaRPr lang="en-GB" altLang="en-US" sz="2000" b="1" dirty="0"/>
            </a:p>
            <a:p>
              <a:pPr lvl="1"/>
              <a:r>
                <a:rPr lang="en-GB" altLang="en-US" sz="2000" dirty="0">
                  <a:solidFill>
                    <a:srgbClr val="0000FF"/>
                  </a:solidFill>
                </a:rPr>
                <a:t>If </a:t>
              </a:r>
              <a:r>
                <a:rPr lang="en-GB" altLang="en-US" sz="2000" i="1" dirty="0">
                  <a:solidFill>
                    <a:srgbClr val="0000FF"/>
                  </a:solidFill>
                </a:rPr>
                <a:t>AB</a:t>
              </a:r>
              <a:r>
                <a:rPr lang="en-GB" altLang="en-US" sz="2000" dirty="0">
                  <a:solidFill>
                    <a:srgbClr val="0000FF"/>
                  </a:solidFill>
                </a:rPr>
                <a:t> is positive</a:t>
              </a:r>
            </a:p>
            <a:p>
              <a:pPr lvl="2"/>
              <a:r>
                <a:rPr lang="en-GB" altLang="en-US" sz="2000" dirty="0"/>
                <a:t>If </a:t>
              </a:r>
              <a:r>
                <a:rPr lang="en-GB" altLang="en-US" sz="2000" i="1" dirty="0"/>
                <a:t>AB</a:t>
              </a:r>
              <a:r>
                <a:rPr lang="en-GB" altLang="en-US" sz="2000" dirty="0"/>
                <a:t> is positive then (1 + </a:t>
              </a:r>
              <a:r>
                <a:rPr lang="en-GB" altLang="en-US" sz="2000" i="1" dirty="0"/>
                <a:t>AB</a:t>
              </a:r>
              <a:r>
                <a:rPr lang="en-GB" altLang="en-US" sz="2000" dirty="0"/>
                <a:t>) &gt; 1</a:t>
              </a:r>
            </a:p>
            <a:p>
              <a:pPr lvl="2"/>
              <a:r>
                <a:rPr lang="en-GB" altLang="en-US" sz="2000" dirty="0"/>
                <a:t>In this situation G &lt; A and we have </a:t>
              </a:r>
              <a:r>
                <a:rPr lang="en-GB" altLang="en-US" sz="2000" b="1" dirty="0">
                  <a:solidFill>
                    <a:srgbClr val="0000FF"/>
                  </a:solidFill>
                </a:rPr>
                <a:t>negative feedback</a:t>
              </a:r>
            </a:p>
            <a:p>
              <a:pPr lvl="2"/>
              <a:r>
                <a:rPr lang="en-GB" altLang="en-US" sz="2000" dirty="0"/>
                <a:t>If </a:t>
              </a:r>
              <a:r>
                <a:rPr lang="en-GB" altLang="en-US" sz="2000" i="1" dirty="0"/>
                <a:t>AB</a:t>
              </a:r>
              <a:r>
                <a:rPr lang="en-GB" altLang="en-US" sz="2000" dirty="0"/>
                <a:t> is positive </a:t>
              </a:r>
              <a:r>
                <a:rPr lang="en-GB" altLang="en-US" sz="2000" i="1" dirty="0"/>
                <a:t>and</a:t>
              </a:r>
              <a:r>
                <a:rPr lang="en-GB" altLang="en-US" sz="2000" dirty="0"/>
                <a:t> </a:t>
              </a:r>
              <a:r>
                <a:rPr lang="en-GB" altLang="en-US" sz="2000" i="1" dirty="0"/>
                <a:t>AB</a:t>
              </a:r>
              <a:r>
                <a:rPr lang="en-GB" altLang="en-US" sz="2000" dirty="0"/>
                <a:t> &gt;&gt;1</a:t>
              </a:r>
            </a:p>
            <a:p>
              <a:pPr lvl="2"/>
              <a:endParaRPr lang="en-GB" altLang="en-US" dirty="0"/>
            </a:p>
            <a:p>
              <a:pPr lvl="2"/>
              <a:endParaRPr lang="en-GB" altLang="en-US" dirty="0"/>
            </a:p>
            <a:p>
              <a:pPr marL="914400" lvl="2" indent="0">
                <a:buNone/>
              </a:pPr>
              <a:endParaRPr lang="en-GB" altLang="en-US" dirty="0"/>
            </a:p>
            <a:p>
              <a:pPr lvl="2">
                <a:lnSpc>
                  <a:spcPct val="140000"/>
                </a:lnSpc>
                <a:buFont typeface="Wingdings" panose="05000000000000000000" pitchFamily="2" charset="2"/>
                <a:buNone/>
              </a:pPr>
              <a:r>
                <a:rPr lang="en-GB" altLang="en-US" dirty="0"/>
                <a:t>     </a:t>
              </a:r>
              <a:r>
                <a:rPr lang="en-GB" altLang="en-US" sz="2000" dirty="0"/>
                <a:t>- gain is independent of the gain of the forward path </a:t>
              </a:r>
              <a:r>
                <a:rPr lang="en-GB" altLang="en-US" sz="2000" i="1" dirty="0"/>
                <a:t>A</a:t>
              </a:r>
              <a:endParaRPr lang="en-GB" altLang="en-US" sz="2000" dirty="0"/>
            </a:p>
          </p:txBody>
        </p:sp>
        <p:grpSp>
          <p:nvGrpSpPr>
            <p:cNvPr id="10" name="Group 8">
              <a:extLst>
                <a:ext uri="{FF2B5EF4-FFF2-40B4-BE49-F238E27FC236}">
                  <a16:creationId xmlns:a16="http://schemas.microsoft.com/office/drawing/2014/main" id="{23EE1A8E-E1A4-4DBB-87A4-F13B9007ED91}"/>
                </a:ext>
              </a:extLst>
            </p:cNvPr>
            <p:cNvGrpSpPr>
              <a:grpSpLocks/>
            </p:cNvGrpSpPr>
            <p:nvPr/>
          </p:nvGrpSpPr>
          <p:grpSpPr bwMode="auto">
            <a:xfrm>
              <a:off x="3159252" y="3861926"/>
              <a:ext cx="3059113" cy="863600"/>
              <a:chOff x="1925" y="3393"/>
              <a:chExt cx="1927" cy="544"/>
            </a:xfrm>
          </p:grpSpPr>
          <p:sp>
            <p:nvSpPr>
              <p:cNvPr id="14" name="Rectangle 5">
                <a:extLst>
                  <a:ext uri="{FF2B5EF4-FFF2-40B4-BE49-F238E27FC236}">
                    <a16:creationId xmlns:a16="http://schemas.microsoft.com/office/drawing/2014/main" id="{88AFCBA6-633B-49D1-BDF4-DD1C2FEED634}"/>
                  </a:ext>
                </a:extLst>
              </p:cNvPr>
              <p:cNvSpPr>
                <a:spLocks noChangeArrowheads="1"/>
              </p:cNvSpPr>
              <p:nvPr/>
            </p:nvSpPr>
            <p:spPr bwMode="auto">
              <a:xfrm>
                <a:off x="1925" y="3393"/>
                <a:ext cx="1927" cy="544"/>
              </a:xfrm>
              <a:prstGeom prst="rect">
                <a:avLst/>
              </a:prstGeom>
              <a:solidFill>
                <a:srgbClr val="CCECFF"/>
              </a:solidFill>
              <a:ln>
                <a:noFill/>
              </a:ln>
              <a:extLst>
                <a:ext uri="{91240B29-F687-4F45-9708-019B960494DF}">
                  <a14:hiddenLine xmlns:a14="http://schemas.microsoft.com/office/drawing/2010/main" w="9525">
                    <a:solidFill>
                      <a:srgbClr val="99CCFF"/>
                    </a:solidFill>
                    <a:miter lim="800000"/>
                    <a:headEnd/>
                    <a:tailEnd/>
                  </a14:hiddenLine>
                </a:ext>
              </a:extLst>
            </p:spPr>
            <p:txBody>
              <a:bodyPr/>
              <a:lstStyle/>
              <a:p>
                <a:endParaRPr lang="en-GB" dirty="0"/>
              </a:p>
            </p:txBody>
          </p:sp>
          <p:graphicFrame>
            <p:nvGraphicFramePr>
              <p:cNvPr id="15" name="Object 6">
                <a:extLst>
                  <a:ext uri="{FF2B5EF4-FFF2-40B4-BE49-F238E27FC236}">
                    <a16:creationId xmlns:a16="http://schemas.microsoft.com/office/drawing/2014/main" id="{26F08493-5B47-4A3F-9DB9-E6CC28DD9376}"/>
                  </a:ext>
                </a:extLst>
              </p:cNvPr>
              <p:cNvGraphicFramePr>
                <a:graphicFrameLocks noChangeAspect="1"/>
              </p:cNvGraphicFramePr>
              <p:nvPr>
                <p:extLst>
                  <p:ext uri="{D42A27DB-BD31-4B8C-83A1-F6EECF244321}">
                    <p14:modId xmlns:p14="http://schemas.microsoft.com/office/powerpoint/2010/main" val="3137562546"/>
                  </p:ext>
                </p:extLst>
              </p:nvPr>
            </p:nvGraphicFramePr>
            <p:xfrm>
              <a:off x="2147" y="3487"/>
              <a:ext cx="1435" cy="365"/>
            </p:xfrm>
            <a:graphic>
              <a:graphicData uri="http://schemas.openxmlformats.org/presentationml/2006/ole">
                <mc:AlternateContent xmlns:mc="http://schemas.openxmlformats.org/markup-compatibility/2006">
                  <mc:Choice xmlns:v="urn:schemas-microsoft-com:vml" Requires="v">
                    <p:oleObj name="Equation" r:id="rId3" imgW="2755800" imgH="723600" progId="Equation.3">
                      <p:embed/>
                    </p:oleObj>
                  </mc:Choice>
                  <mc:Fallback>
                    <p:oleObj name="Equation" r:id="rId3" imgW="2755800" imgH="723600" progId="Equation.3">
                      <p:embed/>
                      <p:pic>
                        <p:nvPicPr>
                          <p:cNvPr id="326662" name="Object 6">
                            <a:extLst>
                              <a:ext uri="{FF2B5EF4-FFF2-40B4-BE49-F238E27FC236}">
                                <a16:creationId xmlns:a16="http://schemas.microsoft.com/office/drawing/2014/main" id="{EDA2764E-F84A-4C6D-A53A-93BB3FBC53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7" y="3487"/>
                            <a:ext cx="143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extLst>
      <p:ext uri="{BB962C8B-B14F-4D97-AF65-F5344CB8AC3E}">
        <p14:creationId xmlns:p14="http://schemas.microsoft.com/office/powerpoint/2010/main" val="361057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Feedback Systems</a:t>
            </a:r>
            <a:endParaRPr lang="en-GB" sz="2400" b="1" dirty="0">
              <a:cs typeface="Arial"/>
            </a:endParaRPr>
          </a:p>
        </p:txBody>
      </p:sp>
      <p:sp>
        <p:nvSpPr>
          <p:cNvPr id="8" name="object 4"/>
          <p:cNvSpPr txBox="1"/>
          <p:nvPr/>
        </p:nvSpPr>
        <p:spPr>
          <a:xfrm>
            <a:off x="560153" y="932519"/>
            <a:ext cx="8236713" cy="320601"/>
          </a:xfrm>
          <a:prstGeom prst="rect">
            <a:avLst/>
          </a:prstGeom>
        </p:spPr>
        <p:txBody>
          <a:bodyPr vert="horz" wrap="square" lIns="0" tIns="12700" rIns="0" bIns="0" rtlCol="0">
            <a:spAutoFit/>
          </a:bodyPr>
          <a:lstStyle/>
          <a:p>
            <a:pPr>
              <a:lnSpc>
                <a:spcPct val="100000"/>
              </a:lnSpc>
              <a:spcBef>
                <a:spcPts val="35"/>
              </a:spcBef>
            </a:pPr>
            <a:endParaRPr sz="2000" dirty="0">
              <a:latin typeface="+mn-lt"/>
              <a:cs typeface="Times New Roman"/>
            </a:endParaRPr>
          </a:p>
        </p:txBody>
      </p:sp>
      <p:sp>
        <p:nvSpPr>
          <p:cNvPr id="11" name="Rectangle 3">
            <a:extLst>
              <a:ext uri="{FF2B5EF4-FFF2-40B4-BE49-F238E27FC236}">
                <a16:creationId xmlns:a16="http://schemas.microsoft.com/office/drawing/2014/main" id="{7904DFE6-B9E9-467A-9AAD-095018EF3D7C}"/>
              </a:ext>
            </a:extLst>
          </p:cNvPr>
          <p:cNvSpPr txBox="1">
            <a:spLocks noChangeArrowheads="1"/>
          </p:cNvSpPr>
          <p:nvPr/>
        </p:nvSpPr>
        <p:spPr>
          <a:xfrm>
            <a:off x="381000" y="604195"/>
            <a:ext cx="8472488" cy="4319587"/>
          </a:xfrm>
          <a:prstGeom prst="rect">
            <a:avLst/>
          </a:prstGeom>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90000"/>
              </a:lnSpc>
            </a:pPr>
            <a:r>
              <a:rPr lang="en-US" altLang="en-US" sz="2000" dirty="0"/>
              <a:t>Negative feedback can be applied in many ways</a:t>
            </a:r>
          </a:p>
          <a:p>
            <a:pPr lvl="1">
              <a:lnSpc>
                <a:spcPct val="90000"/>
              </a:lnSpc>
            </a:pPr>
            <a:r>
              <a:rPr lang="en-US" altLang="en-US" sz="2000" i="1" dirty="0"/>
              <a:t>X</a:t>
            </a:r>
            <a:r>
              <a:rPr lang="en-US" altLang="en-US" sz="2000" i="1" baseline="-25000" dirty="0"/>
              <a:t>i</a:t>
            </a:r>
            <a:r>
              <a:rPr lang="en-US" altLang="en-US" sz="2000" i="1" dirty="0"/>
              <a:t> </a:t>
            </a:r>
            <a:r>
              <a:rPr lang="en-US" altLang="en-US" sz="2000" dirty="0"/>
              <a:t>and </a:t>
            </a:r>
            <a:r>
              <a:rPr lang="en-US" altLang="en-US" sz="2000" i="1" dirty="0"/>
              <a:t>X</a:t>
            </a:r>
            <a:r>
              <a:rPr lang="en-US" altLang="en-US" sz="2000" i="1" baseline="-25000" dirty="0"/>
              <a:t>o</a:t>
            </a:r>
            <a:r>
              <a:rPr lang="en-US" altLang="en-US" sz="2000" dirty="0"/>
              <a:t> could be temperatures, pressures, etc.</a:t>
            </a:r>
          </a:p>
          <a:p>
            <a:pPr lvl="1">
              <a:lnSpc>
                <a:spcPct val="90000"/>
              </a:lnSpc>
            </a:pPr>
            <a:r>
              <a:rPr lang="en-US" altLang="en-US" sz="2000" dirty="0"/>
              <a:t>But mainly occurs as voltages and currents</a:t>
            </a:r>
          </a:p>
          <a:p>
            <a:pPr>
              <a:lnSpc>
                <a:spcPct val="90000"/>
              </a:lnSpc>
            </a:pPr>
            <a:endParaRPr lang="en-US" altLang="en-US" sz="2000" dirty="0"/>
          </a:p>
          <a:p>
            <a:pPr>
              <a:lnSpc>
                <a:spcPct val="90000"/>
              </a:lnSpc>
            </a:pPr>
            <a:r>
              <a:rPr lang="en-US" altLang="en-US" sz="2000" dirty="0"/>
              <a:t>Important in overcoming </a:t>
            </a:r>
            <a:r>
              <a:rPr lang="en-US" altLang="en-US" sz="2000" b="1" dirty="0">
                <a:solidFill>
                  <a:srgbClr val="0000FF"/>
                </a:solidFill>
              </a:rPr>
              <a:t>variability</a:t>
            </a:r>
          </a:p>
          <a:p>
            <a:pPr>
              <a:lnSpc>
                <a:spcPct val="90000"/>
              </a:lnSpc>
            </a:pPr>
            <a:endParaRPr lang="en-US" altLang="en-US" sz="2000" b="1" dirty="0">
              <a:solidFill>
                <a:srgbClr val="0000FF"/>
              </a:solidFill>
            </a:endParaRPr>
          </a:p>
          <a:p>
            <a:pPr lvl="1">
              <a:lnSpc>
                <a:spcPct val="90000"/>
              </a:lnSpc>
            </a:pPr>
            <a:r>
              <a:rPr lang="en-US" altLang="en-US" sz="2000" dirty="0"/>
              <a:t>all active devices suffer from variability </a:t>
            </a:r>
          </a:p>
          <a:p>
            <a:pPr lvl="2">
              <a:lnSpc>
                <a:spcPct val="90000"/>
              </a:lnSpc>
            </a:pPr>
            <a:r>
              <a:rPr lang="en-US" altLang="en-US" sz="2000" dirty="0"/>
              <a:t>their gain and other characteristics vary with temperature and between devices</a:t>
            </a:r>
          </a:p>
          <a:p>
            <a:pPr lvl="2">
              <a:lnSpc>
                <a:spcPct val="90000"/>
              </a:lnSpc>
            </a:pPr>
            <a:endParaRPr lang="en-US" altLang="en-US" sz="2000" dirty="0"/>
          </a:p>
          <a:p>
            <a:pPr lvl="1">
              <a:lnSpc>
                <a:spcPct val="90000"/>
              </a:lnSpc>
            </a:pPr>
            <a:r>
              <a:rPr lang="en-US" altLang="en-US" sz="2000" dirty="0"/>
              <a:t>using negative feedback we can produce an arrangement where the gain is </a:t>
            </a:r>
            <a:r>
              <a:rPr lang="en-US" altLang="en-US" sz="2000" i="1" dirty="0"/>
              <a:t>independent</a:t>
            </a:r>
            <a:r>
              <a:rPr lang="en-US" altLang="en-US" sz="2000" dirty="0"/>
              <a:t> of the gain of the forward path</a:t>
            </a:r>
          </a:p>
          <a:p>
            <a:pPr lvl="2">
              <a:lnSpc>
                <a:spcPct val="90000"/>
              </a:lnSpc>
            </a:pPr>
            <a:r>
              <a:rPr lang="en-US" altLang="en-US" sz="2000" dirty="0"/>
              <a:t>this gives us a way of overcoming problems of variability</a:t>
            </a:r>
          </a:p>
          <a:p>
            <a:pPr>
              <a:lnSpc>
                <a:spcPct val="90000"/>
              </a:lnSpc>
            </a:pPr>
            <a:endParaRPr lang="en-US" altLang="en-US" dirty="0"/>
          </a:p>
          <a:p>
            <a:pPr>
              <a:lnSpc>
                <a:spcPct val="90000"/>
              </a:lnSpc>
            </a:pPr>
            <a:endParaRPr lang="en-US" altLang="en-US" dirty="0"/>
          </a:p>
        </p:txBody>
      </p:sp>
    </p:spTree>
    <p:extLst>
      <p:ext uri="{BB962C8B-B14F-4D97-AF65-F5344CB8AC3E}">
        <p14:creationId xmlns:p14="http://schemas.microsoft.com/office/powerpoint/2010/main" val="4499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Types of Control System</a:t>
            </a:r>
            <a:endParaRPr lang="en-GB" sz="2400" b="1" dirty="0">
              <a:cs typeface="Arial"/>
            </a:endParaRPr>
          </a:p>
        </p:txBody>
      </p:sp>
      <p:sp>
        <p:nvSpPr>
          <p:cNvPr id="5" name="Text Box 4">
            <a:extLst>
              <a:ext uri="{FF2B5EF4-FFF2-40B4-BE49-F238E27FC236}">
                <a16:creationId xmlns:a16="http://schemas.microsoft.com/office/drawing/2014/main" id="{A34210B3-1F68-4ACD-B0DE-45789C686A09}"/>
              </a:ext>
            </a:extLst>
          </p:cNvPr>
          <p:cNvSpPr txBox="1">
            <a:spLocks noChangeArrowheads="1"/>
          </p:cNvSpPr>
          <p:nvPr/>
        </p:nvSpPr>
        <p:spPr bwMode="auto">
          <a:xfrm>
            <a:off x="376364" y="608532"/>
            <a:ext cx="4261103" cy="400110"/>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Linear Vs Nonlinear Control System</a:t>
            </a:r>
          </a:p>
        </p:txBody>
      </p:sp>
      <p:sp>
        <p:nvSpPr>
          <p:cNvPr id="6" name="Text Box 4">
            <a:extLst>
              <a:ext uri="{FF2B5EF4-FFF2-40B4-BE49-F238E27FC236}">
                <a16:creationId xmlns:a16="http://schemas.microsoft.com/office/drawing/2014/main" id="{F6FD9CB5-B5AD-4D04-8AA5-FAB3BFA9E9E5}"/>
              </a:ext>
            </a:extLst>
          </p:cNvPr>
          <p:cNvSpPr txBox="1">
            <a:spLocks noChangeArrowheads="1"/>
          </p:cNvSpPr>
          <p:nvPr/>
        </p:nvSpPr>
        <p:spPr bwMode="auto">
          <a:xfrm>
            <a:off x="440464" y="1174839"/>
            <a:ext cx="8604448" cy="707886"/>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2563" indent="-182563" algn="just">
              <a:buFont typeface="Arial" pitchFamily="34" charset="0"/>
              <a:buChar char="•"/>
            </a:pPr>
            <a:r>
              <a:rPr lang="en-US" sz="2000" dirty="0"/>
              <a:t>A Control System in which output varies linearly with the input is called a linear control system. </a:t>
            </a:r>
          </a:p>
        </p:txBody>
      </p:sp>
      <p:grpSp>
        <p:nvGrpSpPr>
          <p:cNvPr id="7" name="Group 6">
            <a:extLst>
              <a:ext uri="{FF2B5EF4-FFF2-40B4-BE49-F238E27FC236}">
                <a16:creationId xmlns:a16="http://schemas.microsoft.com/office/drawing/2014/main" id="{9C8DB87C-F479-44A9-B5FF-8DBF7680B7E4}"/>
              </a:ext>
            </a:extLst>
          </p:cNvPr>
          <p:cNvGrpSpPr/>
          <p:nvPr/>
        </p:nvGrpSpPr>
        <p:grpSpPr>
          <a:xfrm>
            <a:off x="2721232" y="2093703"/>
            <a:ext cx="3538977" cy="864096"/>
            <a:chOff x="4860032" y="4869160"/>
            <a:chExt cx="3538977" cy="864096"/>
          </a:xfrm>
        </p:grpSpPr>
        <p:cxnSp>
          <p:nvCxnSpPr>
            <p:cNvPr id="9" name="Straight Arrow Connector 8">
              <a:extLst>
                <a:ext uri="{FF2B5EF4-FFF2-40B4-BE49-F238E27FC236}">
                  <a16:creationId xmlns:a16="http://schemas.microsoft.com/office/drawing/2014/main" id="{6D3DD582-9E31-4C79-A8ED-ACB314998400}"/>
                </a:ext>
              </a:extLst>
            </p:cNvPr>
            <p:cNvCxnSpPr/>
            <p:nvPr/>
          </p:nvCxnSpPr>
          <p:spPr>
            <a:xfrm>
              <a:off x="5494036" y="5302876"/>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2B77AD4-63B5-4A98-A357-EAB8DEF57C77}"/>
                </a:ext>
              </a:extLst>
            </p:cNvPr>
            <p:cNvCxnSpPr/>
            <p:nvPr/>
          </p:nvCxnSpPr>
          <p:spPr>
            <a:xfrm>
              <a:off x="7218892" y="5301208"/>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5">
              <a:extLst>
                <a:ext uri="{FF2B5EF4-FFF2-40B4-BE49-F238E27FC236}">
                  <a16:creationId xmlns:a16="http://schemas.microsoft.com/office/drawing/2014/main" id="{F4DD73D9-9A32-4AE5-ACCF-2378BB515E7D}"/>
                </a:ext>
              </a:extLst>
            </p:cNvPr>
            <p:cNvSpPr txBox="1"/>
            <p:nvPr/>
          </p:nvSpPr>
          <p:spPr>
            <a:xfrm>
              <a:off x="7892139" y="5085184"/>
              <a:ext cx="50687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i="1" dirty="0"/>
                <a:t>y(t)</a:t>
              </a:r>
            </a:p>
          </p:txBody>
        </p:sp>
        <p:sp>
          <p:nvSpPr>
            <p:cNvPr id="13" name="TextBox 16">
              <a:extLst>
                <a:ext uri="{FF2B5EF4-FFF2-40B4-BE49-F238E27FC236}">
                  <a16:creationId xmlns:a16="http://schemas.microsoft.com/office/drawing/2014/main" id="{11EC94F3-5DD3-48B8-8C90-0B4CD6D8A8E3}"/>
                </a:ext>
              </a:extLst>
            </p:cNvPr>
            <p:cNvSpPr txBox="1"/>
            <p:nvPr/>
          </p:nvSpPr>
          <p:spPr>
            <a:xfrm>
              <a:off x="4860032" y="5075892"/>
              <a:ext cx="52450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i="1" dirty="0"/>
                <a:t>u(t)</a:t>
              </a:r>
            </a:p>
          </p:txBody>
        </p:sp>
        <p:sp>
          <p:nvSpPr>
            <p:cNvPr id="14" name="Rectangle 13">
              <a:extLst>
                <a:ext uri="{FF2B5EF4-FFF2-40B4-BE49-F238E27FC236}">
                  <a16:creationId xmlns:a16="http://schemas.microsoft.com/office/drawing/2014/main" id="{936599E5-0C51-46B6-AB41-D029F029849A}"/>
                </a:ext>
              </a:extLst>
            </p:cNvPr>
            <p:cNvSpPr/>
            <p:nvPr/>
          </p:nvSpPr>
          <p:spPr>
            <a:xfrm>
              <a:off x="6228184" y="4869160"/>
              <a:ext cx="108012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GB" dirty="0"/>
                <a:t>Process</a:t>
              </a:r>
            </a:p>
          </p:txBody>
        </p:sp>
      </p:grpSp>
      <p:pic>
        <p:nvPicPr>
          <p:cNvPr id="2" name="Picture 1">
            <a:extLst>
              <a:ext uri="{FF2B5EF4-FFF2-40B4-BE49-F238E27FC236}">
                <a16:creationId xmlns:a16="http://schemas.microsoft.com/office/drawing/2014/main" id="{E2E22417-9E77-4CD6-8D9E-EC6E13C07CDE}"/>
              </a:ext>
            </a:extLst>
          </p:cNvPr>
          <p:cNvPicPr>
            <a:picLocks noChangeAspect="1"/>
          </p:cNvPicPr>
          <p:nvPr/>
        </p:nvPicPr>
        <p:blipFill>
          <a:blip r:embed="rId3"/>
          <a:stretch>
            <a:fillRect/>
          </a:stretch>
        </p:blipFill>
        <p:spPr>
          <a:xfrm>
            <a:off x="1064454" y="3292756"/>
            <a:ext cx="2181281" cy="533500"/>
          </a:xfrm>
          <a:prstGeom prst="rect">
            <a:avLst/>
          </a:prstGeom>
        </p:spPr>
      </p:pic>
      <p:pic>
        <p:nvPicPr>
          <p:cNvPr id="15" name="Picture 14">
            <a:extLst>
              <a:ext uri="{FF2B5EF4-FFF2-40B4-BE49-F238E27FC236}">
                <a16:creationId xmlns:a16="http://schemas.microsoft.com/office/drawing/2014/main" id="{02A08519-F83B-496F-8C27-77A9E0B104EC}"/>
              </a:ext>
            </a:extLst>
          </p:cNvPr>
          <p:cNvPicPr>
            <a:picLocks noChangeAspect="1" noChangeArrowheads="1"/>
          </p:cNvPicPr>
          <p:nvPr/>
        </p:nvPicPr>
        <p:blipFill>
          <a:blip r:embed="rId4" cstate="print"/>
          <a:srcRect r="8001"/>
          <a:stretch>
            <a:fillRect/>
          </a:stretch>
        </p:blipFill>
        <p:spPr bwMode="auto">
          <a:xfrm>
            <a:off x="331908" y="3821734"/>
            <a:ext cx="3635896" cy="2885650"/>
          </a:xfrm>
          <a:prstGeom prst="rect">
            <a:avLst/>
          </a:prstGeom>
          <a:noFill/>
          <a:ln w="9525">
            <a:noFill/>
            <a:miter lim="800000"/>
            <a:headEnd/>
            <a:tailEnd/>
          </a:ln>
          <a:effectLst/>
        </p:spPr>
      </p:pic>
      <p:pic>
        <p:nvPicPr>
          <p:cNvPr id="3" name="Picture 2">
            <a:extLst>
              <a:ext uri="{FF2B5EF4-FFF2-40B4-BE49-F238E27FC236}">
                <a16:creationId xmlns:a16="http://schemas.microsoft.com/office/drawing/2014/main" id="{DFCFD4FA-8A78-402F-9A3F-004F4D3413AB}"/>
              </a:ext>
            </a:extLst>
          </p:cNvPr>
          <p:cNvPicPr>
            <a:picLocks noChangeAspect="1"/>
          </p:cNvPicPr>
          <p:nvPr/>
        </p:nvPicPr>
        <p:blipFill>
          <a:blip r:embed="rId5"/>
          <a:stretch>
            <a:fillRect/>
          </a:stretch>
        </p:blipFill>
        <p:spPr>
          <a:xfrm>
            <a:off x="5848940" y="3241263"/>
            <a:ext cx="2024888" cy="533500"/>
          </a:xfrm>
          <a:prstGeom prst="rect">
            <a:avLst/>
          </a:prstGeom>
        </p:spPr>
      </p:pic>
      <p:pic>
        <p:nvPicPr>
          <p:cNvPr id="16" name="Picture 15">
            <a:extLst>
              <a:ext uri="{FF2B5EF4-FFF2-40B4-BE49-F238E27FC236}">
                <a16:creationId xmlns:a16="http://schemas.microsoft.com/office/drawing/2014/main" id="{1DC31A82-E3BB-46D9-AF9F-C79CB61C9988}"/>
              </a:ext>
            </a:extLst>
          </p:cNvPr>
          <p:cNvPicPr>
            <a:picLocks noChangeAspect="1" noChangeArrowheads="1"/>
          </p:cNvPicPr>
          <p:nvPr/>
        </p:nvPicPr>
        <p:blipFill>
          <a:blip r:embed="rId6" cstate="print"/>
          <a:srcRect r="7851"/>
          <a:stretch>
            <a:fillRect/>
          </a:stretch>
        </p:blipFill>
        <p:spPr bwMode="auto">
          <a:xfrm>
            <a:off x="4828408" y="3738498"/>
            <a:ext cx="3851920" cy="3052122"/>
          </a:xfrm>
          <a:prstGeom prst="rect">
            <a:avLst/>
          </a:prstGeom>
          <a:noFill/>
          <a:ln w="9525">
            <a:noFill/>
            <a:miter lim="800000"/>
            <a:headEnd/>
            <a:tailEnd/>
          </a:ln>
          <a:effectLst/>
        </p:spPr>
      </p:pic>
    </p:spTree>
    <p:extLst>
      <p:ext uri="{BB962C8B-B14F-4D97-AF65-F5344CB8AC3E}">
        <p14:creationId xmlns:p14="http://schemas.microsoft.com/office/powerpoint/2010/main" val="1053475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Types of Control System</a:t>
            </a:r>
            <a:endParaRPr lang="en-GB" sz="2400" b="1" dirty="0">
              <a:cs typeface="Arial"/>
            </a:endParaRPr>
          </a:p>
        </p:txBody>
      </p:sp>
      <p:sp>
        <p:nvSpPr>
          <p:cNvPr id="5" name="Text Box 4">
            <a:extLst>
              <a:ext uri="{FF2B5EF4-FFF2-40B4-BE49-F238E27FC236}">
                <a16:creationId xmlns:a16="http://schemas.microsoft.com/office/drawing/2014/main" id="{A34210B3-1F68-4ACD-B0DE-45789C686A09}"/>
              </a:ext>
            </a:extLst>
          </p:cNvPr>
          <p:cNvSpPr txBox="1">
            <a:spLocks noChangeArrowheads="1"/>
          </p:cNvSpPr>
          <p:nvPr/>
        </p:nvSpPr>
        <p:spPr bwMode="auto">
          <a:xfrm>
            <a:off x="376364" y="608532"/>
            <a:ext cx="4261103" cy="400110"/>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Linear Vs Nonlinear Control System</a:t>
            </a:r>
          </a:p>
        </p:txBody>
      </p:sp>
      <p:sp>
        <p:nvSpPr>
          <p:cNvPr id="17" name="Text Box 4">
            <a:extLst>
              <a:ext uri="{FF2B5EF4-FFF2-40B4-BE49-F238E27FC236}">
                <a16:creationId xmlns:a16="http://schemas.microsoft.com/office/drawing/2014/main" id="{AFBF410B-CC9D-4062-A16D-3028EC0565F2}"/>
              </a:ext>
            </a:extLst>
          </p:cNvPr>
          <p:cNvSpPr txBox="1">
            <a:spLocks noChangeArrowheads="1"/>
          </p:cNvSpPr>
          <p:nvPr/>
        </p:nvSpPr>
        <p:spPr bwMode="auto">
          <a:xfrm>
            <a:off x="420144" y="1140644"/>
            <a:ext cx="8604448" cy="707886"/>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2563" indent="-182563" algn="just">
              <a:buFont typeface="Arial" pitchFamily="34" charset="0"/>
              <a:buChar char="•"/>
            </a:pPr>
            <a:r>
              <a:rPr lang="en-US" sz="2000" dirty="0"/>
              <a:t>When the input and output has nonlinear relationship the system is said to be nonlinear.</a:t>
            </a:r>
          </a:p>
        </p:txBody>
      </p:sp>
      <p:pic>
        <p:nvPicPr>
          <p:cNvPr id="18" name="Picture 17">
            <a:extLst>
              <a:ext uri="{FF2B5EF4-FFF2-40B4-BE49-F238E27FC236}">
                <a16:creationId xmlns:a16="http://schemas.microsoft.com/office/drawing/2014/main" id="{7D1247A3-9B59-46E9-BA13-F7C3A3E3CE1A}"/>
              </a:ext>
            </a:extLst>
          </p:cNvPr>
          <p:cNvPicPr>
            <a:picLocks noChangeAspect="1" noChangeArrowheads="1"/>
          </p:cNvPicPr>
          <p:nvPr/>
        </p:nvPicPr>
        <p:blipFill>
          <a:blip r:embed="rId3" cstate="print"/>
          <a:srcRect r="6339"/>
          <a:stretch>
            <a:fillRect/>
          </a:stretch>
        </p:blipFill>
        <p:spPr bwMode="auto">
          <a:xfrm>
            <a:off x="2463500" y="2285125"/>
            <a:ext cx="4217000" cy="3287494"/>
          </a:xfrm>
          <a:prstGeom prst="rect">
            <a:avLst/>
          </a:prstGeom>
          <a:noFill/>
          <a:ln w="9525">
            <a:noFill/>
            <a:miter lim="800000"/>
            <a:headEnd/>
            <a:tailEnd/>
          </a:ln>
          <a:effectLst/>
        </p:spPr>
      </p:pic>
    </p:spTree>
    <p:extLst>
      <p:ext uri="{BB962C8B-B14F-4D97-AF65-F5344CB8AC3E}">
        <p14:creationId xmlns:p14="http://schemas.microsoft.com/office/powerpoint/2010/main" val="1759011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Types of Control System</a:t>
            </a:r>
            <a:endParaRPr lang="en-GB" sz="2400" b="1" dirty="0">
              <a:cs typeface="Arial"/>
            </a:endParaRPr>
          </a:p>
        </p:txBody>
      </p:sp>
      <p:sp>
        <p:nvSpPr>
          <p:cNvPr id="6" name="Text Box 4">
            <a:extLst>
              <a:ext uri="{FF2B5EF4-FFF2-40B4-BE49-F238E27FC236}">
                <a16:creationId xmlns:a16="http://schemas.microsoft.com/office/drawing/2014/main" id="{A8BEBDD8-0C71-46F9-95D7-3B67CED063AE}"/>
              </a:ext>
            </a:extLst>
          </p:cNvPr>
          <p:cNvSpPr txBox="1">
            <a:spLocks noChangeArrowheads="1"/>
          </p:cNvSpPr>
          <p:nvPr/>
        </p:nvSpPr>
        <p:spPr bwMode="auto">
          <a:xfrm>
            <a:off x="771360" y="538873"/>
            <a:ext cx="3580275" cy="400110"/>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Time invariant vs Time variant</a:t>
            </a:r>
          </a:p>
        </p:txBody>
      </p:sp>
      <p:sp>
        <p:nvSpPr>
          <p:cNvPr id="7" name="Text Box 4">
            <a:extLst>
              <a:ext uri="{FF2B5EF4-FFF2-40B4-BE49-F238E27FC236}">
                <a16:creationId xmlns:a16="http://schemas.microsoft.com/office/drawing/2014/main" id="{0DBF08C0-EC28-4F14-BFE2-26AB0C0DA954}"/>
              </a:ext>
            </a:extLst>
          </p:cNvPr>
          <p:cNvSpPr txBox="1">
            <a:spLocks noChangeArrowheads="1"/>
          </p:cNvSpPr>
          <p:nvPr/>
        </p:nvSpPr>
        <p:spPr bwMode="auto">
          <a:xfrm>
            <a:off x="395536" y="1340384"/>
            <a:ext cx="8352928" cy="2800767"/>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2563" indent="-182563" algn="just">
              <a:buFont typeface="Arial" pitchFamily="34" charset="0"/>
              <a:buChar char="•"/>
            </a:pPr>
            <a:r>
              <a:rPr lang="en-US" sz="2000" dirty="0"/>
              <a:t>When the characteristics of the system do not depend upon time itself then the system is said to time invariant control system.</a:t>
            </a:r>
          </a:p>
          <a:p>
            <a:pPr marL="182563" indent="-182563" algn="just">
              <a:buFont typeface="Arial" pitchFamily="34" charset="0"/>
              <a:buChar char="•"/>
            </a:pPr>
            <a:endParaRPr lang="en-US" sz="20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p:txBody>
      </p:sp>
      <p:pic>
        <p:nvPicPr>
          <p:cNvPr id="8" name="Picture 7">
            <a:extLst>
              <a:ext uri="{FF2B5EF4-FFF2-40B4-BE49-F238E27FC236}">
                <a16:creationId xmlns:a16="http://schemas.microsoft.com/office/drawing/2014/main" id="{95A6E5DE-5F86-47D7-AC8F-415EFF7ADF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2564520"/>
            <a:ext cx="2019300" cy="5048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F246A08-5C82-4B1F-9230-C62C6D8805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5012792"/>
            <a:ext cx="1990725" cy="5048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6396B2E-D9AF-4004-A0A3-DBDF73236BB2}"/>
              </a:ext>
            </a:extLst>
          </p:cNvPr>
          <p:cNvSpPr/>
          <p:nvPr/>
        </p:nvSpPr>
        <p:spPr>
          <a:xfrm>
            <a:off x="435864" y="3604026"/>
            <a:ext cx="8491728" cy="707886"/>
          </a:xfrm>
          <a:prstGeom prst="rect">
            <a:avLst/>
          </a:prstGeom>
        </p:spPr>
        <p:txBody>
          <a:bodyPr wrap="square">
            <a:spAutoFit/>
          </a:bodyPr>
          <a:lstStyle/>
          <a:p>
            <a:pPr marL="182563" indent="-182563" algn="just">
              <a:buFont typeface="Arial" pitchFamily="34" charset="0"/>
              <a:buChar char="•"/>
            </a:pPr>
            <a:r>
              <a:rPr lang="en-US" sz="2000" dirty="0"/>
              <a:t>Time varying control system is a system in which one or more parameters vary with time.</a:t>
            </a:r>
          </a:p>
        </p:txBody>
      </p:sp>
    </p:spTree>
    <p:extLst>
      <p:ext uri="{BB962C8B-B14F-4D97-AF65-F5344CB8AC3E}">
        <p14:creationId xmlns:p14="http://schemas.microsoft.com/office/powerpoint/2010/main" val="334332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Types of Control System</a:t>
            </a:r>
            <a:endParaRPr lang="en-GB" sz="2400" b="1" dirty="0">
              <a:cs typeface="Arial"/>
            </a:endParaRPr>
          </a:p>
        </p:txBody>
      </p:sp>
      <p:sp>
        <p:nvSpPr>
          <p:cNvPr id="10" name="Text Box 4">
            <a:extLst>
              <a:ext uri="{FF2B5EF4-FFF2-40B4-BE49-F238E27FC236}">
                <a16:creationId xmlns:a16="http://schemas.microsoft.com/office/drawing/2014/main" id="{45CE964D-F436-4350-8756-855B545311FE}"/>
              </a:ext>
            </a:extLst>
          </p:cNvPr>
          <p:cNvSpPr txBox="1">
            <a:spLocks noChangeArrowheads="1"/>
          </p:cNvSpPr>
          <p:nvPr/>
        </p:nvSpPr>
        <p:spPr bwMode="auto">
          <a:xfrm>
            <a:off x="753379" y="486612"/>
            <a:ext cx="5014514" cy="400110"/>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Continuous Data Vs Discrete Data System</a:t>
            </a:r>
          </a:p>
        </p:txBody>
      </p:sp>
      <p:sp>
        <p:nvSpPr>
          <p:cNvPr id="11" name="Text Box 4">
            <a:extLst>
              <a:ext uri="{FF2B5EF4-FFF2-40B4-BE49-F238E27FC236}">
                <a16:creationId xmlns:a16="http://schemas.microsoft.com/office/drawing/2014/main" id="{516ACDE7-6BDB-40B2-B2D2-D80CC7F63D29}"/>
              </a:ext>
            </a:extLst>
          </p:cNvPr>
          <p:cNvSpPr txBox="1">
            <a:spLocks noChangeArrowheads="1"/>
          </p:cNvSpPr>
          <p:nvPr/>
        </p:nvSpPr>
        <p:spPr bwMode="auto">
          <a:xfrm>
            <a:off x="269776" y="1079138"/>
            <a:ext cx="8604448" cy="2246769"/>
          </a:xfrm>
          <a:prstGeom prst="rect">
            <a:avLst/>
          </a:prstGeom>
          <a:noFill/>
          <a:ln w="9525">
            <a:noFill/>
            <a:miter lim="800000"/>
            <a:headEnd/>
            <a:tailEnd/>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2563" indent="-182563" algn="just">
              <a:buFont typeface="Arial" pitchFamily="34" charset="0"/>
              <a:buChar char="•"/>
            </a:pPr>
            <a:r>
              <a:rPr lang="en-US" sz="2000" dirty="0"/>
              <a:t>In continuous data control system all system variables are function of a continuous time t.</a:t>
            </a:r>
          </a:p>
          <a:p>
            <a:pPr marL="182563" indent="-182563" algn="just">
              <a:buFont typeface="Arial" pitchFamily="34" charset="0"/>
              <a:buChar char="•"/>
            </a:pPr>
            <a:endParaRPr lang="en-US" sz="2000" dirty="0"/>
          </a:p>
          <a:p>
            <a:pPr marL="182563" indent="-182563" algn="just">
              <a:buFont typeface="Arial" pitchFamily="34" charset="0"/>
              <a:buChar char="•"/>
            </a:pPr>
            <a:endParaRPr lang="en-US" sz="2000" dirty="0"/>
          </a:p>
          <a:p>
            <a:pPr marL="182563" indent="-182563" algn="just">
              <a:buFont typeface="Arial" pitchFamily="34" charset="0"/>
              <a:buChar char="•"/>
            </a:pPr>
            <a:endParaRPr lang="en-US" sz="2000" dirty="0"/>
          </a:p>
          <a:p>
            <a:pPr marL="182563" indent="-182563" algn="just">
              <a:buFont typeface="Arial" pitchFamily="34" charset="0"/>
              <a:buChar char="•"/>
            </a:pPr>
            <a:endParaRPr lang="en-US" sz="2000" dirty="0"/>
          </a:p>
          <a:p>
            <a:pPr marL="182563" indent="-182563" algn="just">
              <a:buFont typeface="Arial" pitchFamily="34" charset="0"/>
              <a:buChar char="•"/>
            </a:pPr>
            <a:endParaRPr lang="en-US" sz="2000" dirty="0"/>
          </a:p>
        </p:txBody>
      </p:sp>
      <p:grpSp>
        <p:nvGrpSpPr>
          <p:cNvPr id="12" name="Group 11">
            <a:extLst>
              <a:ext uri="{FF2B5EF4-FFF2-40B4-BE49-F238E27FC236}">
                <a16:creationId xmlns:a16="http://schemas.microsoft.com/office/drawing/2014/main" id="{A98AA7ED-5C4A-4B31-AD38-657EA5C92660}"/>
              </a:ext>
            </a:extLst>
          </p:cNvPr>
          <p:cNvGrpSpPr/>
          <p:nvPr/>
        </p:nvGrpSpPr>
        <p:grpSpPr>
          <a:xfrm>
            <a:off x="2180852" y="1863830"/>
            <a:ext cx="4471214" cy="1456848"/>
            <a:chOff x="2162596" y="2557508"/>
            <a:chExt cx="4471214" cy="1456848"/>
          </a:xfrm>
        </p:grpSpPr>
        <p:cxnSp>
          <p:nvCxnSpPr>
            <p:cNvPr id="42" name="Straight Arrow Connector 41">
              <a:extLst>
                <a:ext uri="{FF2B5EF4-FFF2-40B4-BE49-F238E27FC236}">
                  <a16:creationId xmlns:a16="http://schemas.microsoft.com/office/drawing/2014/main" id="{8EBB9F4B-9E74-4A15-A138-27DAE27C00D0}"/>
                </a:ext>
              </a:extLst>
            </p:cNvPr>
            <p:cNvCxnSpPr/>
            <p:nvPr/>
          </p:nvCxnSpPr>
          <p:spPr>
            <a:xfrm flipV="1">
              <a:off x="2627784" y="2636912"/>
              <a:ext cx="0" cy="1224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FD4B813-E9BF-41F9-8775-907DA2343101}"/>
                </a:ext>
              </a:extLst>
            </p:cNvPr>
            <p:cNvCxnSpPr/>
            <p:nvPr/>
          </p:nvCxnSpPr>
          <p:spPr>
            <a:xfrm>
              <a:off x="2627784" y="3861048"/>
              <a:ext cx="3744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4" name="Freeform 9">
              <a:extLst>
                <a:ext uri="{FF2B5EF4-FFF2-40B4-BE49-F238E27FC236}">
                  <a16:creationId xmlns:a16="http://schemas.microsoft.com/office/drawing/2014/main" id="{85B9600A-CE53-441D-B1CE-EE81DC7F4A1D}"/>
                </a:ext>
              </a:extLst>
            </p:cNvPr>
            <p:cNvSpPr/>
            <p:nvPr/>
          </p:nvSpPr>
          <p:spPr>
            <a:xfrm>
              <a:off x="2644726" y="2987040"/>
              <a:ext cx="3587262" cy="867507"/>
            </a:xfrm>
            <a:custGeom>
              <a:avLst/>
              <a:gdLst>
                <a:gd name="connsiteX0" fmla="*/ 0 w 3587262"/>
                <a:gd name="connsiteY0" fmla="*/ 867507 h 867507"/>
                <a:gd name="connsiteX1" fmla="*/ 267287 w 3587262"/>
                <a:gd name="connsiteY1" fmla="*/ 501747 h 867507"/>
                <a:gd name="connsiteX2" fmla="*/ 689317 w 3587262"/>
                <a:gd name="connsiteY2" fmla="*/ 107852 h 867507"/>
                <a:gd name="connsiteX3" fmla="*/ 1716259 w 3587262"/>
                <a:gd name="connsiteY3" fmla="*/ 65649 h 867507"/>
                <a:gd name="connsiteX4" fmla="*/ 2546253 w 3587262"/>
                <a:gd name="connsiteY4" fmla="*/ 501747 h 867507"/>
                <a:gd name="connsiteX5" fmla="*/ 3587262 w 3587262"/>
                <a:gd name="connsiteY5" fmla="*/ 93784 h 867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7262" h="867507">
                  <a:moveTo>
                    <a:pt x="0" y="867507"/>
                  </a:moveTo>
                  <a:cubicBezTo>
                    <a:pt x="76200" y="747931"/>
                    <a:pt x="152401" y="628356"/>
                    <a:pt x="267287" y="501747"/>
                  </a:cubicBezTo>
                  <a:cubicBezTo>
                    <a:pt x="382173" y="375138"/>
                    <a:pt x="447822" y="180535"/>
                    <a:pt x="689317" y="107852"/>
                  </a:cubicBezTo>
                  <a:cubicBezTo>
                    <a:pt x="930812" y="35169"/>
                    <a:pt x="1406770" y="0"/>
                    <a:pt x="1716259" y="65649"/>
                  </a:cubicBezTo>
                  <a:cubicBezTo>
                    <a:pt x="2025748" y="131298"/>
                    <a:pt x="2234419" y="497058"/>
                    <a:pt x="2546253" y="501747"/>
                  </a:cubicBezTo>
                  <a:cubicBezTo>
                    <a:pt x="2858087" y="506436"/>
                    <a:pt x="3222674" y="300110"/>
                    <a:pt x="3587262" y="93784"/>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dirty="0"/>
            </a:p>
          </p:txBody>
        </p:sp>
        <p:sp>
          <p:nvSpPr>
            <p:cNvPr id="45" name="TextBox 10">
              <a:extLst>
                <a:ext uri="{FF2B5EF4-FFF2-40B4-BE49-F238E27FC236}">
                  <a16:creationId xmlns:a16="http://schemas.microsoft.com/office/drawing/2014/main" id="{D6E54B5F-3BB4-4172-86DB-E3AC26B68B72}"/>
                </a:ext>
              </a:extLst>
            </p:cNvPr>
            <p:cNvSpPr txBox="1"/>
            <p:nvPr/>
          </p:nvSpPr>
          <p:spPr>
            <a:xfrm>
              <a:off x="2162596" y="2557508"/>
              <a:ext cx="502061"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i="1" dirty="0"/>
                <a:t>x</a:t>
              </a:r>
              <a:r>
                <a:rPr lang="en-GB" dirty="0"/>
                <a:t>(t)</a:t>
              </a:r>
            </a:p>
          </p:txBody>
        </p:sp>
        <p:sp>
          <p:nvSpPr>
            <p:cNvPr id="46" name="TextBox 11">
              <a:extLst>
                <a:ext uri="{FF2B5EF4-FFF2-40B4-BE49-F238E27FC236}">
                  <a16:creationId xmlns:a16="http://schemas.microsoft.com/office/drawing/2014/main" id="{AE3A1675-70C9-40D0-A716-D78A66473FF7}"/>
                </a:ext>
              </a:extLst>
            </p:cNvPr>
            <p:cNvSpPr txBox="1"/>
            <p:nvPr/>
          </p:nvSpPr>
          <p:spPr>
            <a:xfrm>
              <a:off x="6372200" y="3645024"/>
              <a:ext cx="26161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t</a:t>
              </a:r>
            </a:p>
          </p:txBody>
        </p:sp>
      </p:grpSp>
      <p:grpSp>
        <p:nvGrpSpPr>
          <p:cNvPr id="4" name="Group 3">
            <a:extLst>
              <a:ext uri="{FF2B5EF4-FFF2-40B4-BE49-F238E27FC236}">
                <a16:creationId xmlns:a16="http://schemas.microsoft.com/office/drawing/2014/main" id="{27E64282-C974-4D74-9CCD-7D6AB1D0D1F1}"/>
              </a:ext>
            </a:extLst>
          </p:cNvPr>
          <p:cNvGrpSpPr/>
          <p:nvPr/>
        </p:nvGrpSpPr>
        <p:grpSpPr>
          <a:xfrm>
            <a:off x="2502024" y="4322014"/>
            <a:ext cx="4586438" cy="1456848"/>
            <a:chOff x="2502024" y="4322014"/>
            <a:chExt cx="4586438" cy="1456848"/>
          </a:xfrm>
        </p:grpSpPr>
        <p:sp>
          <p:nvSpPr>
            <p:cNvPr id="13" name="Freeform 15">
              <a:extLst>
                <a:ext uri="{FF2B5EF4-FFF2-40B4-BE49-F238E27FC236}">
                  <a16:creationId xmlns:a16="http://schemas.microsoft.com/office/drawing/2014/main" id="{7DB9EDD5-AD3C-4045-AD2A-A0A37FB92E8B}"/>
                </a:ext>
              </a:extLst>
            </p:cNvPr>
            <p:cNvSpPr/>
            <p:nvPr/>
          </p:nvSpPr>
          <p:spPr>
            <a:xfrm>
              <a:off x="3034216" y="4751546"/>
              <a:ext cx="3587262" cy="867507"/>
            </a:xfrm>
            <a:custGeom>
              <a:avLst/>
              <a:gdLst>
                <a:gd name="connsiteX0" fmla="*/ 0 w 3587262"/>
                <a:gd name="connsiteY0" fmla="*/ 867507 h 867507"/>
                <a:gd name="connsiteX1" fmla="*/ 267287 w 3587262"/>
                <a:gd name="connsiteY1" fmla="*/ 501747 h 867507"/>
                <a:gd name="connsiteX2" fmla="*/ 689317 w 3587262"/>
                <a:gd name="connsiteY2" fmla="*/ 107852 h 867507"/>
                <a:gd name="connsiteX3" fmla="*/ 1716259 w 3587262"/>
                <a:gd name="connsiteY3" fmla="*/ 65649 h 867507"/>
                <a:gd name="connsiteX4" fmla="*/ 2546253 w 3587262"/>
                <a:gd name="connsiteY4" fmla="*/ 501747 h 867507"/>
                <a:gd name="connsiteX5" fmla="*/ 3587262 w 3587262"/>
                <a:gd name="connsiteY5" fmla="*/ 93784 h 867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7262" h="867507">
                  <a:moveTo>
                    <a:pt x="0" y="867507"/>
                  </a:moveTo>
                  <a:cubicBezTo>
                    <a:pt x="76200" y="747931"/>
                    <a:pt x="152401" y="628356"/>
                    <a:pt x="267287" y="501747"/>
                  </a:cubicBezTo>
                  <a:cubicBezTo>
                    <a:pt x="382173" y="375138"/>
                    <a:pt x="447822" y="180535"/>
                    <a:pt x="689317" y="107852"/>
                  </a:cubicBezTo>
                  <a:cubicBezTo>
                    <a:pt x="930812" y="35169"/>
                    <a:pt x="1406770" y="0"/>
                    <a:pt x="1716259" y="65649"/>
                  </a:cubicBezTo>
                  <a:cubicBezTo>
                    <a:pt x="2025748" y="131298"/>
                    <a:pt x="2234419" y="497058"/>
                    <a:pt x="2546253" y="501747"/>
                  </a:cubicBezTo>
                  <a:cubicBezTo>
                    <a:pt x="2858087" y="506436"/>
                    <a:pt x="3222674" y="300110"/>
                    <a:pt x="3587262" y="93784"/>
                  </a:cubicBezTo>
                </a:path>
              </a:pathLst>
            </a:custGeom>
            <a:ln>
              <a:prstDash val="dash"/>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dirty="0"/>
            </a:p>
          </p:txBody>
        </p:sp>
        <p:grpSp>
          <p:nvGrpSpPr>
            <p:cNvPr id="14" name="Group 13">
              <a:extLst>
                <a:ext uri="{FF2B5EF4-FFF2-40B4-BE49-F238E27FC236}">
                  <a16:creationId xmlns:a16="http://schemas.microsoft.com/office/drawing/2014/main" id="{7C1F3847-B759-49A8-A15E-4B26EC284864}"/>
                </a:ext>
              </a:extLst>
            </p:cNvPr>
            <p:cNvGrpSpPr/>
            <p:nvPr/>
          </p:nvGrpSpPr>
          <p:grpSpPr>
            <a:xfrm>
              <a:off x="2502024" y="4322014"/>
              <a:ext cx="4586438" cy="1456848"/>
              <a:chOff x="2579370" y="5015692"/>
              <a:chExt cx="4586438" cy="1456848"/>
            </a:xfrm>
          </p:grpSpPr>
          <p:cxnSp>
            <p:nvCxnSpPr>
              <p:cNvPr id="15" name="Straight Arrow Connector 14">
                <a:extLst>
                  <a:ext uri="{FF2B5EF4-FFF2-40B4-BE49-F238E27FC236}">
                    <a16:creationId xmlns:a16="http://schemas.microsoft.com/office/drawing/2014/main" id="{C70A71CE-5367-40C7-B79D-03EEBE2200A6}"/>
                  </a:ext>
                </a:extLst>
              </p:cNvPr>
              <p:cNvCxnSpPr/>
              <p:nvPr/>
            </p:nvCxnSpPr>
            <p:spPr>
              <a:xfrm flipV="1">
                <a:off x="3114898" y="5095096"/>
                <a:ext cx="0" cy="1224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5172147-3F06-42D6-BC94-A11B19E4027B}"/>
                  </a:ext>
                </a:extLst>
              </p:cNvPr>
              <p:cNvCxnSpPr/>
              <p:nvPr/>
            </p:nvCxnSpPr>
            <p:spPr>
              <a:xfrm>
                <a:off x="3114898" y="6319232"/>
                <a:ext cx="3744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21EAD14-14C6-4C16-B7E0-674EE17FB4FF}"/>
                  </a:ext>
                </a:extLst>
              </p:cNvPr>
              <p:cNvSpPr txBox="1"/>
              <p:nvPr/>
            </p:nvSpPr>
            <p:spPr>
              <a:xfrm>
                <a:off x="2579370" y="5015692"/>
                <a:ext cx="564578"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i="1" dirty="0"/>
                  <a:t>X[n]</a:t>
                </a:r>
                <a:endParaRPr lang="en-GB" dirty="0"/>
              </a:p>
            </p:txBody>
          </p:sp>
          <p:sp>
            <p:nvSpPr>
              <p:cNvPr id="18" name="TextBox 17">
                <a:extLst>
                  <a:ext uri="{FF2B5EF4-FFF2-40B4-BE49-F238E27FC236}">
                    <a16:creationId xmlns:a16="http://schemas.microsoft.com/office/drawing/2014/main" id="{D5E199D7-901E-4366-9E8E-22474B49EBFC}"/>
                  </a:ext>
                </a:extLst>
              </p:cNvPr>
              <p:cNvSpPr txBox="1"/>
              <p:nvPr/>
            </p:nvSpPr>
            <p:spPr>
              <a:xfrm>
                <a:off x="6859314" y="6103208"/>
                <a:ext cx="306494"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n</a:t>
                </a:r>
              </a:p>
            </p:txBody>
          </p:sp>
          <p:cxnSp>
            <p:nvCxnSpPr>
              <p:cNvPr id="19" name="Straight Arrow Connector 18">
                <a:extLst>
                  <a:ext uri="{FF2B5EF4-FFF2-40B4-BE49-F238E27FC236}">
                    <a16:creationId xmlns:a16="http://schemas.microsoft.com/office/drawing/2014/main" id="{1DA2611A-ED34-4508-9995-4542CD86CFB1}"/>
                  </a:ext>
                </a:extLst>
              </p:cNvPr>
              <p:cNvCxnSpPr/>
              <p:nvPr/>
            </p:nvCxnSpPr>
            <p:spPr>
              <a:xfrm flipV="1">
                <a:off x="3275856" y="6093296"/>
                <a:ext cx="0" cy="216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D74CEDE-D033-4D00-AA81-75D56AB0E4B0}"/>
                  </a:ext>
                </a:extLst>
              </p:cNvPr>
              <p:cNvCxnSpPr/>
              <p:nvPr/>
            </p:nvCxnSpPr>
            <p:spPr>
              <a:xfrm flipV="1">
                <a:off x="3414188" y="5938548"/>
                <a:ext cx="0" cy="39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66A7E2F-F6F2-4D0E-97AC-EF3466DA3818}"/>
                  </a:ext>
                </a:extLst>
              </p:cNvPr>
              <p:cNvCxnSpPr/>
              <p:nvPr/>
            </p:nvCxnSpPr>
            <p:spPr>
              <a:xfrm flipV="1">
                <a:off x="3566588" y="5705120"/>
                <a:ext cx="0" cy="61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E31536D-B697-4B78-B420-27124A89C3ED}"/>
                  </a:ext>
                </a:extLst>
              </p:cNvPr>
              <p:cNvCxnSpPr/>
              <p:nvPr/>
            </p:nvCxnSpPr>
            <p:spPr>
              <a:xfrm flipV="1">
                <a:off x="3718988" y="5589240"/>
                <a:ext cx="0" cy="75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82F1B50-9C7C-4772-B1CF-1E2623835A6D}"/>
                  </a:ext>
                </a:extLst>
              </p:cNvPr>
              <p:cNvCxnSpPr/>
              <p:nvPr/>
            </p:nvCxnSpPr>
            <p:spPr>
              <a:xfrm flipV="1">
                <a:off x="3871388" y="5518900"/>
                <a:ext cx="0" cy="79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9AE6B45-64E0-43D7-8AD1-8E740A443DF2}"/>
                  </a:ext>
                </a:extLst>
              </p:cNvPr>
              <p:cNvCxnSpPr/>
              <p:nvPr/>
            </p:nvCxnSpPr>
            <p:spPr>
              <a:xfrm flipV="1">
                <a:off x="4023788" y="5503164"/>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F8985AF-FFD0-475C-BD72-DA38187F4D43}"/>
                  </a:ext>
                </a:extLst>
              </p:cNvPr>
              <p:cNvCxnSpPr/>
              <p:nvPr/>
            </p:nvCxnSpPr>
            <p:spPr>
              <a:xfrm flipV="1">
                <a:off x="4176188" y="5487428"/>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D39939B-0837-406C-ADDB-041EA21A666C}"/>
                  </a:ext>
                </a:extLst>
              </p:cNvPr>
              <p:cNvCxnSpPr/>
              <p:nvPr/>
            </p:nvCxnSpPr>
            <p:spPr>
              <a:xfrm flipV="1">
                <a:off x="4328588" y="5471012"/>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A478104-BD37-43E5-BB71-151BFB5FB52B}"/>
                  </a:ext>
                </a:extLst>
              </p:cNvPr>
              <p:cNvCxnSpPr/>
              <p:nvPr/>
            </p:nvCxnSpPr>
            <p:spPr>
              <a:xfrm flipV="1">
                <a:off x="4499992" y="5473360"/>
                <a:ext cx="0" cy="86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5EE0CA5-D4FA-4507-BB4C-567EA0540890}"/>
                  </a:ext>
                </a:extLst>
              </p:cNvPr>
              <p:cNvCxnSpPr/>
              <p:nvPr/>
            </p:nvCxnSpPr>
            <p:spPr>
              <a:xfrm flipV="1">
                <a:off x="4672144" y="5489096"/>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9861C98-DF40-4FD4-B2A8-A60010345FB2}"/>
                  </a:ext>
                </a:extLst>
              </p:cNvPr>
              <p:cNvCxnSpPr/>
              <p:nvPr/>
            </p:nvCxnSpPr>
            <p:spPr>
              <a:xfrm flipV="1">
                <a:off x="4830228" y="5499148"/>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C870C1F-4D81-4E67-89FF-237716255E43}"/>
                  </a:ext>
                </a:extLst>
              </p:cNvPr>
              <p:cNvCxnSpPr/>
              <p:nvPr/>
            </p:nvCxnSpPr>
            <p:spPr>
              <a:xfrm flipV="1">
                <a:off x="4975912" y="5531300"/>
                <a:ext cx="0" cy="79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19DAF13-A590-45E5-B2CF-1466745E2B32}"/>
                  </a:ext>
                </a:extLst>
              </p:cNvPr>
              <p:cNvCxnSpPr/>
              <p:nvPr/>
            </p:nvCxnSpPr>
            <p:spPr>
              <a:xfrm flipV="1">
                <a:off x="5128312" y="5641496"/>
                <a:ext cx="0" cy="68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606D2A0-15DE-4841-894A-58B34910562D}"/>
                  </a:ext>
                </a:extLst>
              </p:cNvPr>
              <p:cNvCxnSpPr/>
              <p:nvPr/>
            </p:nvCxnSpPr>
            <p:spPr>
              <a:xfrm flipV="1">
                <a:off x="5294780" y="5751692"/>
                <a:ext cx="0" cy="57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B8316EE-939A-4978-A37E-65F415E7EBAB}"/>
                  </a:ext>
                </a:extLst>
              </p:cNvPr>
              <p:cNvCxnSpPr/>
              <p:nvPr/>
            </p:nvCxnSpPr>
            <p:spPr>
              <a:xfrm flipV="1">
                <a:off x="5447180" y="5875956"/>
                <a:ext cx="0" cy="43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AD4B835-0232-435C-BE9B-F816D480C8E8}"/>
                  </a:ext>
                </a:extLst>
              </p:cNvPr>
              <p:cNvCxnSpPr/>
              <p:nvPr/>
            </p:nvCxnSpPr>
            <p:spPr>
              <a:xfrm flipV="1">
                <a:off x="5599580" y="5915812"/>
                <a:ext cx="0" cy="39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9A4C6CF-C495-4CD8-9035-07B957D53E3F}"/>
                  </a:ext>
                </a:extLst>
              </p:cNvPr>
              <p:cNvCxnSpPr/>
              <p:nvPr/>
            </p:nvCxnSpPr>
            <p:spPr>
              <a:xfrm flipV="1">
                <a:off x="5723844" y="5955668"/>
                <a:ext cx="0" cy="360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2C6B23E-1561-4660-9F15-DDC4799238E3}"/>
                  </a:ext>
                </a:extLst>
              </p:cNvPr>
              <p:cNvCxnSpPr/>
              <p:nvPr/>
            </p:nvCxnSpPr>
            <p:spPr>
              <a:xfrm flipV="1">
                <a:off x="5883880" y="5927532"/>
                <a:ext cx="0" cy="39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88F7D96-305F-46CA-802F-8ECE236C1561}"/>
                  </a:ext>
                </a:extLst>
              </p:cNvPr>
              <p:cNvCxnSpPr/>
              <p:nvPr/>
            </p:nvCxnSpPr>
            <p:spPr>
              <a:xfrm flipV="1">
                <a:off x="6050348" y="5863204"/>
                <a:ext cx="0" cy="43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1774A70-D8A1-40BA-A972-AD0B42ECD9B1}"/>
                  </a:ext>
                </a:extLst>
              </p:cNvPr>
              <p:cNvCxnSpPr/>
              <p:nvPr/>
            </p:nvCxnSpPr>
            <p:spPr>
              <a:xfrm flipV="1">
                <a:off x="6202748" y="5805264"/>
                <a:ext cx="0" cy="50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9A9447C-5A41-4F10-B6E4-9615DE28D47C}"/>
                  </a:ext>
                </a:extLst>
              </p:cNvPr>
              <p:cNvCxnSpPr/>
              <p:nvPr/>
            </p:nvCxnSpPr>
            <p:spPr>
              <a:xfrm flipV="1">
                <a:off x="6369216" y="5720856"/>
                <a:ext cx="0" cy="57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F778F33-742A-439C-B87F-C4961ECD9ECE}"/>
                  </a:ext>
                </a:extLst>
              </p:cNvPr>
              <p:cNvCxnSpPr/>
              <p:nvPr/>
            </p:nvCxnSpPr>
            <p:spPr>
              <a:xfrm flipV="1">
                <a:off x="6549752" y="5631444"/>
                <a:ext cx="0" cy="68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AE781F1-9B29-4049-A218-A8ED146012CF}"/>
                  </a:ext>
                </a:extLst>
              </p:cNvPr>
              <p:cNvCxnSpPr/>
              <p:nvPr/>
            </p:nvCxnSpPr>
            <p:spPr>
              <a:xfrm flipV="1">
                <a:off x="6702152" y="5544688"/>
                <a:ext cx="0" cy="79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
        <p:nvSpPr>
          <p:cNvPr id="3" name="Rectangle 2">
            <a:extLst>
              <a:ext uri="{FF2B5EF4-FFF2-40B4-BE49-F238E27FC236}">
                <a16:creationId xmlns:a16="http://schemas.microsoft.com/office/drawing/2014/main" id="{279E601C-1165-4C8F-994E-B9FFCA1CD521}"/>
              </a:ext>
            </a:extLst>
          </p:cNvPr>
          <p:cNvSpPr/>
          <p:nvPr/>
        </p:nvSpPr>
        <p:spPr>
          <a:xfrm>
            <a:off x="396912" y="3470842"/>
            <a:ext cx="8552015" cy="646331"/>
          </a:xfrm>
          <a:prstGeom prst="rect">
            <a:avLst/>
          </a:prstGeom>
        </p:spPr>
        <p:txBody>
          <a:bodyPr wrap="square">
            <a:spAutoFit/>
          </a:bodyPr>
          <a:lstStyle/>
          <a:p>
            <a:pPr marL="182563" indent="-182563" algn="just">
              <a:buFont typeface="Arial" pitchFamily="34" charset="0"/>
              <a:buChar char="•"/>
            </a:pPr>
            <a:r>
              <a:rPr lang="en-US" dirty="0"/>
              <a:t>A discrete time control system involves one or more variables that are known only at discrete time intervals.</a:t>
            </a:r>
          </a:p>
        </p:txBody>
      </p:sp>
    </p:spTree>
    <p:extLst>
      <p:ext uri="{BB962C8B-B14F-4D97-AF65-F5344CB8AC3E}">
        <p14:creationId xmlns:p14="http://schemas.microsoft.com/office/powerpoint/2010/main" val="8374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833664" y="499319"/>
            <a:ext cx="5070619" cy="400110"/>
          </a:xfrm>
          <a:prstGeom prst="rect">
            <a:avLst/>
          </a:prstGeom>
          <a:noFill/>
          <a:ln w="9525">
            <a:noFill/>
            <a:miter lim="800000"/>
            <a:headEnd/>
            <a:tailEnd/>
          </a:ln>
          <a:effectLst/>
        </p:spPr>
        <p:txBody>
          <a:bodyPr wrap="none">
            <a:spAutoFit/>
          </a:bodyPr>
          <a:lstStyle/>
          <a:p>
            <a:r>
              <a:rPr lang="en-US" sz="2000" dirty="0"/>
              <a:t>Deterministic </a:t>
            </a:r>
            <a:r>
              <a:rPr lang="en-US" sz="2000" dirty="0" err="1"/>
              <a:t>vs</a:t>
            </a:r>
            <a:r>
              <a:rPr lang="en-US" sz="2000" dirty="0"/>
              <a:t> Stochastic Control System</a:t>
            </a:r>
          </a:p>
        </p:txBody>
      </p:sp>
      <p:sp>
        <p:nvSpPr>
          <p:cNvPr id="5" name="Title 1"/>
          <p:cNvSpPr txBox="1">
            <a:spLocks/>
          </p:cNvSpPr>
          <p:nvPr/>
        </p:nvSpPr>
        <p:spPr>
          <a:xfrm>
            <a:off x="457200" y="1052736"/>
            <a:ext cx="8229600" cy="36490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37" name="Text Box 4"/>
          <p:cNvSpPr txBox="1">
            <a:spLocks noChangeArrowheads="1"/>
          </p:cNvSpPr>
          <p:nvPr/>
        </p:nvSpPr>
        <p:spPr bwMode="auto">
          <a:xfrm>
            <a:off x="191540" y="3854211"/>
            <a:ext cx="8604448" cy="738664"/>
          </a:xfrm>
          <a:prstGeom prst="rect">
            <a:avLst/>
          </a:prstGeom>
          <a:noFill/>
          <a:ln w="9525">
            <a:noFill/>
            <a:miter lim="800000"/>
            <a:headEnd/>
            <a:tailEnd/>
          </a:ln>
          <a:effectLst/>
        </p:spPr>
        <p:txBody>
          <a:bodyPr wrap="square">
            <a:spAutoFit/>
          </a:bodyPr>
          <a:lstStyle/>
          <a:p>
            <a:pPr algn="just"/>
            <a:endParaRPr lang="en-US" sz="2200" dirty="0"/>
          </a:p>
          <a:p>
            <a:pPr marL="182563" indent="-182563" algn="just">
              <a:buFont typeface="Arial" pitchFamily="34" charset="0"/>
              <a:buChar char="•"/>
            </a:pPr>
            <a:r>
              <a:rPr lang="en-US" sz="2000" dirty="0"/>
              <a:t>If not, the control system is a stochastic control system</a:t>
            </a:r>
          </a:p>
        </p:txBody>
      </p:sp>
      <p:grpSp>
        <p:nvGrpSpPr>
          <p:cNvPr id="25" name="Group 24"/>
          <p:cNvGrpSpPr/>
          <p:nvPr/>
        </p:nvGrpSpPr>
        <p:grpSpPr>
          <a:xfrm>
            <a:off x="1548296" y="1853464"/>
            <a:ext cx="6120680" cy="2016136"/>
            <a:chOff x="611560" y="2780928"/>
            <a:chExt cx="6120680" cy="2016136"/>
          </a:xfrm>
        </p:grpSpPr>
        <p:sp>
          <p:nvSpPr>
            <p:cNvPr id="19" name="TextBox 18"/>
            <p:cNvSpPr txBox="1"/>
            <p:nvPr/>
          </p:nvSpPr>
          <p:spPr>
            <a:xfrm>
              <a:off x="3738754" y="2780928"/>
              <a:ext cx="502061" cy="369332"/>
            </a:xfrm>
            <a:prstGeom prst="rect">
              <a:avLst/>
            </a:prstGeom>
            <a:noFill/>
          </p:spPr>
          <p:txBody>
            <a:bodyPr wrap="none" rtlCol="0">
              <a:spAutoFit/>
            </a:bodyPr>
            <a:lstStyle/>
            <a:p>
              <a:r>
                <a:rPr lang="en-GB" i="1" dirty="0"/>
                <a:t>y</a:t>
              </a:r>
              <a:r>
                <a:rPr lang="en-GB" dirty="0"/>
                <a:t>(t)</a:t>
              </a:r>
            </a:p>
          </p:txBody>
        </p:sp>
        <p:sp>
          <p:nvSpPr>
            <p:cNvPr id="20" name="TextBox 19"/>
            <p:cNvSpPr txBox="1"/>
            <p:nvPr/>
          </p:nvSpPr>
          <p:spPr>
            <a:xfrm>
              <a:off x="6259034" y="4005064"/>
              <a:ext cx="473206" cy="369332"/>
            </a:xfrm>
            <a:prstGeom prst="rect">
              <a:avLst/>
            </a:prstGeom>
            <a:noFill/>
          </p:spPr>
          <p:txBody>
            <a:bodyPr wrap="none" rtlCol="0">
              <a:spAutoFit/>
            </a:bodyPr>
            <a:lstStyle/>
            <a:p>
              <a:r>
                <a:rPr lang="en-GB" dirty="0"/>
                <a:t>    t</a:t>
              </a:r>
            </a:p>
          </p:txBody>
        </p:sp>
        <p:sp>
          <p:nvSpPr>
            <p:cNvPr id="23" name="Rectangle 22"/>
            <p:cNvSpPr/>
            <p:nvPr/>
          </p:nvSpPr>
          <p:spPr>
            <a:xfrm>
              <a:off x="4327840" y="3429000"/>
              <a:ext cx="57606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5485696" y="3429000"/>
              <a:ext cx="57606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Arrow Connector 15"/>
            <p:cNvCxnSpPr/>
            <p:nvPr/>
          </p:nvCxnSpPr>
          <p:spPr>
            <a:xfrm>
              <a:off x="4314818" y="4005064"/>
              <a:ext cx="23042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611560" y="2780928"/>
              <a:ext cx="2993486" cy="2016136"/>
              <a:chOff x="611560" y="2780928"/>
              <a:chExt cx="2993486" cy="2016136"/>
            </a:xfrm>
          </p:grpSpPr>
          <p:cxnSp>
            <p:nvCxnSpPr>
              <p:cNvPr id="7" name="Straight Arrow Connector 6"/>
              <p:cNvCxnSpPr/>
              <p:nvPr/>
            </p:nvCxnSpPr>
            <p:spPr>
              <a:xfrm flipV="1">
                <a:off x="1187624" y="2924944"/>
                <a:ext cx="0" cy="1080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a:xfrm>
                <a:off x="1187624" y="3213064"/>
                <a:ext cx="648072" cy="792000"/>
              </a:xfrm>
              <a:prstGeom prst="triangl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Isosceles Triangle 10"/>
              <p:cNvSpPr/>
              <p:nvPr/>
            </p:nvSpPr>
            <p:spPr>
              <a:xfrm flipV="1">
                <a:off x="1835696" y="4005064"/>
                <a:ext cx="648072" cy="792000"/>
              </a:xfrm>
              <a:prstGeom prst="triangl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p:cNvSpPr txBox="1"/>
              <p:nvPr/>
            </p:nvSpPr>
            <p:spPr>
              <a:xfrm>
                <a:off x="611560" y="2780928"/>
                <a:ext cx="502061" cy="369332"/>
              </a:xfrm>
              <a:prstGeom prst="rect">
                <a:avLst/>
              </a:prstGeom>
              <a:noFill/>
            </p:spPr>
            <p:txBody>
              <a:bodyPr wrap="none" rtlCol="0">
                <a:spAutoFit/>
              </a:bodyPr>
              <a:lstStyle/>
              <a:p>
                <a:r>
                  <a:rPr lang="en-GB" i="1" dirty="0"/>
                  <a:t>x</a:t>
                </a:r>
                <a:r>
                  <a:rPr lang="en-GB" dirty="0"/>
                  <a:t>(t)</a:t>
                </a:r>
              </a:p>
            </p:txBody>
          </p:sp>
          <p:sp>
            <p:nvSpPr>
              <p:cNvPr id="13" name="TextBox 12"/>
              <p:cNvSpPr txBox="1"/>
              <p:nvPr/>
            </p:nvSpPr>
            <p:spPr>
              <a:xfrm>
                <a:off x="3131840" y="4005064"/>
                <a:ext cx="473206" cy="369332"/>
              </a:xfrm>
              <a:prstGeom prst="rect">
                <a:avLst/>
              </a:prstGeom>
              <a:noFill/>
            </p:spPr>
            <p:txBody>
              <a:bodyPr wrap="none" rtlCol="0">
                <a:spAutoFit/>
              </a:bodyPr>
              <a:lstStyle/>
              <a:p>
                <a:r>
                  <a:rPr lang="en-GB" dirty="0"/>
                  <a:t>    t</a:t>
                </a:r>
              </a:p>
            </p:txBody>
          </p:sp>
          <p:cxnSp>
            <p:nvCxnSpPr>
              <p:cNvPr id="9" name="Straight Arrow Connector 8"/>
              <p:cNvCxnSpPr/>
              <p:nvPr/>
            </p:nvCxnSpPr>
            <p:spPr>
              <a:xfrm>
                <a:off x="1187624" y="4005064"/>
                <a:ext cx="23042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15" name="Straight Arrow Connector 14"/>
            <p:cNvCxnSpPr/>
            <p:nvPr/>
          </p:nvCxnSpPr>
          <p:spPr>
            <a:xfrm flipV="1">
              <a:off x="4314818" y="2924944"/>
              <a:ext cx="0" cy="1080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a:off x="2555776" y="5140504"/>
            <a:ext cx="4471214" cy="1456848"/>
            <a:chOff x="2555776" y="5085184"/>
            <a:chExt cx="4471214" cy="1456848"/>
          </a:xfrm>
        </p:grpSpPr>
        <p:cxnSp>
          <p:nvCxnSpPr>
            <p:cNvPr id="28" name="Straight Arrow Connector 27"/>
            <p:cNvCxnSpPr/>
            <p:nvPr/>
          </p:nvCxnSpPr>
          <p:spPr>
            <a:xfrm flipV="1">
              <a:off x="3020964" y="5164588"/>
              <a:ext cx="0" cy="1224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020964" y="6388724"/>
              <a:ext cx="3744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555776" y="5085184"/>
              <a:ext cx="502061" cy="369332"/>
            </a:xfrm>
            <a:prstGeom prst="rect">
              <a:avLst/>
            </a:prstGeom>
            <a:noFill/>
          </p:spPr>
          <p:txBody>
            <a:bodyPr wrap="none" rtlCol="0">
              <a:spAutoFit/>
            </a:bodyPr>
            <a:lstStyle/>
            <a:p>
              <a:r>
                <a:rPr lang="en-GB" i="1" dirty="0"/>
                <a:t>z</a:t>
              </a:r>
              <a:r>
                <a:rPr lang="en-GB" dirty="0"/>
                <a:t>(t)</a:t>
              </a:r>
            </a:p>
          </p:txBody>
        </p:sp>
        <p:sp>
          <p:nvSpPr>
            <p:cNvPr id="32" name="TextBox 31"/>
            <p:cNvSpPr txBox="1"/>
            <p:nvPr/>
          </p:nvSpPr>
          <p:spPr>
            <a:xfrm>
              <a:off x="6765380" y="6172700"/>
              <a:ext cx="261610" cy="369332"/>
            </a:xfrm>
            <a:prstGeom prst="rect">
              <a:avLst/>
            </a:prstGeom>
            <a:noFill/>
          </p:spPr>
          <p:txBody>
            <a:bodyPr wrap="none" rtlCol="0">
              <a:spAutoFit/>
            </a:bodyPr>
            <a:lstStyle/>
            <a:p>
              <a:r>
                <a:rPr lang="en-GB" dirty="0"/>
                <a:t>t</a:t>
              </a:r>
            </a:p>
          </p:txBody>
        </p:sp>
        <p:sp>
          <p:nvSpPr>
            <p:cNvPr id="35" name="Freeform 34"/>
            <p:cNvSpPr/>
            <p:nvPr/>
          </p:nvSpPr>
          <p:spPr>
            <a:xfrm>
              <a:off x="3038621" y="5289452"/>
              <a:ext cx="3418449" cy="1097280"/>
            </a:xfrm>
            <a:custGeom>
              <a:avLst/>
              <a:gdLst>
                <a:gd name="connsiteX0" fmla="*/ 0 w 3418449"/>
                <a:gd name="connsiteY0" fmla="*/ 1097280 h 1097280"/>
                <a:gd name="connsiteX1" fmla="*/ 196948 w 3418449"/>
                <a:gd name="connsiteY1" fmla="*/ 450166 h 1097280"/>
                <a:gd name="connsiteX2" fmla="*/ 604911 w 3418449"/>
                <a:gd name="connsiteY2" fmla="*/ 70338 h 1097280"/>
                <a:gd name="connsiteX3" fmla="*/ 844062 w 3418449"/>
                <a:gd name="connsiteY3" fmla="*/ 872197 h 1097280"/>
                <a:gd name="connsiteX4" fmla="*/ 1195754 w 3418449"/>
                <a:gd name="connsiteY4" fmla="*/ 281354 h 1097280"/>
                <a:gd name="connsiteX5" fmla="*/ 1589649 w 3418449"/>
                <a:gd name="connsiteY5" fmla="*/ 1026942 h 1097280"/>
                <a:gd name="connsiteX6" fmla="*/ 1997613 w 3418449"/>
                <a:gd name="connsiteY6" fmla="*/ 84406 h 1097280"/>
                <a:gd name="connsiteX7" fmla="*/ 2644726 w 3418449"/>
                <a:gd name="connsiteY7" fmla="*/ 815926 h 1097280"/>
                <a:gd name="connsiteX8" fmla="*/ 3010486 w 3418449"/>
                <a:gd name="connsiteY8" fmla="*/ 253218 h 1097280"/>
                <a:gd name="connsiteX9" fmla="*/ 3418449 w 3418449"/>
                <a:gd name="connsiteY9" fmla="*/ 1097280 h 109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18449" h="1097280">
                  <a:moveTo>
                    <a:pt x="0" y="1097280"/>
                  </a:moveTo>
                  <a:cubicBezTo>
                    <a:pt x="48065" y="859301"/>
                    <a:pt x="96130" y="621323"/>
                    <a:pt x="196948" y="450166"/>
                  </a:cubicBezTo>
                  <a:cubicBezTo>
                    <a:pt x="297767" y="279009"/>
                    <a:pt x="497059" y="0"/>
                    <a:pt x="604911" y="70338"/>
                  </a:cubicBezTo>
                  <a:cubicBezTo>
                    <a:pt x="712763" y="140676"/>
                    <a:pt x="745588" y="837028"/>
                    <a:pt x="844062" y="872197"/>
                  </a:cubicBezTo>
                  <a:cubicBezTo>
                    <a:pt x="942536" y="907366"/>
                    <a:pt x="1071490" y="255563"/>
                    <a:pt x="1195754" y="281354"/>
                  </a:cubicBezTo>
                  <a:cubicBezTo>
                    <a:pt x="1320019" y="307145"/>
                    <a:pt x="1456006" y="1059767"/>
                    <a:pt x="1589649" y="1026942"/>
                  </a:cubicBezTo>
                  <a:cubicBezTo>
                    <a:pt x="1723292" y="994117"/>
                    <a:pt x="1821767" y="119575"/>
                    <a:pt x="1997613" y="84406"/>
                  </a:cubicBezTo>
                  <a:cubicBezTo>
                    <a:pt x="2173459" y="49237"/>
                    <a:pt x="2475914" y="787791"/>
                    <a:pt x="2644726" y="815926"/>
                  </a:cubicBezTo>
                  <a:cubicBezTo>
                    <a:pt x="2813538" y="844061"/>
                    <a:pt x="2881532" y="206326"/>
                    <a:pt x="3010486" y="253218"/>
                  </a:cubicBezTo>
                  <a:cubicBezTo>
                    <a:pt x="3139440" y="300110"/>
                    <a:pt x="3418449" y="1097280"/>
                    <a:pt x="3418449" y="109728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2" name="Slide Number Placeholder 1"/>
          <p:cNvSpPr>
            <a:spLocks noGrp="1"/>
          </p:cNvSpPr>
          <p:nvPr>
            <p:ph type="sldNum" sz="quarter" idx="12"/>
          </p:nvPr>
        </p:nvSpPr>
        <p:spPr/>
        <p:txBody>
          <a:bodyPr/>
          <a:lstStyle/>
          <a:p>
            <a:fld id="{7A0D5CAB-8BF0-4EA3-BAE4-9835C852A49B}" type="slidenum">
              <a:rPr lang="en-GB" smtClean="0"/>
              <a:pPr/>
              <a:t>36</a:t>
            </a:fld>
            <a:endParaRPr lang="en-GB"/>
          </a:p>
        </p:txBody>
      </p:sp>
      <p:sp>
        <p:nvSpPr>
          <p:cNvPr id="26" name="Title 1">
            <a:extLst>
              <a:ext uri="{FF2B5EF4-FFF2-40B4-BE49-F238E27FC236}">
                <a16:creationId xmlns:a16="http://schemas.microsoft.com/office/drawing/2014/main" id="{B2F791B6-625A-4F15-8ED6-16C74A8CF52D}"/>
              </a:ext>
            </a:extLst>
          </p:cNvPr>
          <p:cNvSpPr txBox="1">
            <a:spLocks/>
          </p:cNvSpPr>
          <p:nvPr/>
        </p:nvSpPr>
        <p:spPr bwMode="auto">
          <a:xfrm>
            <a:off x="292100" y="22225"/>
            <a:ext cx="8175625" cy="5095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defTabSz="457200" rtl="0" eaLnBrk="0" fontAlgn="base" hangingPunct="0">
              <a:spcBef>
                <a:spcPct val="0"/>
              </a:spcBef>
              <a:spcAft>
                <a:spcPct val="0"/>
              </a:spcAft>
              <a:defRPr sz="4000" kern="1200">
                <a:solidFill>
                  <a:srgbClr val="C60C30"/>
                </a:solidFill>
                <a:latin typeface="Arial Bold"/>
                <a:ea typeface="ＭＳ Ｐゴシック" charset="-128"/>
                <a:cs typeface="Arial Bold"/>
              </a:defRPr>
            </a:lvl1pPr>
            <a:lvl2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5pPr>
            <a:lvl6pPr marL="457200" algn="l" defTabSz="457200" rtl="0" eaLnBrk="1" fontAlgn="base" hangingPunct="1">
              <a:spcBef>
                <a:spcPct val="0"/>
              </a:spcBef>
              <a:spcAft>
                <a:spcPct val="0"/>
              </a:spcAft>
              <a:defRPr sz="4000">
                <a:solidFill>
                  <a:srgbClr val="C60C30"/>
                </a:solidFill>
                <a:latin typeface="Arial Bold" charset="0"/>
                <a:ea typeface="ＭＳ Ｐゴシック" charset="-128"/>
              </a:defRPr>
            </a:lvl6pPr>
            <a:lvl7pPr marL="914400" algn="l" defTabSz="457200" rtl="0" eaLnBrk="1" fontAlgn="base" hangingPunct="1">
              <a:spcBef>
                <a:spcPct val="0"/>
              </a:spcBef>
              <a:spcAft>
                <a:spcPct val="0"/>
              </a:spcAft>
              <a:defRPr sz="4000">
                <a:solidFill>
                  <a:srgbClr val="C60C30"/>
                </a:solidFill>
                <a:latin typeface="Arial Bold" charset="0"/>
                <a:ea typeface="ＭＳ Ｐゴシック" charset="-128"/>
              </a:defRPr>
            </a:lvl7pPr>
            <a:lvl8pPr marL="1371600" algn="l" defTabSz="457200" rtl="0" eaLnBrk="1" fontAlgn="base" hangingPunct="1">
              <a:spcBef>
                <a:spcPct val="0"/>
              </a:spcBef>
              <a:spcAft>
                <a:spcPct val="0"/>
              </a:spcAft>
              <a:defRPr sz="4000">
                <a:solidFill>
                  <a:srgbClr val="C60C30"/>
                </a:solidFill>
                <a:latin typeface="Arial Bold" charset="0"/>
                <a:ea typeface="ＭＳ Ｐゴシック" charset="-128"/>
              </a:defRPr>
            </a:lvl8pPr>
            <a:lvl9pPr marL="1828800" algn="l" defTabSz="457200" rtl="0" eaLnBrk="1" fontAlgn="base" hangingPunct="1">
              <a:spcBef>
                <a:spcPct val="0"/>
              </a:spcBef>
              <a:spcAft>
                <a:spcPct val="0"/>
              </a:spcAft>
              <a:defRPr sz="4000">
                <a:solidFill>
                  <a:srgbClr val="C60C30"/>
                </a:solidFill>
                <a:latin typeface="Arial Bold" charset="0"/>
                <a:ea typeface="ＭＳ Ｐゴシック" charset="-128"/>
              </a:defRPr>
            </a:lvl9pPr>
          </a:lstStyle>
          <a:p>
            <a:pPr marL="306070">
              <a:spcBef>
                <a:spcPts val="100"/>
              </a:spcBef>
            </a:pPr>
            <a:r>
              <a:rPr lang="en-GB" sz="2400" b="1" spc="-5">
                <a:latin typeface="Arial"/>
                <a:cs typeface="Arial"/>
              </a:rPr>
              <a:t>Types of Control System</a:t>
            </a:r>
            <a:endParaRPr lang="en-GB" sz="2400" b="1" dirty="0">
              <a:cs typeface="Arial"/>
            </a:endParaRPr>
          </a:p>
        </p:txBody>
      </p:sp>
      <p:sp>
        <p:nvSpPr>
          <p:cNvPr id="30" name="TextBox 29">
            <a:extLst>
              <a:ext uri="{FF2B5EF4-FFF2-40B4-BE49-F238E27FC236}">
                <a16:creationId xmlns:a16="http://schemas.microsoft.com/office/drawing/2014/main" id="{39578165-6851-4BFD-B296-84BAC5074CA2}"/>
              </a:ext>
            </a:extLst>
          </p:cNvPr>
          <p:cNvSpPr txBox="1"/>
          <p:nvPr/>
        </p:nvSpPr>
        <p:spPr>
          <a:xfrm>
            <a:off x="233679" y="1048087"/>
            <a:ext cx="8520171" cy="707886"/>
          </a:xfrm>
          <a:prstGeom prst="rect">
            <a:avLst/>
          </a:prstGeom>
          <a:noFill/>
        </p:spPr>
        <p:txBody>
          <a:bodyPr wrap="square">
            <a:spAutoFit/>
          </a:bodyPr>
          <a:lstStyle/>
          <a:p>
            <a:pPr marL="182563" indent="-182563" algn="just">
              <a:buFont typeface="Arial" pitchFamily="34" charset="0"/>
              <a:buChar char="•"/>
            </a:pPr>
            <a:r>
              <a:rPr lang="en-US" sz="2000" dirty="0"/>
              <a:t>A control System is deterministic if the response to input is predictable and repeatable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fade">
                                      <p:cBhvr>
                                        <p:cTn id="7" dur="500"/>
                                        <p:tgtEl>
                                          <p:spTgt spid="41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p:bldP spid="37" grpId="0"/>
      <p:bldP spid="3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70993"/>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Types of Control System</a:t>
            </a:r>
            <a:endParaRPr lang="en-GB" sz="2400" b="1" dirty="0">
              <a:cs typeface="Arial"/>
            </a:endParaRPr>
          </a:p>
        </p:txBody>
      </p:sp>
      <p:sp>
        <p:nvSpPr>
          <p:cNvPr id="70" name="Title 1">
            <a:extLst>
              <a:ext uri="{FF2B5EF4-FFF2-40B4-BE49-F238E27FC236}">
                <a16:creationId xmlns:a16="http://schemas.microsoft.com/office/drawing/2014/main" id="{C65B4A61-7F9C-4578-8814-00A1C9E2DC59}"/>
              </a:ext>
            </a:extLst>
          </p:cNvPr>
          <p:cNvSpPr>
            <a:spLocks noGrp="1"/>
          </p:cNvSpPr>
          <p:nvPr/>
        </p:nvSpPr>
        <p:spPr>
          <a:xfrm>
            <a:off x="-1385131" y="399818"/>
            <a:ext cx="8229600" cy="562074"/>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000" dirty="0"/>
              <a:t>Classification of Control Systems</a:t>
            </a:r>
          </a:p>
        </p:txBody>
      </p:sp>
      <p:pic>
        <p:nvPicPr>
          <p:cNvPr id="4" name="Picture 3">
            <a:extLst>
              <a:ext uri="{FF2B5EF4-FFF2-40B4-BE49-F238E27FC236}">
                <a16:creationId xmlns:a16="http://schemas.microsoft.com/office/drawing/2014/main" id="{30C22C01-B8D3-4BEC-A455-5C2377E9E191}"/>
              </a:ext>
            </a:extLst>
          </p:cNvPr>
          <p:cNvPicPr>
            <a:picLocks noChangeAspect="1"/>
          </p:cNvPicPr>
          <p:nvPr/>
        </p:nvPicPr>
        <p:blipFill>
          <a:blip r:embed="rId3"/>
          <a:stretch>
            <a:fillRect/>
          </a:stretch>
        </p:blipFill>
        <p:spPr>
          <a:xfrm>
            <a:off x="536142" y="979110"/>
            <a:ext cx="7931583" cy="5809992"/>
          </a:xfrm>
          <a:prstGeom prst="rect">
            <a:avLst/>
          </a:prstGeom>
        </p:spPr>
      </p:pic>
      <p:grpSp>
        <p:nvGrpSpPr>
          <p:cNvPr id="5" name="Group 4">
            <a:extLst>
              <a:ext uri="{FF2B5EF4-FFF2-40B4-BE49-F238E27FC236}">
                <a16:creationId xmlns:a16="http://schemas.microsoft.com/office/drawing/2014/main" id="{9FFA65C8-731C-459F-9E58-82EC66BC551B}"/>
              </a:ext>
            </a:extLst>
          </p:cNvPr>
          <p:cNvGrpSpPr/>
          <p:nvPr/>
        </p:nvGrpSpPr>
        <p:grpSpPr>
          <a:xfrm>
            <a:off x="3492031" y="435453"/>
            <a:ext cx="5425439" cy="6485205"/>
            <a:chOff x="1859281" y="186397"/>
            <a:chExt cx="5425439" cy="6485205"/>
          </a:xfrm>
        </p:grpSpPr>
        <p:sp>
          <p:nvSpPr>
            <p:cNvPr id="124" name="Freeform 63">
              <a:extLst>
                <a:ext uri="{FF2B5EF4-FFF2-40B4-BE49-F238E27FC236}">
                  <a16:creationId xmlns:a16="http://schemas.microsoft.com/office/drawing/2014/main" id="{9F21F53D-4E66-4D8B-A1AA-DAB3D714340D}"/>
                </a:ext>
              </a:extLst>
            </p:cNvPr>
            <p:cNvSpPr/>
            <p:nvPr/>
          </p:nvSpPr>
          <p:spPr>
            <a:xfrm>
              <a:off x="1859281" y="186397"/>
              <a:ext cx="5425439" cy="6485205"/>
            </a:xfrm>
            <a:custGeom>
              <a:avLst/>
              <a:gdLst>
                <a:gd name="connsiteX0" fmla="*/ 131298 w 5425439"/>
                <a:gd name="connsiteY0" fmla="*/ 794824 h 6485205"/>
                <a:gd name="connsiteX1" fmla="*/ 1003495 w 5425439"/>
                <a:gd name="connsiteY1" fmla="*/ 2286000 h 6485205"/>
                <a:gd name="connsiteX2" fmla="*/ 1692812 w 5425439"/>
                <a:gd name="connsiteY2" fmla="*/ 3284806 h 6485205"/>
                <a:gd name="connsiteX3" fmla="*/ 2382129 w 5425439"/>
                <a:gd name="connsiteY3" fmla="*/ 4339883 h 6485205"/>
                <a:gd name="connsiteX4" fmla="*/ 2944836 w 5425439"/>
                <a:gd name="connsiteY4" fmla="*/ 5015132 h 6485205"/>
                <a:gd name="connsiteX5" fmla="*/ 3606018 w 5425439"/>
                <a:gd name="connsiteY5" fmla="*/ 6126480 h 6485205"/>
                <a:gd name="connsiteX6" fmla="*/ 4942449 w 5425439"/>
                <a:gd name="connsiteY6" fmla="*/ 6323427 h 6485205"/>
                <a:gd name="connsiteX7" fmla="*/ 4900245 w 5425439"/>
                <a:gd name="connsiteY7" fmla="*/ 5155809 h 6485205"/>
                <a:gd name="connsiteX8" fmla="*/ 1791285 w 5425439"/>
                <a:gd name="connsiteY8" fmla="*/ 724486 h 6485205"/>
                <a:gd name="connsiteX9" fmla="*/ 131298 w 5425439"/>
                <a:gd name="connsiteY9" fmla="*/ 794824 h 6485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25439" h="6485205">
                  <a:moveTo>
                    <a:pt x="131298" y="794824"/>
                  </a:moveTo>
                  <a:cubicBezTo>
                    <a:pt x="0" y="1055076"/>
                    <a:pt x="743243" y="1871003"/>
                    <a:pt x="1003495" y="2286000"/>
                  </a:cubicBezTo>
                  <a:cubicBezTo>
                    <a:pt x="1263747" y="2700997"/>
                    <a:pt x="1463040" y="2942492"/>
                    <a:pt x="1692812" y="3284806"/>
                  </a:cubicBezTo>
                  <a:cubicBezTo>
                    <a:pt x="1922584" y="3627120"/>
                    <a:pt x="2173458" y="4051495"/>
                    <a:pt x="2382129" y="4339883"/>
                  </a:cubicBezTo>
                  <a:cubicBezTo>
                    <a:pt x="2590800" y="4628271"/>
                    <a:pt x="2740855" y="4717366"/>
                    <a:pt x="2944836" y="5015132"/>
                  </a:cubicBezTo>
                  <a:cubicBezTo>
                    <a:pt x="3148817" y="5312898"/>
                    <a:pt x="3273083" y="5908431"/>
                    <a:pt x="3606018" y="6126480"/>
                  </a:cubicBezTo>
                  <a:cubicBezTo>
                    <a:pt x="3938954" y="6344529"/>
                    <a:pt x="4726745" y="6485205"/>
                    <a:pt x="4942449" y="6323427"/>
                  </a:cubicBezTo>
                  <a:cubicBezTo>
                    <a:pt x="5158153" y="6161649"/>
                    <a:pt x="5425439" y="6088966"/>
                    <a:pt x="4900245" y="5155809"/>
                  </a:cubicBezTo>
                  <a:cubicBezTo>
                    <a:pt x="4375051" y="4222652"/>
                    <a:pt x="2586109" y="1448972"/>
                    <a:pt x="1791285" y="724486"/>
                  </a:cubicBezTo>
                  <a:cubicBezTo>
                    <a:pt x="996461" y="0"/>
                    <a:pt x="262596" y="534572"/>
                    <a:pt x="131298" y="794824"/>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dirty="0"/>
            </a:p>
          </p:txBody>
        </p:sp>
        <p:sp>
          <p:nvSpPr>
            <p:cNvPr id="125" name="TextBox 64">
              <a:extLst>
                <a:ext uri="{FF2B5EF4-FFF2-40B4-BE49-F238E27FC236}">
                  <a16:creationId xmlns:a16="http://schemas.microsoft.com/office/drawing/2014/main" id="{822B622D-D20F-4576-A1D9-72654BBA25DE}"/>
                </a:ext>
              </a:extLst>
            </p:cNvPr>
            <p:cNvSpPr txBox="1"/>
            <p:nvPr/>
          </p:nvSpPr>
          <p:spPr>
            <a:xfrm rot="3371579">
              <a:off x="2405278" y="3341422"/>
              <a:ext cx="561288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effectLst>
                    <a:outerShdw blurRad="38100" dist="38100" dir="2700000" algn="tl">
                      <a:srgbClr val="000000">
                        <a:alpha val="43137"/>
                      </a:srgbClr>
                    </a:outerShdw>
                  </a:effectLst>
                </a:rPr>
                <a:t>LTI  Control Systems</a:t>
              </a:r>
              <a:r>
                <a:rPr lang="en-GB" dirty="0"/>
                <a:t>(Linear time invariant control systems)</a:t>
              </a:r>
            </a:p>
          </p:txBody>
        </p:sp>
      </p:grpSp>
    </p:spTree>
    <p:extLst>
      <p:ext uri="{BB962C8B-B14F-4D97-AF65-F5344CB8AC3E}">
        <p14:creationId xmlns:p14="http://schemas.microsoft.com/office/powerpoint/2010/main" val="4538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70993"/>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Transfer Functions</a:t>
            </a:r>
            <a:endParaRPr lang="en-GB" sz="2400" b="1" dirty="0">
              <a:cs typeface="Arial"/>
            </a:endParaRPr>
          </a:p>
        </p:txBody>
      </p:sp>
      <p:sp>
        <p:nvSpPr>
          <p:cNvPr id="70" name="Title 1">
            <a:extLst>
              <a:ext uri="{FF2B5EF4-FFF2-40B4-BE49-F238E27FC236}">
                <a16:creationId xmlns:a16="http://schemas.microsoft.com/office/drawing/2014/main" id="{C65B4A61-7F9C-4578-8814-00A1C9E2DC59}"/>
              </a:ext>
            </a:extLst>
          </p:cNvPr>
          <p:cNvSpPr>
            <a:spLocks noGrp="1"/>
          </p:cNvSpPr>
          <p:nvPr/>
        </p:nvSpPr>
        <p:spPr>
          <a:xfrm>
            <a:off x="-1385131" y="399818"/>
            <a:ext cx="8229600" cy="562074"/>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000" dirty="0"/>
              <a:t>Calculation of control transfer functions</a:t>
            </a:r>
          </a:p>
        </p:txBody>
      </p:sp>
      <p:grpSp>
        <p:nvGrpSpPr>
          <p:cNvPr id="2" name="Group 1">
            <a:extLst>
              <a:ext uri="{FF2B5EF4-FFF2-40B4-BE49-F238E27FC236}">
                <a16:creationId xmlns:a16="http://schemas.microsoft.com/office/drawing/2014/main" id="{20B6B9C8-85AA-40D6-A10F-00A03E6886CE}"/>
              </a:ext>
            </a:extLst>
          </p:cNvPr>
          <p:cNvGrpSpPr/>
          <p:nvPr/>
        </p:nvGrpSpPr>
        <p:grpSpPr>
          <a:xfrm>
            <a:off x="1619888" y="1870055"/>
            <a:ext cx="5912939" cy="864096"/>
            <a:chOff x="1465456" y="2095371"/>
            <a:chExt cx="5912939" cy="864096"/>
          </a:xfrm>
        </p:grpSpPr>
        <p:cxnSp>
          <p:nvCxnSpPr>
            <p:cNvPr id="9" name="Straight Arrow Connector 8">
              <a:extLst>
                <a:ext uri="{FF2B5EF4-FFF2-40B4-BE49-F238E27FC236}">
                  <a16:creationId xmlns:a16="http://schemas.microsoft.com/office/drawing/2014/main" id="{5E27013D-6F16-44C7-B75B-1A004CDAB46C}"/>
                </a:ext>
              </a:extLst>
            </p:cNvPr>
            <p:cNvCxnSpPr/>
            <p:nvPr/>
          </p:nvCxnSpPr>
          <p:spPr>
            <a:xfrm>
              <a:off x="2099460" y="2529087"/>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09EF1A4-3447-4339-B399-82ABD5B475E6}"/>
                </a:ext>
              </a:extLst>
            </p:cNvPr>
            <p:cNvCxnSpPr/>
            <p:nvPr/>
          </p:nvCxnSpPr>
          <p:spPr>
            <a:xfrm>
              <a:off x="6187057" y="2507214"/>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5">
              <a:extLst>
                <a:ext uri="{FF2B5EF4-FFF2-40B4-BE49-F238E27FC236}">
                  <a16:creationId xmlns:a16="http://schemas.microsoft.com/office/drawing/2014/main" id="{4D9D5336-B9CC-4DDA-98FB-FF396C61CCF6}"/>
                </a:ext>
              </a:extLst>
            </p:cNvPr>
            <p:cNvSpPr txBox="1"/>
            <p:nvPr/>
          </p:nvSpPr>
          <p:spPr>
            <a:xfrm>
              <a:off x="6860304" y="2291190"/>
              <a:ext cx="518091"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i="1" dirty="0"/>
                <a:t>x(t)</a:t>
              </a:r>
            </a:p>
          </p:txBody>
        </p:sp>
        <p:sp>
          <p:nvSpPr>
            <p:cNvPr id="12" name="TextBox 16">
              <a:extLst>
                <a:ext uri="{FF2B5EF4-FFF2-40B4-BE49-F238E27FC236}">
                  <a16:creationId xmlns:a16="http://schemas.microsoft.com/office/drawing/2014/main" id="{68647127-3139-4723-8DDF-AB55E81D2445}"/>
                </a:ext>
              </a:extLst>
            </p:cNvPr>
            <p:cNvSpPr txBox="1"/>
            <p:nvPr/>
          </p:nvSpPr>
          <p:spPr>
            <a:xfrm>
              <a:off x="1465456" y="2302103"/>
              <a:ext cx="518091"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i="1" dirty="0"/>
                <a:t>y(t)</a:t>
              </a:r>
            </a:p>
          </p:txBody>
        </p:sp>
        <p:sp>
          <p:nvSpPr>
            <p:cNvPr id="13" name="Rectangle 12">
              <a:extLst>
                <a:ext uri="{FF2B5EF4-FFF2-40B4-BE49-F238E27FC236}">
                  <a16:creationId xmlns:a16="http://schemas.microsoft.com/office/drawing/2014/main" id="{0D920DFB-84F2-4E79-BDC7-3E6F9DF6F330}"/>
                </a:ext>
              </a:extLst>
            </p:cNvPr>
            <p:cNvSpPr/>
            <p:nvPr/>
          </p:nvSpPr>
          <p:spPr>
            <a:xfrm>
              <a:off x="2819539" y="2095371"/>
              <a:ext cx="3367517"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GB" dirty="0"/>
            </a:p>
          </p:txBody>
        </p:sp>
      </p:grpSp>
      <p:sp>
        <p:nvSpPr>
          <p:cNvPr id="14" name="Title 1">
            <a:extLst>
              <a:ext uri="{FF2B5EF4-FFF2-40B4-BE49-F238E27FC236}">
                <a16:creationId xmlns:a16="http://schemas.microsoft.com/office/drawing/2014/main" id="{63953D51-9BF6-46D5-A56D-9A6D6918E68B}"/>
              </a:ext>
            </a:extLst>
          </p:cNvPr>
          <p:cNvSpPr>
            <a:spLocks noGrp="1"/>
          </p:cNvSpPr>
          <p:nvPr/>
        </p:nvSpPr>
        <p:spPr>
          <a:xfrm>
            <a:off x="856165" y="999939"/>
            <a:ext cx="8229600" cy="56207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t>Transfer functions may require the solution of first, second or even higher differential equations</a:t>
            </a:r>
          </a:p>
        </p:txBody>
      </p:sp>
      <p:pic>
        <p:nvPicPr>
          <p:cNvPr id="3" name="Picture 2">
            <a:extLst>
              <a:ext uri="{FF2B5EF4-FFF2-40B4-BE49-F238E27FC236}">
                <a16:creationId xmlns:a16="http://schemas.microsoft.com/office/drawing/2014/main" id="{43633D3A-4EAE-4E5B-8810-F9570DBEFF05}"/>
              </a:ext>
            </a:extLst>
          </p:cNvPr>
          <p:cNvPicPr>
            <a:picLocks noChangeAspect="1"/>
          </p:cNvPicPr>
          <p:nvPr/>
        </p:nvPicPr>
        <p:blipFill>
          <a:blip r:embed="rId3"/>
          <a:stretch>
            <a:fillRect/>
          </a:stretch>
        </p:blipFill>
        <p:spPr>
          <a:xfrm>
            <a:off x="3203327" y="1946936"/>
            <a:ext cx="2973953" cy="629033"/>
          </a:xfrm>
          <a:prstGeom prst="rect">
            <a:avLst/>
          </a:prstGeom>
        </p:spPr>
      </p:pic>
      <p:sp>
        <p:nvSpPr>
          <p:cNvPr id="17" name="Title 1">
            <a:extLst>
              <a:ext uri="{FF2B5EF4-FFF2-40B4-BE49-F238E27FC236}">
                <a16:creationId xmlns:a16="http://schemas.microsoft.com/office/drawing/2014/main" id="{AB6116EC-9008-4B87-9ED6-9F8FBE9B15C1}"/>
              </a:ext>
            </a:extLst>
          </p:cNvPr>
          <p:cNvSpPr>
            <a:spLocks noGrp="1"/>
          </p:cNvSpPr>
          <p:nvPr/>
        </p:nvSpPr>
        <p:spPr>
          <a:xfrm>
            <a:off x="856165" y="3042193"/>
            <a:ext cx="8229600" cy="56207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t>To make this problem easier to solve we use Laplace Transforms</a:t>
            </a:r>
          </a:p>
        </p:txBody>
      </p:sp>
      <p:grpSp>
        <p:nvGrpSpPr>
          <p:cNvPr id="4" name="Group 3"/>
          <p:cNvGrpSpPr/>
          <p:nvPr/>
        </p:nvGrpSpPr>
        <p:grpSpPr>
          <a:xfrm>
            <a:off x="1315088" y="4069357"/>
            <a:ext cx="6629400" cy="1524000"/>
            <a:chOff x="1315088" y="4069357"/>
            <a:chExt cx="6629400" cy="1524000"/>
          </a:xfrm>
        </p:grpSpPr>
        <p:sp>
          <p:nvSpPr>
            <p:cNvPr id="18" name="Rectangle 17">
              <a:extLst>
                <a:ext uri="{FF2B5EF4-FFF2-40B4-BE49-F238E27FC236}">
                  <a16:creationId xmlns:a16="http://schemas.microsoft.com/office/drawing/2014/main" id="{3CAD65EA-0100-424F-93E5-41F37EC8AF59}"/>
                </a:ext>
              </a:extLst>
            </p:cNvPr>
            <p:cNvSpPr>
              <a:spLocks noChangeArrowheads="1"/>
            </p:cNvSpPr>
            <p:nvPr/>
          </p:nvSpPr>
          <p:spPr bwMode="auto">
            <a:xfrm>
              <a:off x="1619888" y="4069357"/>
              <a:ext cx="1752600" cy="1066800"/>
            </a:xfrm>
            <a:prstGeom prst="rect">
              <a:avLst/>
            </a:prstGeom>
            <a:solidFill>
              <a:schemeClr val="tx2">
                <a:lumMod val="20000"/>
                <a:lumOff val="80000"/>
              </a:schemeClr>
            </a:solidFill>
            <a:ln w="9525">
              <a:solidFill>
                <a:schemeClr val="tx2"/>
              </a:solidFill>
              <a:miter lim="800000"/>
              <a:headEnd/>
              <a:tailEnd/>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0" hangingPunct="0"/>
              <a:r>
                <a:rPr lang="en-US" altLang="en-US" sz="2000" b="1" dirty="0"/>
                <a:t>Laplace</a:t>
              </a:r>
            </a:p>
            <a:p>
              <a:pPr algn="ctr" eaLnBrk="0" hangingPunct="0"/>
              <a:r>
                <a:rPr lang="en-US" altLang="en-US" sz="2000" b="1" dirty="0"/>
                <a:t> transform</a:t>
              </a:r>
            </a:p>
          </p:txBody>
        </p:sp>
        <p:sp>
          <p:nvSpPr>
            <p:cNvPr id="19" name="Rectangle 18">
              <a:extLst>
                <a:ext uri="{FF2B5EF4-FFF2-40B4-BE49-F238E27FC236}">
                  <a16:creationId xmlns:a16="http://schemas.microsoft.com/office/drawing/2014/main" id="{12E59977-39D3-421B-885E-CD8B4C5DE327}"/>
                </a:ext>
              </a:extLst>
            </p:cNvPr>
            <p:cNvSpPr>
              <a:spLocks noChangeArrowheads="1"/>
            </p:cNvSpPr>
            <p:nvPr/>
          </p:nvSpPr>
          <p:spPr bwMode="auto">
            <a:xfrm>
              <a:off x="3677288" y="4069357"/>
              <a:ext cx="1905000" cy="1524000"/>
            </a:xfrm>
            <a:prstGeom prst="rect">
              <a:avLst/>
            </a:prstGeom>
            <a:solidFill>
              <a:schemeClr val="tx2">
                <a:lumMod val="20000"/>
                <a:lumOff val="80000"/>
              </a:schemeClr>
            </a:solidFill>
            <a:ln w="9525">
              <a:solidFill>
                <a:schemeClr val="tx2"/>
              </a:solidFill>
              <a:miter lim="800000"/>
              <a:headEnd/>
              <a:tailEnd/>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0" hangingPunct="0"/>
              <a:r>
                <a:rPr lang="en-US" altLang="en-US" sz="2000" b="1" dirty="0"/>
                <a:t>solution</a:t>
              </a:r>
            </a:p>
            <a:p>
              <a:pPr algn="ctr" eaLnBrk="0" hangingPunct="0"/>
              <a:r>
                <a:rPr lang="en-US" altLang="en-US" sz="2000" b="1" dirty="0"/>
                <a:t>in</a:t>
              </a:r>
            </a:p>
            <a:p>
              <a:pPr algn="ctr" eaLnBrk="0" hangingPunct="0"/>
              <a:r>
                <a:rPr lang="en-US" altLang="en-US" sz="2000" b="1" dirty="0"/>
                <a:t>s domain</a:t>
              </a:r>
            </a:p>
          </p:txBody>
        </p:sp>
        <p:sp>
          <p:nvSpPr>
            <p:cNvPr id="20" name="Rectangle 19">
              <a:extLst>
                <a:ext uri="{FF2B5EF4-FFF2-40B4-BE49-F238E27FC236}">
                  <a16:creationId xmlns:a16="http://schemas.microsoft.com/office/drawing/2014/main" id="{06BC7A6B-BAC9-4466-BB31-CA326767ABD7}"/>
                </a:ext>
              </a:extLst>
            </p:cNvPr>
            <p:cNvSpPr>
              <a:spLocks noChangeArrowheads="1"/>
            </p:cNvSpPr>
            <p:nvPr/>
          </p:nvSpPr>
          <p:spPr bwMode="auto">
            <a:xfrm>
              <a:off x="5887088" y="4069357"/>
              <a:ext cx="1752600" cy="1066800"/>
            </a:xfrm>
            <a:prstGeom prst="rect">
              <a:avLst/>
            </a:prstGeom>
            <a:solidFill>
              <a:schemeClr val="tx2">
                <a:lumMod val="20000"/>
                <a:lumOff val="80000"/>
              </a:schemeClr>
            </a:solidFill>
            <a:ln w="9525">
              <a:solidFill>
                <a:schemeClr val="tx2"/>
              </a:solidFill>
              <a:miter lim="800000"/>
              <a:headEnd/>
              <a:tailEnd/>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0" hangingPunct="0"/>
              <a:r>
                <a:rPr lang="en-US" altLang="en-US" sz="2000" b="1" dirty="0"/>
                <a:t>inverse </a:t>
              </a:r>
            </a:p>
            <a:p>
              <a:pPr algn="ctr" eaLnBrk="0" hangingPunct="0"/>
              <a:r>
                <a:rPr lang="en-US" altLang="en-US" sz="2000" b="1" dirty="0"/>
                <a:t>Laplace </a:t>
              </a:r>
            </a:p>
            <a:p>
              <a:pPr algn="ctr" eaLnBrk="0" hangingPunct="0"/>
              <a:r>
                <a:rPr lang="en-US" altLang="en-US" sz="2000" b="1" dirty="0"/>
                <a:t>transform</a:t>
              </a:r>
            </a:p>
          </p:txBody>
        </p:sp>
        <p:sp>
          <p:nvSpPr>
            <p:cNvPr id="21" name="Line 6">
              <a:extLst>
                <a:ext uri="{FF2B5EF4-FFF2-40B4-BE49-F238E27FC236}">
                  <a16:creationId xmlns:a16="http://schemas.microsoft.com/office/drawing/2014/main" id="{B68867C6-A1D1-4F9F-8293-E79C4BE753EA}"/>
                </a:ext>
              </a:extLst>
            </p:cNvPr>
            <p:cNvSpPr>
              <a:spLocks noChangeShapeType="1"/>
            </p:cNvSpPr>
            <p:nvPr/>
          </p:nvSpPr>
          <p:spPr bwMode="auto">
            <a:xfrm>
              <a:off x="3372488" y="4602757"/>
              <a:ext cx="3048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GB" dirty="0"/>
            </a:p>
          </p:txBody>
        </p:sp>
        <p:sp>
          <p:nvSpPr>
            <p:cNvPr id="22" name="Line 7">
              <a:extLst>
                <a:ext uri="{FF2B5EF4-FFF2-40B4-BE49-F238E27FC236}">
                  <a16:creationId xmlns:a16="http://schemas.microsoft.com/office/drawing/2014/main" id="{D13CC02F-9BB8-4CC3-AC4B-0D5AF63EC75C}"/>
                </a:ext>
              </a:extLst>
            </p:cNvPr>
            <p:cNvSpPr>
              <a:spLocks noChangeShapeType="1"/>
            </p:cNvSpPr>
            <p:nvPr/>
          </p:nvSpPr>
          <p:spPr bwMode="auto">
            <a:xfrm>
              <a:off x="5582288" y="4602757"/>
              <a:ext cx="3048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GB" dirty="0"/>
            </a:p>
          </p:txBody>
        </p:sp>
        <p:sp>
          <p:nvSpPr>
            <p:cNvPr id="23" name="Line 8">
              <a:extLst>
                <a:ext uri="{FF2B5EF4-FFF2-40B4-BE49-F238E27FC236}">
                  <a16:creationId xmlns:a16="http://schemas.microsoft.com/office/drawing/2014/main" id="{7F0C21DD-F692-4E63-8097-9A14CDE6C685}"/>
                </a:ext>
              </a:extLst>
            </p:cNvPr>
            <p:cNvSpPr>
              <a:spLocks noChangeShapeType="1"/>
            </p:cNvSpPr>
            <p:nvPr/>
          </p:nvSpPr>
          <p:spPr bwMode="auto">
            <a:xfrm>
              <a:off x="1315088" y="4602757"/>
              <a:ext cx="3048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GB" dirty="0"/>
            </a:p>
          </p:txBody>
        </p:sp>
        <p:sp>
          <p:nvSpPr>
            <p:cNvPr id="24" name="Line 9">
              <a:extLst>
                <a:ext uri="{FF2B5EF4-FFF2-40B4-BE49-F238E27FC236}">
                  <a16:creationId xmlns:a16="http://schemas.microsoft.com/office/drawing/2014/main" id="{7A609309-7BE8-40AB-BBD1-169FC998739F}"/>
                </a:ext>
              </a:extLst>
            </p:cNvPr>
            <p:cNvSpPr>
              <a:spLocks noChangeShapeType="1"/>
            </p:cNvSpPr>
            <p:nvPr/>
          </p:nvSpPr>
          <p:spPr bwMode="auto">
            <a:xfrm>
              <a:off x="7639688" y="4602757"/>
              <a:ext cx="3048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GB" dirty="0"/>
            </a:p>
          </p:txBody>
        </p:sp>
      </p:grpSp>
    </p:spTree>
    <p:extLst>
      <p:ext uri="{BB962C8B-B14F-4D97-AF65-F5344CB8AC3E}">
        <p14:creationId xmlns:p14="http://schemas.microsoft.com/office/powerpoint/2010/main" val="874515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14" grpId="0"/>
      <p:bldP spid="1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70993"/>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Transfer Functions</a:t>
            </a:r>
            <a:endParaRPr lang="en-GB" sz="2400" b="1" dirty="0">
              <a:cs typeface="Arial"/>
            </a:endParaRPr>
          </a:p>
        </p:txBody>
      </p:sp>
      <p:sp>
        <p:nvSpPr>
          <p:cNvPr id="70" name="Title 1">
            <a:extLst>
              <a:ext uri="{FF2B5EF4-FFF2-40B4-BE49-F238E27FC236}">
                <a16:creationId xmlns:a16="http://schemas.microsoft.com/office/drawing/2014/main" id="{C65B4A61-7F9C-4578-8814-00A1C9E2DC59}"/>
              </a:ext>
            </a:extLst>
          </p:cNvPr>
          <p:cNvSpPr>
            <a:spLocks noGrp="1"/>
          </p:cNvSpPr>
          <p:nvPr/>
        </p:nvSpPr>
        <p:spPr>
          <a:xfrm>
            <a:off x="-1726507" y="459424"/>
            <a:ext cx="8229600" cy="562074"/>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000" dirty="0"/>
              <a:t>Laplace Transform Domain</a:t>
            </a:r>
          </a:p>
        </p:txBody>
      </p:sp>
      <p:sp>
        <p:nvSpPr>
          <p:cNvPr id="14" name="Title 1">
            <a:extLst>
              <a:ext uri="{FF2B5EF4-FFF2-40B4-BE49-F238E27FC236}">
                <a16:creationId xmlns:a16="http://schemas.microsoft.com/office/drawing/2014/main" id="{63953D51-9BF6-46D5-A56D-9A6D6918E68B}"/>
              </a:ext>
            </a:extLst>
          </p:cNvPr>
          <p:cNvSpPr>
            <a:spLocks noGrp="1"/>
          </p:cNvSpPr>
          <p:nvPr/>
        </p:nvSpPr>
        <p:spPr>
          <a:xfrm>
            <a:off x="856165" y="999939"/>
            <a:ext cx="8229600" cy="56207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t>Transfer functions may require the solution of first, second or even higher differential equations</a:t>
            </a:r>
          </a:p>
        </p:txBody>
      </p:sp>
      <p:grpSp>
        <p:nvGrpSpPr>
          <p:cNvPr id="4" name="Group 3">
            <a:extLst>
              <a:ext uri="{FF2B5EF4-FFF2-40B4-BE49-F238E27FC236}">
                <a16:creationId xmlns:a16="http://schemas.microsoft.com/office/drawing/2014/main" id="{F736BA85-097E-4E40-B1D8-0EB4936B6E25}"/>
              </a:ext>
            </a:extLst>
          </p:cNvPr>
          <p:cNvGrpSpPr/>
          <p:nvPr/>
        </p:nvGrpSpPr>
        <p:grpSpPr>
          <a:xfrm>
            <a:off x="556921" y="2069015"/>
            <a:ext cx="8635709" cy="4591640"/>
            <a:chOff x="556921" y="2069015"/>
            <a:chExt cx="8635709" cy="4591640"/>
          </a:xfrm>
        </p:grpSpPr>
        <p:sp>
          <p:nvSpPr>
            <p:cNvPr id="25" name="Rectangle 24">
              <a:extLst>
                <a:ext uri="{FF2B5EF4-FFF2-40B4-BE49-F238E27FC236}">
                  <a16:creationId xmlns:a16="http://schemas.microsoft.com/office/drawing/2014/main" id="{2A657E00-77C1-4A13-98C7-D7537CFF50AB}"/>
                </a:ext>
              </a:extLst>
            </p:cNvPr>
            <p:cNvSpPr>
              <a:spLocks noChangeArrowheads="1"/>
            </p:cNvSpPr>
            <p:nvPr/>
          </p:nvSpPr>
          <p:spPr bwMode="auto">
            <a:xfrm>
              <a:off x="2348415" y="2069015"/>
              <a:ext cx="1828800" cy="1143000"/>
            </a:xfrm>
            <a:prstGeom prst="rect">
              <a:avLst/>
            </a:prstGeom>
            <a:solidFill>
              <a:schemeClr val="tx2">
                <a:lumMod val="20000"/>
                <a:lumOff val="80000"/>
              </a:schemeClr>
            </a:solidFill>
            <a:ln w="12700">
              <a:solidFill>
                <a:schemeClr val="tx2"/>
              </a:solidFill>
              <a:miter lim="800000"/>
              <a:headEnd/>
              <a:tailEnd/>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0" hangingPunct="0"/>
              <a:r>
                <a:rPr lang="en-US" altLang="en-US" sz="2000" b="1" dirty="0"/>
                <a:t>linear</a:t>
              </a:r>
            </a:p>
            <a:p>
              <a:pPr algn="ctr" eaLnBrk="0" hangingPunct="0"/>
              <a:r>
                <a:rPr lang="en-US" altLang="en-US" sz="2000" b="1" dirty="0"/>
                <a:t> differential</a:t>
              </a:r>
            </a:p>
            <a:p>
              <a:pPr algn="ctr" eaLnBrk="0" hangingPunct="0"/>
              <a:r>
                <a:rPr lang="en-US" altLang="en-US" sz="2000" b="1" dirty="0"/>
                <a:t> equation</a:t>
              </a:r>
            </a:p>
          </p:txBody>
        </p:sp>
        <p:sp>
          <p:nvSpPr>
            <p:cNvPr id="26" name="Rectangle 25">
              <a:extLst>
                <a:ext uri="{FF2B5EF4-FFF2-40B4-BE49-F238E27FC236}">
                  <a16:creationId xmlns:a16="http://schemas.microsoft.com/office/drawing/2014/main" id="{F48F57AF-C95F-4CCC-8DDE-22413A9DE3A9}"/>
                </a:ext>
              </a:extLst>
            </p:cNvPr>
            <p:cNvSpPr>
              <a:spLocks noChangeArrowheads="1"/>
            </p:cNvSpPr>
            <p:nvPr/>
          </p:nvSpPr>
          <p:spPr bwMode="auto">
            <a:xfrm>
              <a:off x="6082215" y="2069015"/>
              <a:ext cx="1828800" cy="1143000"/>
            </a:xfrm>
            <a:prstGeom prst="rect">
              <a:avLst/>
            </a:prstGeom>
            <a:solidFill>
              <a:schemeClr val="tx2">
                <a:lumMod val="20000"/>
                <a:lumOff val="80000"/>
              </a:schemeClr>
            </a:solidFill>
            <a:ln w="12700">
              <a:solidFill>
                <a:schemeClr val="tx2"/>
              </a:solidFill>
              <a:miter lim="800000"/>
              <a:headEnd/>
              <a:tailEnd/>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0" hangingPunct="0"/>
              <a:r>
                <a:rPr lang="en-US" altLang="en-US" sz="2000" b="1" dirty="0"/>
                <a:t>time</a:t>
              </a:r>
            </a:p>
            <a:p>
              <a:pPr algn="ctr" eaLnBrk="0" hangingPunct="0"/>
              <a:r>
                <a:rPr lang="en-US" altLang="en-US" sz="2000" b="1" dirty="0"/>
                <a:t>domain</a:t>
              </a:r>
            </a:p>
            <a:p>
              <a:pPr algn="ctr" eaLnBrk="0" hangingPunct="0"/>
              <a:r>
                <a:rPr lang="en-US" altLang="en-US" sz="2000" b="1" dirty="0"/>
                <a:t>solution</a:t>
              </a:r>
            </a:p>
          </p:txBody>
        </p:sp>
        <p:sp>
          <p:nvSpPr>
            <p:cNvPr id="27" name="Rectangle 26">
              <a:extLst>
                <a:ext uri="{FF2B5EF4-FFF2-40B4-BE49-F238E27FC236}">
                  <a16:creationId xmlns:a16="http://schemas.microsoft.com/office/drawing/2014/main" id="{39A3DF38-2BE5-4973-9B08-EC45F7A3B70D}"/>
                </a:ext>
              </a:extLst>
            </p:cNvPr>
            <p:cNvSpPr>
              <a:spLocks noChangeArrowheads="1"/>
            </p:cNvSpPr>
            <p:nvPr/>
          </p:nvSpPr>
          <p:spPr bwMode="auto">
            <a:xfrm>
              <a:off x="2348415" y="4507415"/>
              <a:ext cx="1828800" cy="1143000"/>
            </a:xfrm>
            <a:prstGeom prst="rect">
              <a:avLst/>
            </a:prstGeom>
            <a:solidFill>
              <a:srgbClr val="92D050"/>
            </a:solidFill>
            <a:ln w="12700">
              <a:solidFill>
                <a:schemeClr val="tx1"/>
              </a:solidFill>
              <a:miter lim="800000"/>
              <a:headEnd/>
              <a:tailEnd/>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0" hangingPunct="0"/>
              <a:r>
                <a:rPr lang="en-US" altLang="en-US" sz="2000" b="1" dirty="0"/>
                <a:t>Laplace</a:t>
              </a:r>
            </a:p>
            <a:p>
              <a:pPr algn="ctr" eaLnBrk="0" hangingPunct="0"/>
              <a:r>
                <a:rPr lang="en-US" altLang="en-US" sz="2000" b="1" dirty="0"/>
                <a:t>transformed</a:t>
              </a:r>
            </a:p>
            <a:p>
              <a:pPr algn="ctr" eaLnBrk="0" hangingPunct="0"/>
              <a:r>
                <a:rPr lang="en-US" altLang="en-US" sz="2000" b="1" dirty="0"/>
                <a:t>equation</a:t>
              </a:r>
            </a:p>
          </p:txBody>
        </p:sp>
        <p:sp>
          <p:nvSpPr>
            <p:cNvPr id="28" name="Rectangle 27">
              <a:extLst>
                <a:ext uri="{FF2B5EF4-FFF2-40B4-BE49-F238E27FC236}">
                  <a16:creationId xmlns:a16="http://schemas.microsoft.com/office/drawing/2014/main" id="{98B18ED5-1382-467A-B8A5-7BCBF417A951}"/>
                </a:ext>
              </a:extLst>
            </p:cNvPr>
            <p:cNvSpPr>
              <a:spLocks noChangeArrowheads="1"/>
            </p:cNvSpPr>
            <p:nvPr/>
          </p:nvSpPr>
          <p:spPr bwMode="auto">
            <a:xfrm>
              <a:off x="6082215" y="4507415"/>
              <a:ext cx="1828800" cy="1143000"/>
            </a:xfrm>
            <a:prstGeom prst="rect">
              <a:avLst/>
            </a:prstGeom>
            <a:solidFill>
              <a:srgbClr val="92D050"/>
            </a:solidFill>
            <a:ln w="12700">
              <a:solidFill>
                <a:schemeClr val="tx1"/>
              </a:solidFill>
              <a:miter lim="800000"/>
              <a:headEnd/>
              <a:tailEnd/>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eaLnBrk="0" hangingPunct="0"/>
              <a:r>
                <a:rPr lang="en-US" altLang="en-US" sz="2000" b="1" dirty="0"/>
                <a:t>Laplace</a:t>
              </a:r>
            </a:p>
            <a:p>
              <a:pPr algn="ctr" eaLnBrk="0" hangingPunct="0"/>
              <a:r>
                <a:rPr lang="en-US" altLang="en-US" sz="2000" b="1" dirty="0"/>
                <a:t>solution</a:t>
              </a:r>
            </a:p>
          </p:txBody>
        </p:sp>
        <p:sp>
          <p:nvSpPr>
            <p:cNvPr id="29" name="Line 7">
              <a:extLst>
                <a:ext uri="{FF2B5EF4-FFF2-40B4-BE49-F238E27FC236}">
                  <a16:creationId xmlns:a16="http://schemas.microsoft.com/office/drawing/2014/main" id="{758B659B-72CA-4CAF-B91E-CD32F69025C3}"/>
                </a:ext>
              </a:extLst>
            </p:cNvPr>
            <p:cNvSpPr>
              <a:spLocks noChangeShapeType="1"/>
            </p:cNvSpPr>
            <p:nvPr/>
          </p:nvSpPr>
          <p:spPr bwMode="auto">
            <a:xfrm>
              <a:off x="1648830" y="3859715"/>
              <a:ext cx="7543800" cy="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GB" dirty="0"/>
            </a:p>
          </p:txBody>
        </p:sp>
        <p:sp>
          <p:nvSpPr>
            <p:cNvPr id="30" name="Text Box 8">
              <a:extLst>
                <a:ext uri="{FF2B5EF4-FFF2-40B4-BE49-F238E27FC236}">
                  <a16:creationId xmlns:a16="http://schemas.microsoft.com/office/drawing/2014/main" id="{B07CD820-2A5E-4CCF-9DBA-A2B15C235944}"/>
                </a:ext>
              </a:extLst>
            </p:cNvPr>
            <p:cNvSpPr txBox="1">
              <a:spLocks noChangeArrowheads="1"/>
            </p:cNvSpPr>
            <p:nvPr/>
          </p:nvSpPr>
          <p:spPr bwMode="auto">
            <a:xfrm>
              <a:off x="556921" y="2069015"/>
              <a:ext cx="17606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0" hangingPunct="0"/>
              <a:r>
                <a:rPr lang="en-US" altLang="en-US" sz="2000" b="1" dirty="0"/>
                <a:t>Time domain</a:t>
              </a:r>
            </a:p>
          </p:txBody>
        </p:sp>
        <p:sp>
          <p:nvSpPr>
            <p:cNvPr id="31" name="Text Box 11">
              <a:extLst>
                <a:ext uri="{FF2B5EF4-FFF2-40B4-BE49-F238E27FC236}">
                  <a16:creationId xmlns:a16="http://schemas.microsoft.com/office/drawing/2014/main" id="{8548C58B-6F43-431A-A8EB-83693CAF1569}"/>
                </a:ext>
              </a:extLst>
            </p:cNvPr>
            <p:cNvSpPr txBox="1">
              <a:spLocks noChangeArrowheads="1"/>
            </p:cNvSpPr>
            <p:nvPr/>
          </p:nvSpPr>
          <p:spPr bwMode="auto">
            <a:xfrm>
              <a:off x="4634415" y="4686803"/>
              <a:ext cx="1087438" cy="396875"/>
            </a:xfrm>
            <a:prstGeom prst="rect">
              <a:avLst/>
            </a:prstGeom>
            <a:noFill/>
            <a:ln w="12700">
              <a:noFill/>
              <a:miter lim="800000"/>
              <a:headEnd/>
              <a:tailEnd/>
            </a:ln>
            <a:effec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0" hangingPunct="0"/>
              <a:r>
                <a:rPr lang="en-US" altLang="en-US" sz="2000" b="1" dirty="0"/>
                <a:t>algebra</a:t>
              </a:r>
            </a:p>
          </p:txBody>
        </p:sp>
        <p:sp>
          <p:nvSpPr>
            <p:cNvPr id="32" name="Line 12">
              <a:extLst>
                <a:ext uri="{FF2B5EF4-FFF2-40B4-BE49-F238E27FC236}">
                  <a16:creationId xmlns:a16="http://schemas.microsoft.com/office/drawing/2014/main" id="{77A43698-AF83-488B-AA43-3B246ED2BCD7}"/>
                </a:ext>
              </a:extLst>
            </p:cNvPr>
            <p:cNvSpPr>
              <a:spLocks noChangeShapeType="1"/>
            </p:cNvSpPr>
            <p:nvPr/>
          </p:nvSpPr>
          <p:spPr bwMode="auto">
            <a:xfrm>
              <a:off x="4177215" y="2602415"/>
              <a:ext cx="1905000" cy="0"/>
            </a:xfrm>
            <a:prstGeom prst="line">
              <a:avLst/>
            </a:prstGeom>
            <a:noFill/>
            <a:ln w="127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GB" dirty="0"/>
            </a:p>
          </p:txBody>
        </p:sp>
        <p:sp>
          <p:nvSpPr>
            <p:cNvPr id="33" name="Line 13">
              <a:extLst>
                <a:ext uri="{FF2B5EF4-FFF2-40B4-BE49-F238E27FC236}">
                  <a16:creationId xmlns:a16="http://schemas.microsoft.com/office/drawing/2014/main" id="{0BF81007-01BB-4B1D-8832-2334FA87F3DA}"/>
                </a:ext>
              </a:extLst>
            </p:cNvPr>
            <p:cNvSpPr>
              <a:spLocks noChangeShapeType="1"/>
            </p:cNvSpPr>
            <p:nvPr/>
          </p:nvSpPr>
          <p:spPr bwMode="auto">
            <a:xfrm>
              <a:off x="4177215" y="5117015"/>
              <a:ext cx="1905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GB" dirty="0"/>
            </a:p>
          </p:txBody>
        </p:sp>
        <p:sp>
          <p:nvSpPr>
            <p:cNvPr id="34" name="Line 14">
              <a:extLst>
                <a:ext uri="{FF2B5EF4-FFF2-40B4-BE49-F238E27FC236}">
                  <a16:creationId xmlns:a16="http://schemas.microsoft.com/office/drawing/2014/main" id="{064F0E3D-DB97-4DA8-881D-8A11C5B2DC81}"/>
                </a:ext>
              </a:extLst>
            </p:cNvPr>
            <p:cNvSpPr>
              <a:spLocks noChangeShapeType="1"/>
            </p:cNvSpPr>
            <p:nvPr/>
          </p:nvSpPr>
          <p:spPr bwMode="auto">
            <a:xfrm>
              <a:off x="3186615" y="3212015"/>
              <a:ext cx="0" cy="1295400"/>
            </a:xfrm>
            <a:prstGeom prst="line">
              <a:avLst/>
            </a:prstGeom>
            <a:noFill/>
            <a:ln w="127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GB" dirty="0"/>
            </a:p>
          </p:txBody>
        </p:sp>
        <p:sp>
          <p:nvSpPr>
            <p:cNvPr id="35" name="Line 15">
              <a:extLst>
                <a:ext uri="{FF2B5EF4-FFF2-40B4-BE49-F238E27FC236}">
                  <a16:creationId xmlns:a16="http://schemas.microsoft.com/office/drawing/2014/main" id="{908F5A0D-FAF5-4DBC-BA27-68388EFE82CD}"/>
                </a:ext>
              </a:extLst>
            </p:cNvPr>
            <p:cNvSpPr>
              <a:spLocks noChangeShapeType="1"/>
            </p:cNvSpPr>
            <p:nvPr/>
          </p:nvSpPr>
          <p:spPr bwMode="auto">
            <a:xfrm flipV="1">
              <a:off x="6996615" y="3212015"/>
              <a:ext cx="0" cy="1295400"/>
            </a:xfrm>
            <a:prstGeom prst="line">
              <a:avLst/>
            </a:prstGeom>
            <a:noFill/>
            <a:ln w="127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GB" dirty="0"/>
            </a:p>
          </p:txBody>
        </p:sp>
        <p:sp>
          <p:nvSpPr>
            <p:cNvPr id="36" name="Text Box 16">
              <a:extLst>
                <a:ext uri="{FF2B5EF4-FFF2-40B4-BE49-F238E27FC236}">
                  <a16:creationId xmlns:a16="http://schemas.microsoft.com/office/drawing/2014/main" id="{22176306-2CEF-4FB2-A212-DEC0839FF54B}"/>
                </a:ext>
              </a:extLst>
            </p:cNvPr>
            <p:cNvSpPr txBox="1">
              <a:spLocks noChangeArrowheads="1"/>
            </p:cNvSpPr>
            <p:nvPr/>
          </p:nvSpPr>
          <p:spPr bwMode="auto">
            <a:xfrm>
              <a:off x="3186615" y="3391403"/>
              <a:ext cx="2384425" cy="396875"/>
            </a:xfrm>
            <a:prstGeom prst="rect">
              <a:avLst/>
            </a:prstGeom>
            <a:noFill/>
            <a:ln w="12700">
              <a:noFill/>
              <a:miter lim="800000"/>
              <a:headEnd/>
              <a:tailEnd/>
            </a:ln>
            <a:effec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0" hangingPunct="0"/>
              <a:r>
                <a:rPr lang="en-US" altLang="en-US" sz="2000" b="1" dirty="0"/>
                <a:t>Laplace transform</a:t>
              </a:r>
            </a:p>
          </p:txBody>
        </p:sp>
        <p:sp>
          <p:nvSpPr>
            <p:cNvPr id="37" name="Text Box 17">
              <a:extLst>
                <a:ext uri="{FF2B5EF4-FFF2-40B4-BE49-F238E27FC236}">
                  <a16:creationId xmlns:a16="http://schemas.microsoft.com/office/drawing/2014/main" id="{BEE2DAC4-7FF6-4980-AFFE-12429D82E8FC}"/>
                </a:ext>
              </a:extLst>
            </p:cNvPr>
            <p:cNvSpPr txBox="1">
              <a:spLocks noChangeArrowheads="1"/>
            </p:cNvSpPr>
            <p:nvPr/>
          </p:nvSpPr>
          <p:spPr bwMode="auto">
            <a:xfrm>
              <a:off x="6996615" y="3821615"/>
              <a:ext cx="2089150" cy="701675"/>
            </a:xfrm>
            <a:prstGeom prst="rect">
              <a:avLst/>
            </a:prstGeom>
            <a:noFill/>
            <a:ln w="12700">
              <a:noFill/>
              <a:miter lim="800000"/>
              <a:headEnd/>
              <a:tailEnd/>
            </a:ln>
            <a:effec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0" hangingPunct="0"/>
              <a:r>
                <a:rPr lang="en-US" altLang="en-US" sz="2000" b="1" dirty="0"/>
                <a:t>inverse Laplace</a:t>
              </a:r>
            </a:p>
            <a:p>
              <a:pPr eaLnBrk="0" hangingPunct="0"/>
              <a:r>
                <a:rPr lang="en-US" altLang="en-US" sz="2000" b="1" dirty="0"/>
                <a:t> transform</a:t>
              </a:r>
            </a:p>
          </p:txBody>
        </p:sp>
        <p:sp>
          <p:nvSpPr>
            <p:cNvPr id="38" name="Text Box 9">
              <a:extLst>
                <a:ext uri="{FF2B5EF4-FFF2-40B4-BE49-F238E27FC236}">
                  <a16:creationId xmlns:a16="http://schemas.microsoft.com/office/drawing/2014/main" id="{E949350A-413D-42FA-92C4-CA4AD2637484}"/>
                </a:ext>
              </a:extLst>
            </p:cNvPr>
            <p:cNvSpPr txBox="1">
              <a:spLocks noChangeArrowheads="1"/>
            </p:cNvSpPr>
            <p:nvPr/>
          </p:nvSpPr>
          <p:spPr bwMode="auto">
            <a:xfrm>
              <a:off x="556921" y="5654180"/>
              <a:ext cx="347186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0" hangingPunct="0"/>
              <a:r>
                <a:rPr lang="en-US" altLang="en-US" sz="2000" b="1" dirty="0"/>
                <a:t>Laplace domain or</a:t>
              </a:r>
            </a:p>
            <a:p>
              <a:pPr eaLnBrk="0" hangingPunct="0"/>
              <a:r>
                <a:rPr lang="en-US" altLang="en-US" sz="2000" b="1" dirty="0"/>
                <a:t>complex frequency domain</a:t>
              </a:r>
            </a:p>
            <a:p>
              <a:pPr eaLnBrk="0" hangingPunct="0"/>
              <a:endParaRPr lang="en-US" altLang="en-US" sz="2000" b="1" dirty="0"/>
            </a:p>
          </p:txBody>
        </p:sp>
      </p:grpSp>
    </p:spTree>
    <p:extLst>
      <p:ext uri="{BB962C8B-B14F-4D97-AF65-F5344CB8AC3E}">
        <p14:creationId xmlns:p14="http://schemas.microsoft.com/office/powerpoint/2010/main" val="340610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70993"/>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spc="-5" dirty="0">
                <a:latin typeface="Arial"/>
                <a:cs typeface="Arial"/>
              </a:rPr>
              <a:t>FOR TOMORROW</a:t>
            </a:r>
            <a:endParaRPr lang="en-GB" sz="2400" b="1" dirty="0">
              <a:cs typeface="Arial"/>
            </a:endParaRPr>
          </a:p>
        </p:txBody>
      </p:sp>
      <p:sp>
        <p:nvSpPr>
          <p:cNvPr id="70" name="Title 1">
            <a:extLst>
              <a:ext uri="{FF2B5EF4-FFF2-40B4-BE49-F238E27FC236}">
                <a16:creationId xmlns:a16="http://schemas.microsoft.com/office/drawing/2014/main" id="{C65B4A61-7F9C-4578-8814-00A1C9E2DC59}"/>
              </a:ext>
            </a:extLst>
          </p:cNvPr>
          <p:cNvSpPr>
            <a:spLocks noGrp="1"/>
          </p:cNvSpPr>
          <p:nvPr/>
        </p:nvSpPr>
        <p:spPr>
          <a:xfrm>
            <a:off x="598101" y="509223"/>
            <a:ext cx="8229600" cy="562074"/>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t>Have a look at the two YouTube videos</a:t>
            </a:r>
          </a:p>
        </p:txBody>
      </p:sp>
      <p:sp>
        <p:nvSpPr>
          <p:cNvPr id="14" name="Title 1">
            <a:extLst>
              <a:ext uri="{FF2B5EF4-FFF2-40B4-BE49-F238E27FC236}">
                <a16:creationId xmlns:a16="http://schemas.microsoft.com/office/drawing/2014/main" id="{63953D51-9BF6-46D5-A56D-9A6D6918E68B}"/>
              </a:ext>
            </a:extLst>
          </p:cNvPr>
          <p:cNvSpPr>
            <a:spLocks noGrp="1"/>
          </p:cNvSpPr>
          <p:nvPr/>
        </p:nvSpPr>
        <p:spPr>
          <a:xfrm>
            <a:off x="856165" y="999939"/>
            <a:ext cx="8229600" cy="56207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t>Laplace Transforms</a:t>
            </a:r>
          </a:p>
        </p:txBody>
      </p:sp>
      <p:sp>
        <p:nvSpPr>
          <p:cNvPr id="2" name="Rectangle 1">
            <a:extLst>
              <a:ext uri="{FF2B5EF4-FFF2-40B4-BE49-F238E27FC236}">
                <a16:creationId xmlns:a16="http://schemas.microsoft.com/office/drawing/2014/main" id="{54523007-27A0-4215-A640-896312E0701F}"/>
              </a:ext>
            </a:extLst>
          </p:cNvPr>
          <p:cNvSpPr/>
          <p:nvPr/>
        </p:nvSpPr>
        <p:spPr>
          <a:xfrm>
            <a:off x="999236" y="1729563"/>
            <a:ext cx="6515100" cy="369332"/>
          </a:xfrm>
          <a:prstGeom prst="rect">
            <a:avLst/>
          </a:prstGeom>
        </p:spPr>
        <p:txBody>
          <a:bodyPr wrap="square">
            <a:spAutoFit/>
          </a:bodyPr>
          <a:lstStyle/>
          <a:p>
            <a:r>
              <a:rPr lang="en-GB" dirty="0"/>
              <a:t>https://www.youtube.com/watch?v=ZGPtPkTft8g</a:t>
            </a:r>
          </a:p>
        </p:txBody>
      </p:sp>
      <p:sp>
        <p:nvSpPr>
          <p:cNvPr id="21" name="Title 1">
            <a:extLst>
              <a:ext uri="{FF2B5EF4-FFF2-40B4-BE49-F238E27FC236}">
                <a16:creationId xmlns:a16="http://schemas.microsoft.com/office/drawing/2014/main" id="{E9E6156F-89F4-47B9-8000-BF14C9306C2B}"/>
              </a:ext>
            </a:extLst>
          </p:cNvPr>
          <p:cNvSpPr>
            <a:spLocks noGrp="1"/>
          </p:cNvSpPr>
          <p:nvPr/>
        </p:nvSpPr>
        <p:spPr>
          <a:xfrm>
            <a:off x="813493" y="2599123"/>
            <a:ext cx="8229600" cy="56207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t>Transfer Functions</a:t>
            </a:r>
          </a:p>
        </p:txBody>
      </p:sp>
      <p:sp>
        <p:nvSpPr>
          <p:cNvPr id="22" name="Rectangle 21">
            <a:extLst>
              <a:ext uri="{FF2B5EF4-FFF2-40B4-BE49-F238E27FC236}">
                <a16:creationId xmlns:a16="http://schemas.microsoft.com/office/drawing/2014/main" id="{AAB66C4D-D3CF-4D77-B19F-390FA58EBCBC}"/>
              </a:ext>
            </a:extLst>
          </p:cNvPr>
          <p:cNvSpPr/>
          <p:nvPr/>
        </p:nvSpPr>
        <p:spPr>
          <a:xfrm>
            <a:off x="999236" y="3328747"/>
            <a:ext cx="6515100" cy="369332"/>
          </a:xfrm>
          <a:prstGeom prst="rect">
            <a:avLst/>
          </a:prstGeom>
        </p:spPr>
        <p:txBody>
          <a:bodyPr wrap="square">
            <a:spAutoFit/>
          </a:bodyPr>
          <a:lstStyle/>
          <a:p>
            <a:r>
              <a:rPr lang="en-GB" dirty="0"/>
              <a:t>https://www.youtube.com/watch?v=RJleGwXorUk</a:t>
            </a:r>
          </a:p>
        </p:txBody>
      </p:sp>
      <p:sp>
        <p:nvSpPr>
          <p:cNvPr id="23" name="Title 1">
            <a:extLst>
              <a:ext uri="{FF2B5EF4-FFF2-40B4-BE49-F238E27FC236}">
                <a16:creationId xmlns:a16="http://schemas.microsoft.com/office/drawing/2014/main" id="{A82AE33B-BA44-4AF2-97D6-97A2E34C9DE9}"/>
              </a:ext>
            </a:extLst>
          </p:cNvPr>
          <p:cNvSpPr>
            <a:spLocks noGrp="1"/>
          </p:cNvSpPr>
          <p:nvPr/>
        </p:nvSpPr>
        <p:spPr>
          <a:xfrm>
            <a:off x="766757" y="4143400"/>
            <a:ext cx="8229600" cy="56207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t>Links available on blackboard</a:t>
            </a:r>
          </a:p>
        </p:txBody>
      </p:sp>
    </p:spTree>
    <p:extLst>
      <p:ext uri="{BB962C8B-B14F-4D97-AF65-F5344CB8AC3E}">
        <p14:creationId xmlns:p14="http://schemas.microsoft.com/office/powerpoint/2010/main" val="120069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14" grpId="0"/>
      <p:bldP spid="2" grpId="0"/>
      <p:bldP spid="21" grpId="0"/>
      <p:bldP spid="22" grpId="0"/>
      <p:bldP spid="23" grpId="0"/>
    </p:bldLst>
  </p:timing>
</p:sld>
</file>

<file path=ppt/theme/theme1.xml><?xml version="1.0" encoding="utf-8"?>
<a:theme xmlns:a="http://schemas.openxmlformats.org/drawingml/2006/main" name="UoS template_no_logo_white">
  <a:themeElements>
    <a:clrScheme name="UoS01">
      <a:dk1>
        <a:sysClr val="windowText" lastClr="000000"/>
      </a:dk1>
      <a:lt1>
        <a:sysClr val="window" lastClr="FFFFFF"/>
      </a:lt1>
      <a:dk2>
        <a:srgbClr val="C60C30"/>
      </a:dk2>
      <a:lt2>
        <a:srgbClr val="FFFFFF"/>
      </a:lt2>
      <a:accent1>
        <a:srgbClr val="C60C30"/>
      </a:accent1>
      <a:accent2>
        <a:srgbClr val="009AA6"/>
      </a:accent2>
      <a:accent3>
        <a:srgbClr val="920075"/>
      </a:accent3>
      <a:accent4>
        <a:srgbClr val="BED600"/>
      </a:accent4>
      <a:accent5>
        <a:srgbClr val="E37222"/>
      </a:accent5>
      <a:accent6>
        <a:srgbClr val="782327"/>
      </a:accent6>
      <a:hlink>
        <a:srgbClr val="002060"/>
      </a:hlink>
      <a:folHlink>
        <a:srgbClr val="C2BDB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bg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UoS template_no_logo_white</Template>
  <TotalTime>3844</TotalTime>
  <Words>1911</Words>
  <Application>Microsoft Office PowerPoint</Application>
  <PresentationFormat>On-screen Show (4:3)</PresentationFormat>
  <Paragraphs>437</Paragraphs>
  <Slides>40</Slides>
  <Notes>33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40</vt:i4>
      </vt:variant>
    </vt:vector>
  </HeadingPairs>
  <TitlesOfParts>
    <vt:vector size="50" baseType="lpstr">
      <vt:lpstr>Arial</vt:lpstr>
      <vt:lpstr>Arial Black</vt:lpstr>
      <vt:lpstr>Arial Bold</vt:lpstr>
      <vt:lpstr>Calibri</vt:lpstr>
      <vt:lpstr>Comic Sans MS</vt:lpstr>
      <vt:lpstr>Times New Roman</vt:lpstr>
      <vt:lpstr>Wingdings</vt:lpstr>
      <vt:lpstr>UoS template_no_logo_white</vt:lpstr>
      <vt:lpstr>Photo Editor Photo</vt:lpstr>
      <vt:lpstr>Equation</vt:lpstr>
      <vt:lpstr>BEng (Hons) Control and Automation</vt:lpstr>
      <vt:lpstr>Lecture Content:      Introduction to Control in Automation</vt:lpstr>
      <vt:lpstr>Industrial Automation</vt:lpstr>
      <vt:lpstr>Quick History</vt:lpstr>
      <vt:lpstr>Industrial Automation</vt:lpstr>
      <vt:lpstr>Basic Elements of an Automated System</vt:lpstr>
      <vt:lpstr>Basic Elements of an Automated System</vt:lpstr>
      <vt:lpstr>Basic Elements of an Automated System</vt:lpstr>
      <vt:lpstr>Automation</vt:lpstr>
      <vt:lpstr>Automation</vt:lpstr>
      <vt:lpstr>PowerPoint Presentation</vt:lpstr>
      <vt:lpstr>Automation</vt:lpstr>
      <vt:lpstr>Automated Machine</vt:lpstr>
      <vt:lpstr>PowerPoint Presentation</vt:lpstr>
      <vt:lpstr>Manufacturing System Classification</vt:lpstr>
      <vt:lpstr>Large Control System Hierarchy</vt:lpstr>
      <vt:lpstr>Large Control System Hierarchy</vt:lpstr>
      <vt:lpstr>Large Control System Hierarchy</vt:lpstr>
      <vt:lpstr>Fundamentals of Control Systems</vt:lpstr>
      <vt:lpstr>Fundamentals of Control Systems</vt:lpstr>
      <vt:lpstr>Fundamentals of Control Systems</vt:lpstr>
      <vt:lpstr>Fundamentals of Control Systems</vt:lpstr>
      <vt:lpstr>Fundamentals of Control Systems</vt:lpstr>
      <vt:lpstr>Fundamentals of Control Systems</vt:lpstr>
      <vt:lpstr>Fundamentals of Control Systems</vt:lpstr>
      <vt:lpstr>Fundamentals of Control Systems</vt:lpstr>
      <vt:lpstr>Feedback Systems</vt:lpstr>
      <vt:lpstr>Feedback Systems</vt:lpstr>
      <vt:lpstr>Feedback Systems</vt:lpstr>
      <vt:lpstr>Feedback Systems</vt:lpstr>
      <vt:lpstr>Feedback Systems</vt:lpstr>
      <vt:lpstr>Types of Control System</vt:lpstr>
      <vt:lpstr>Types of Control System</vt:lpstr>
      <vt:lpstr>Types of Control System</vt:lpstr>
      <vt:lpstr>Types of Control System</vt:lpstr>
      <vt:lpstr>PowerPoint Presentation</vt:lpstr>
      <vt:lpstr>Types of Control System</vt:lpstr>
      <vt:lpstr>Transfer Functions</vt:lpstr>
      <vt:lpstr>Transfer Functions</vt:lpstr>
      <vt:lpstr>FOR TOMORROW</vt:lpstr>
    </vt:vector>
  </TitlesOfParts>
  <Company>University of Salford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to go here heading to go here</dc:title>
  <dc:creator>Chambers Denis</dc:creator>
  <cp:lastModifiedBy>Saber Mahboubi Heydarabad</cp:lastModifiedBy>
  <cp:revision>322</cp:revision>
  <cp:lastPrinted>2017-11-06T08:08:28Z</cp:lastPrinted>
  <dcterms:created xsi:type="dcterms:W3CDTF">2011-12-09T09:26:53Z</dcterms:created>
  <dcterms:modified xsi:type="dcterms:W3CDTF">2024-11-03T19:58:06Z</dcterms:modified>
</cp:coreProperties>
</file>