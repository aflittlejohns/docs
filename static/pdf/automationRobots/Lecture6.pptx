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300" r:id="rId2"/>
    <p:sldId id="301" r:id="rId3"/>
    <p:sldId id="273" r:id="rId4"/>
    <p:sldId id="404" r:id="rId5"/>
    <p:sldId id="425" r:id="rId6"/>
    <p:sldId id="405" r:id="rId7"/>
    <p:sldId id="406" r:id="rId8"/>
    <p:sldId id="407" r:id="rId9"/>
    <p:sldId id="408" r:id="rId10"/>
    <p:sldId id="409" r:id="rId11"/>
    <p:sldId id="410" r:id="rId12"/>
    <p:sldId id="411" r:id="rId13"/>
    <p:sldId id="413" r:id="rId14"/>
    <p:sldId id="414" r:id="rId15"/>
    <p:sldId id="431" r:id="rId16"/>
    <p:sldId id="415" r:id="rId17"/>
    <p:sldId id="416" r:id="rId18"/>
    <p:sldId id="419" r:id="rId19"/>
    <p:sldId id="418" r:id="rId20"/>
    <p:sldId id="420" r:id="rId21"/>
    <p:sldId id="421" r:id="rId22"/>
    <p:sldId id="422" r:id="rId23"/>
    <p:sldId id="423" r:id="rId24"/>
    <p:sldId id="332" r:id="rId25"/>
    <p:sldId id="438" r:id="rId26"/>
    <p:sldId id="439" r:id="rId27"/>
    <p:sldId id="440" r:id="rId28"/>
    <p:sldId id="441" r:id="rId29"/>
    <p:sldId id="336" r:id="rId30"/>
    <p:sldId id="309" r:id="rId31"/>
    <p:sldId id="424" r:id="rId32"/>
    <p:sldId id="428" r:id="rId33"/>
    <p:sldId id="427" r:id="rId34"/>
    <p:sldId id="426" r:id="rId35"/>
    <p:sldId id="429" r:id="rId36"/>
    <p:sldId id="445" r:id="rId37"/>
    <p:sldId id="430" r:id="rId38"/>
    <p:sldId id="432" r:id="rId39"/>
    <p:sldId id="433" r:id="rId40"/>
    <p:sldId id="434" r:id="rId41"/>
    <p:sldId id="442" r:id="rId42"/>
    <p:sldId id="436" r:id="rId43"/>
    <p:sldId id="443" r:id="rId44"/>
    <p:sldId id="435" r:id="rId45"/>
    <p:sldId id="437" r:id="rId46"/>
    <p:sldId id="444" r:id="rId47"/>
  </p:sldIdLst>
  <p:sldSz cx="9144000" cy="6858000" type="screen4x3"/>
  <p:notesSz cx="6797675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60C3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6" autoAdjust="0"/>
    <p:restoredTop sz="94302" autoAdjust="0"/>
  </p:normalViewPr>
  <p:slideViewPr>
    <p:cSldViewPr snapToGrid="0" snapToObjects="1">
      <p:cViewPr varScale="1">
        <p:scale>
          <a:sx n="84" d="100"/>
          <a:sy n="84" d="100"/>
        </p:scale>
        <p:origin x="143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6" d="100"/>
          <a:sy n="76" d="100"/>
        </p:scale>
        <p:origin x="-2166" y="-9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100" y="61913"/>
            <a:ext cx="5699125" cy="66516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1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33812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DF0CDD-250B-44FA-B365-4CE5BD183BFF}" type="datetimeFigureOut">
              <a:rPr lang="en-GB"/>
              <a:pPr>
                <a:defRPr/>
              </a:pPr>
              <a:t>12/11/2024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F8B4681-E8FC-4223-855F-F6D02069507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5648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C7BFCB-54E2-4FAD-ABE5-6D07B5A6197A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04992B-7A2F-4E49-836D-152A541CA74E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610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198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078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666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911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603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22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604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028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718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479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520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2658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64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5481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663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548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545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850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704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377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1640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251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8280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940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9E36-6F5F-63DA-1758-C5673AA4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8D2E3600-C9C5-0EDF-C93B-BC9C5B3388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C0590756-CE41-06DC-4519-A6FFAE9481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30F22651-1971-2590-4E03-8E0D619D9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034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37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888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38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9249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39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5604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40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7167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6283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42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2442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43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7361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44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1777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45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1758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46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03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912" y="3600450"/>
            <a:ext cx="4129088" cy="2047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5040F1CA-107E-4C02-9350-2638B13676DD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10AA4DB-3605-4FA3-B073-F6157C791C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88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" y="2905124"/>
            <a:ext cx="8175801" cy="3221040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260EB70C-1D28-4D0E-9EBF-F8A612BE2157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06146ED-8A61-444D-BED3-FE896BEB6B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19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6A77813-D615-4EF5-8121-05F040F7EA32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B63B96-E220-44D6-A3BE-F55E548856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21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998" y="2905125"/>
            <a:ext cx="3984801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2905125"/>
            <a:ext cx="3924300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CC8ADA1B-B27B-44DF-94FD-5F80705E82A6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297BDDE-412F-465E-9C0E-4A7A756F42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77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998" y="2911475"/>
            <a:ext cx="3986389" cy="793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998" y="3705225"/>
            <a:ext cx="3986390" cy="2420937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911475"/>
            <a:ext cx="4041775" cy="782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705225"/>
            <a:ext cx="4041775" cy="24209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E1F0045E-A52B-400C-BA7C-0AB7F1517D1E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9493AE6-02A4-4579-B6A8-67567F8C0C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12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998" y="2905125"/>
            <a:ext cx="8175801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510998" y="4533900"/>
            <a:ext cx="8175802" cy="1592262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510998" y="4095750"/>
            <a:ext cx="8175802" cy="43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4A5F766-4D62-4C36-9E71-1230FDE576CE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F6791AC-4FD0-45C4-BE8D-A0D20F345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14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1E88F20-1AAB-4FD3-BF23-27A9452A5CF6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161F95E-9EB3-41D2-AD4C-9F0FE5ADF1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48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49DD050-0C74-48C3-8BCE-E6188004D976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01412CD-2C22-49FD-A854-1BB75DC92D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901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95F7BE7A-A994-4833-8C88-7E73C52F6179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5FFA643-5063-437F-859D-8FD1C6FE38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823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75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3475"/>
            <a:ext cx="3008313" cy="499268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60C30"/>
              </a:buClr>
              <a:buFont typeface="Arial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29FA7F8-151E-40BF-B9EE-6D203BF2458B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4D61F0F-4D0B-4117-9D0C-4C6BC2AAFB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89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0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90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90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F35BFFA0-2FB4-485B-B508-3C350D2D46BA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2D1AF6-8CCE-453E-A992-4ACAED152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916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074" y="1819276"/>
            <a:ext cx="7956725" cy="4306888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30074" y="342900"/>
            <a:ext cx="7956725" cy="14763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D3D5E2B5-B450-4682-A92A-894F7F2B2141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824A4E3-28B3-405D-957D-37D13CC524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112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05550" cy="5851525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5321716-F687-4FF8-9100-52DE8ECBB97A}" type="datetime1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D9506A1-0073-4CC4-A378-D74D20A87C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708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370013" y="1827213"/>
            <a:ext cx="3579812" cy="41148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036C7-51A0-44C6-A0F4-CE1A9A76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12570-89DB-4737-AE6D-9AA4B6BC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9C263-20DC-42D5-BFC2-6AD8830A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94D5BF1-61AA-48B1-89C6-E150A73579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541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0" r:id="rId1"/>
    <p:sldLayoutId id="2147484961" r:id="rId2"/>
    <p:sldLayoutId id="2147484962" r:id="rId3"/>
    <p:sldLayoutId id="2147484963" r:id="rId4"/>
    <p:sldLayoutId id="2147484964" r:id="rId5"/>
    <p:sldLayoutId id="2147484965" r:id="rId6"/>
    <p:sldLayoutId id="2147484966" r:id="rId7"/>
    <p:sldLayoutId id="2147484967" r:id="rId8"/>
    <p:sldLayoutId id="2147484968" r:id="rId9"/>
    <p:sldLayoutId id="2147484969" r:id="rId10"/>
    <p:sldLayoutId id="2147484970" r:id="rId11"/>
    <p:sldLayoutId id="2147484971" r:id="rId12"/>
    <p:sldLayoutId id="2147484972" r:id="rId13"/>
    <p:sldLayoutId id="2147484973" r:id="rId14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Arial Bold"/>
          <a:ea typeface="ＭＳ Ｐゴシック" charset="-128"/>
          <a:cs typeface="Arial Bol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http://www.robotsltd.co.uk/images/Robotaxismovements.jp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 bwMode="auto">
          <a:xfrm>
            <a:off x="819150" y="2047875"/>
            <a:ext cx="8324850" cy="804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 dirty="0"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BEng (Hons) Control and Automation</a:t>
            </a:r>
            <a:endParaRPr lang="en-US" altLang="en-US" sz="3600" i="1" dirty="0">
              <a:latin typeface="Arial Bold" panose="020B0704020202020204" pitchFamily="34" charset="0"/>
              <a:ea typeface="ＭＳ Ｐゴシック" panose="020B0600070205080204" pitchFamily="34" charset="-128"/>
              <a:cs typeface="Arial Bold" panose="020B0704020202020204" pitchFamily="34" charset="0"/>
            </a:endParaRPr>
          </a:p>
        </p:txBody>
      </p:sp>
      <p:sp>
        <p:nvSpPr>
          <p:cNvPr id="17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819150" y="2944813"/>
            <a:ext cx="7772400" cy="3470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Automation and Robotics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CRN: 50295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 Saber </a:t>
            </a:r>
            <a:r>
              <a:rPr lang="en-US" altLang="en-US" sz="2800" b="1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Mahboubi</a:t>
            </a:r>
            <a:endParaRPr lang="en-US" altLang="en-US" sz="28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Email:    s.mahboubiheydarabad@salford.ac.uk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511175" y="1066800"/>
            <a:ext cx="8175625" cy="276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Lecture Content: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Robot Manipulator </a:t>
            </a:r>
            <a:r>
              <a:rPr lang="en-GB" altLang="en-US" dirty="0" err="1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Kinamatics</a:t>
            </a:r>
            <a:endParaRPr lang="en-GB" altLang="en-US" dirty="0">
              <a:solidFill>
                <a:schemeClr val="tx1"/>
              </a:solidFill>
              <a:latin typeface="Arial Bold" panose="020B0704020202020204" pitchFamily="34" charset="0"/>
              <a:ea typeface="ＭＳ Ｐゴシック" panose="020B0600070205080204" pitchFamily="34" charset="-128"/>
              <a:cs typeface="Arial Bold" panose="020B07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Anatomy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Recall the construction of our manipulator arms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53643" y="1111248"/>
            <a:ext cx="8236713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The manipulator consists of joints and links</a:t>
            </a:r>
          </a:p>
          <a:p>
            <a:pPr eaLnBrk="1" hangingPunct="1"/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Joints provide relative motion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Links are rigid members between joints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Various joint types: linear and rotary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Each joint provides a “degree-of-freedom”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Most robots possess five or six degrees-of-freedom</a:t>
            </a:r>
          </a:p>
        </p:txBody>
      </p:sp>
      <p:pic>
        <p:nvPicPr>
          <p:cNvPr id="6" name="Picture 4" descr="C:\My Documents\Books\APSCIM-3e\Figures - Completed\8\8.1c.JPG">
            <a:extLst>
              <a:ext uri="{FF2B5EF4-FFF2-40B4-BE49-F238E27FC236}">
                <a16:creationId xmlns:a16="http://schemas.microsoft.com/office/drawing/2014/main" id="{C2F2BF02-7B2D-44E2-9F8B-3E112FF11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086" y="1505593"/>
            <a:ext cx="2772834" cy="186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E4CD4C0E-E03A-4741-BBDF-D00FD3D93366}"/>
              </a:ext>
            </a:extLst>
          </p:cNvPr>
          <p:cNvSpPr txBox="1"/>
          <p:nvPr/>
        </p:nvSpPr>
        <p:spPr>
          <a:xfrm>
            <a:off x="564480" y="4513925"/>
            <a:ext cx="8236713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The manipulator normally consists of two sections:</a:t>
            </a:r>
          </a:p>
          <a:p>
            <a:pPr eaLnBrk="1" hangingPunct="1"/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Body-and-arm – for positioning of objects in the robot's work volume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Wrist assembly – for orientation of objects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Joints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The more common joints types used are: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53643" y="1111248"/>
            <a:ext cx="8236713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For translational motion</a:t>
            </a:r>
          </a:p>
          <a:p>
            <a:pPr eaLnBrk="1" hangingPunct="1"/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Linear joint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Orthogonal joint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4CD4C0E-E03A-4741-BBDF-D00FD3D93366}"/>
              </a:ext>
            </a:extLst>
          </p:cNvPr>
          <p:cNvSpPr txBox="1"/>
          <p:nvPr/>
        </p:nvSpPr>
        <p:spPr>
          <a:xfrm>
            <a:off x="485509" y="3361608"/>
            <a:ext cx="8236713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For rotary motion</a:t>
            </a:r>
          </a:p>
          <a:p>
            <a:pPr eaLnBrk="1" hangingPunct="1"/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Rotational joint</a:t>
            </a:r>
          </a:p>
          <a:p>
            <a:pPr lvl="1" eaLnBrk="1" hangingPunct="1"/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Twisting joint 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Revolving joint 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pic>
        <p:nvPicPr>
          <p:cNvPr id="8" name="Picture 1028" descr="C:\My Documents\Books\APSCIM-3e\Figures - Completed\8\8.2aC.JPG">
            <a:extLst>
              <a:ext uri="{FF2B5EF4-FFF2-40B4-BE49-F238E27FC236}">
                <a16:creationId xmlns:a16="http://schemas.microsoft.com/office/drawing/2014/main" id="{9E5D3F5A-A0DD-4E26-ABE0-CA3581DBC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312" y="1259204"/>
            <a:ext cx="2692750" cy="66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29" descr="C:\My Documents\Books\APSCIM-3e\Figures - Completed\8\8.2bC.JPG">
            <a:extLst>
              <a:ext uri="{FF2B5EF4-FFF2-40B4-BE49-F238E27FC236}">
                <a16:creationId xmlns:a16="http://schemas.microsoft.com/office/drawing/2014/main" id="{0C82C5B4-C572-43B6-9A37-33D9B0DBB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123" y="1834747"/>
            <a:ext cx="2464724" cy="1223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C:\My Documents\Books\APSCIM-3e\Figures - Completed\8\8.2cC.JPG">
            <a:extLst>
              <a:ext uri="{FF2B5EF4-FFF2-40B4-BE49-F238E27FC236}">
                <a16:creationId xmlns:a16="http://schemas.microsoft.com/office/drawing/2014/main" id="{6BED62A0-8167-4583-94FA-C98134321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312" y="3509564"/>
            <a:ext cx="2391778" cy="87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C:\My Documents\Books\APSCIM-3e\Figures - Completed\8\8.2dC.JPG">
            <a:extLst>
              <a:ext uri="{FF2B5EF4-FFF2-40B4-BE49-F238E27FC236}">
                <a16:creationId xmlns:a16="http://schemas.microsoft.com/office/drawing/2014/main" id="{52AE0D3D-0402-4CB7-8E2C-330A74176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069" y="4190452"/>
            <a:ext cx="2391778" cy="92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 descr="C:\My Documents\Books\APSCIM-3e\Figures - Completed\8\8.2eC.JPG">
            <a:extLst>
              <a:ext uri="{FF2B5EF4-FFF2-40B4-BE49-F238E27FC236}">
                <a16:creationId xmlns:a16="http://schemas.microsoft.com/office/drawing/2014/main" id="{FB9E3E25-A9AF-4C56-8F06-BAD95EF45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920" y="5107181"/>
            <a:ext cx="2699142" cy="14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681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Degrees Of freedom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67731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The ability of a joint to operate in one or more of the 3 translational axes or rotational orientation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540679" y="1420325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The combination of these can give the overall manipulator multiple degrees of freedom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4CD4C0E-E03A-4741-BBDF-D00FD3D93366}"/>
              </a:ext>
            </a:extLst>
          </p:cNvPr>
          <p:cNvSpPr txBox="1"/>
          <p:nvPr/>
        </p:nvSpPr>
        <p:spPr>
          <a:xfrm>
            <a:off x="757797" y="2630088"/>
            <a:ext cx="823671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eaLnBrk="1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US" dirty="0"/>
              <a:t>Complete flexibility require 6 DOF</a:t>
            </a:r>
          </a:p>
          <a:p>
            <a:pPr marL="285750" indent="-285750" eaLnBrk="1" hangingPunct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More DOF leads to more complex control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pic>
        <p:nvPicPr>
          <p:cNvPr id="14" name="Picture 14" descr="http://www.robotsltd.co.uk/images/Robotaxismovements.jpg">
            <a:extLst>
              <a:ext uri="{FF2B5EF4-FFF2-40B4-BE49-F238E27FC236}">
                <a16:creationId xmlns:a16="http://schemas.microsoft.com/office/drawing/2014/main" id="{2B5F19AF-DA45-41EC-853C-18B5632A4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57"/>
          <a:stretch>
            <a:fillRect/>
          </a:stretch>
        </p:blipFill>
        <p:spPr bwMode="auto">
          <a:xfrm>
            <a:off x="5256403" y="1887792"/>
            <a:ext cx="3286125" cy="413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C3E3796-28BF-4AFC-ADB7-C2D87A2519AE}"/>
              </a:ext>
            </a:extLst>
          </p:cNvPr>
          <p:cNvGrpSpPr/>
          <p:nvPr/>
        </p:nvGrpSpPr>
        <p:grpSpPr>
          <a:xfrm>
            <a:off x="601471" y="3791626"/>
            <a:ext cx="4654347" cy="2835939"/>
            <a:chOff x="601471" y="3791626"/>
            <a:chExt cx="4654347" cy="2835939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9A9D1415-5FFA-4641-99D2-0426A18706B6}"/>
                </a:ext>
              </a:extLst>
            </p:cNvPr>
            <p:cNvSpPr txBox="1"/>
            <p:nvPr/>
          </p:nvSpPr>
          <p:spPr>
            <a:xfrm>
              <a:off x="601471" y="3791626"/>
              <a:ext cx="4202949" cy="84382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More than 6 DOF is possible if the manipulator is build for </a:t>
              </a:r>
              <a:r>
                <a:rPr lang="en-US" altLang="en-US" dirty="0" err="1"/>
                <a:t>redundency</a:t>
              </a:r>
              <a:endParaRPr lang="en-US" altLang="en-US" dirty="0"/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endParaRPr lang="en-US" alt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CD509EE-A2FB-464F-9946-DAD930449DFE}"/>
                </a:ext>
              </a:extLst>
            </p:cNvPr>
            <p:cNvGrpSpPr/>
            <p:nvPr/>
          </p:nvGrpSpPr>
          <p:grpSpPr>
            <a:xfrm>
              <a:off x="623316" y="4502158"/>
              <a:ext cx="4632502" cy="2125407"/>
              <a:chOff x="623316" y="4502158"/>
              <a:chExt cx="4632502" cy="2125407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D61CB02A-FFB9-4465-A601-46EB87C526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25" t="10614" r="36409" b="24503"/>
              <a:stretch>
                <a:fillRect/>
              </a:stretch>
            </p:blipFill>
            <p:spPr bwMode="auto">
              <a:xfrm>
                <a:off x="623316" y="4502158"/>
                <a:ext cx="2748534" cy="2125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7" name="Picture 16" descr="dexter">
                <a:extLst>
                  <a:ext uri="{FF2B5EF4-FFF2-40B4-BE49-F238E27FC236}">
                    <a16:creationId xmlns:a16="http://schemas.microsoft.com/office/drawing/2014/main" id="{DDDA6D1C-1FF0-4A33-99D9-1D8037818C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71850" y="4502158"/>
                <a:ext cx="1883968" cy="21254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02687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Body and Arm Configurations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There are also a number of body and arm configurations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518760" y="1111248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These are normally used as they reduce the complexity of the joints and the control in industrial environments where the workspace can be defined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4CD4C0E-E03A-4741-BBDF-D00FD3D93366}"/>
              </a:ext>
            </a:extLst>
          </p:cNvPr>
          <p:cNvSpPr txBox="1"/>
          <p:nvPr/>
        </p:nvSpPr>
        <p:spPr>
          <a:xfrm>
            <a:off x="572793" y="2088870"/>
            <a:ext cx="8236713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 eaLnBrk="1" hangingPunct="1"/>
            <a:r>
              <a:rPr lang="en-US" altLang="en-US" dirty="0"/>
              <a:t>The five common body-and-arm configurations for industrial robots are: </a:t>
            </a:r>
          </a:p>
          <a:p>
            <a:pPr marL="457200" indent="-457200" eaLnBrk="1" hangingPunct="1"/>
            <a:endParaRPr lang="en-US" altLang="en-US" dirty="0"/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Polar coordinate body-and-arm assembly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Cylindrical body-and-arm assembly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Cartesian coordinate body-and-arm assembly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Jointed-arm body-and-arm assembly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Selective Compliance Assembly Robot Arm (SCARA)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3479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Polar coordinate body-and-arm assembly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511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Consists of a sliding arm actuated relative to the body, which can rotate about both a vertical axis and horizontal axis</a:t>
            </a:r>
          </a:p>
        </p:txBody>
      </p:sp>
      <p:pic>
        <p:nvPicPr>
          <p:cNvPr id="6" name="Picture 4" descr="C:\My Documents\Books\APSCIM-3e\Figures - Completed\8\8.3C.JPG">
            <a:extLst>
              <a:ext uri="{FF2B5EF4-FFF2-40B4-BE49-F238E27FC236}">
                <a16:creationId xmlns:a16="http://schemas.microsoft.com/office/drawing/2014/main" id="{9C19BBEB-A5A0-4C11-88FC-CC0C8F20C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17" y="1928552"/>
            <a:ext cx="4038600" cy="313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Image result for Polar coordinate body-and-arm assembly industrial robot pictures">
            <a:extLst>
              <a:ext uri="{FF2B5EF4-FFF2-40B4-BE49-F238E27FC236}">
                <a16:creationId xmlns:a16="http://schemas.microsoft.com/office/drawing/2014/main" id="{22FF0C93-E77D-4305-A922-ACB6594B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656" y="3607816"/>
            <a:ext cx="4163822" cy="214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41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Cylindrical body-and-arm assembly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Consists of a vertical column, relative to which an arm assembly is moved up or </a:t>
            </a:r>
            <a:r>
              <a:rPr lang="en-US" altLang="en-US" dirty="0" err="1"/>
              <a:t>downand</a:t>
            </a:r>
            <a:r>
              <a:rPr lang="en-US" altLang="en-US" dirty="0"/>
              <a:t> the arm can be moved in or out relative to the column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7" name="Picture 1028" descr="C:\My Documents\Books\APSCIM-3e\Figures - Completed\8\8.4C.JPG">
            <a:extLst>
              <a:ext uri="{FF2B5EF4-FFF2-40B4-BE49-F238E27FC236}">
                <a16:creationId xmlns:a16="http://schemas.microsoft.com/office/drawing/2014/main" id="{4835AC3C-10AD-4538-8B4A-88A5E104A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33" y="1717964"/>
            <a:ext cx="30162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9">
            <a:extLst>
              <a:ext uri="{FF2B5EF4-FFF2-40B4-BE49-F238E27FC236}">
                <a16:creationId xmlns:a16="http://schemas.microsoft.com/office/drawing/2014/main" id="{E65987AC-F652-45E0-8C2E-A260B9277B0E}"/>
              </a:ext>
            </a:extLst>
          </p:cNvPr>
          <p:cNvSpPr/>
          <p:nvPr/>
        </p:nvSpPr>
        <p:spPr>
          <a:xfrm>
            <a:off x="4947687" y="2317978"/>
            <a:ext cx="3569914" cy="32806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759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Cartesian coordinate body-and-arm assembly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Consists of three sliding joints, two of which are orthogonal, also known as the rectilinear robot 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6" name="Picture 2052" descr="C:\My Documents\Books\APSCIM-3e\Figures - Completed\8\8.5C.JPG">
            <a:extLst>
              <a:ext uri="{FF2B5EF4-FFF2-40B4-BE49-F238E27FC236}">
                <a16:creationId xmlns:a16="http://schemas.microsoft.com/office/drawing/2014/main" id="{86FB539D-8123-409F-9846-3ECC77CD1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14" y="1688869"/>
            <a:ext cx="30575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325665B9-585C-46D3-8A2F-A1CF0A0624D4}"/>
              </a:ext>
            </a:extLst>
          </p:cNvPr>
          <p:cNvSpPr/>
          <p:nvPr/>
        </p:nvSpPr>
        <p:spPr>
          <a:xfrm>
            <a:off x="4540597" y="2458257"/>
            <a:ext cx="3622502" cy="33398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006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Jointed-arm body-and-arm assembly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Based on sets of revolute joints in a similar way to a human arm so mostly involving angular movement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7" name="Picture 4" descr="C:\My Documents\Books\APSCIM-3e\Figures - Completed\8\8.6C.JPG">
            <a:extLst>
              <a:ext uri="{FF2B5EF4-FFF2-40B4-BE49-F238E27FC236}">
                <a16:creationId xmlns:a16="http://schemas.microsoft.com/office/drawing/2014/main" id="{483AEF42-1630-444E-A769-9CEA4F2C2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22" y="1995054"/>
            <a:ext cx="4495800" cy="329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5DABAC2F-677D-464D-BBC3-292CBF0FBC06}"/>
              </a:ext>
            </a:extLst>
          </p:cNvPr>
          <p:cNvSpPr/>
          <p:nvPr/>
        </p:nvSpPr>
        <p:spPr>
          <a:xfrm>
            <a:off x="5721120" y="1832956"/>
            <a:ext cx="2608234" cy="37707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643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Selective Compliance Assembly Robot Arm (SCARA)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Similar to jointed-arm robot except that vertical axes are used for shoulder and elbow joints to be compliant in horizontal direction for vertical insertion tasks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6" name="Picture 1028" descr="C:\My Documents\Books\APSCIM-3e\Figures - Completed\8\8.7C.JPG">
            <a:extLst>
              <a:ext uri="{FF2B5EF4-FFF2-40B4-BE49-F238E27FC236}">
                <a16:creationId xmlns:a16="http://schemas.microsoft.com/office/drawing/2014/main" id="{F8A3A4DA-004B-405C-BAEE-75D48620E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25" y="1806632"/>
            <a:ext cx="354647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C9F32434-5B74-4ABF-9CDC-D31C612A9B16}"/>
              </a:ext>
            </a:extLst>
          </p:cNvPr>
          <p:cNvSpPr/>
          <p:nvPr/>
        </p:nvSpPr>
        <p:spPr>
          <a:xfrm>
            <a:off x="5146732" y="2056476"/>
            <a:ext cx="3102610" cy="302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832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 err="1"/>
              <a:t>Kinamatics</a:t>
            </a:r>
            <a:endParaRPr lang="en-US" altLang="en-US" sz="200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b="1" spc="-5" dirty="0">
                <a:latin typeface="+mn-lt"/>
                <a:cs typeface="Tahoma"/>
              </a:rPr>
              <a:t>KINEMATICS </a:t>
            </a:r>
            <a:r>
              <a:rPr lang="en-GB" sz="2000" b="1" dirty="0">
                <a:latin typeface="+mn-lt"/>
                <a:cs typeface="Tahoma"/>
              </a:rPr>
              <a:t>- </a:t>
            </a:r>
            <a:r>
              <a:rPr lang="en-GB" sz="2000" b="1" spc="-5" dirty="0">
                <a:latin typeface="+mn-lt"/>
                <a:cs typeface="Tahoma"/>
              </a:rPr>
              <a:t>the </a:t>
            </a:r>
            <a:r>
              <a:rPr lang="en-GB" sz="2000" b="1" spc="-10" dirty="0">
                <a:latin typeface="+mn-lt"/>
                <a:cs typeface="Tahoma"/>
              </a:rPr>
              <a:t>analytical </a:t>
            </a:r>
            <a:r>
              <a:rPr lang="en-GB" sz="2000" b="1" spc="-5" dirty="0">
                <a:latin typeface="+mn-lt"/>
                <a:cs typeface="Tahoma"/>
              </a:rPr>
              <a:t>study </a:t>
            </a:r>
            <a:r>
              <a:rPr lang="en-GB" sz="2000" b="1" dirty="0">
                <a:latin typeface="+mn-lt"/>
                <a:cs typeface="Tahoma"/>
              </a:rPr>
              <a:t>of </a:t>
            </a:r>
            <a:r>
              <a:rPr lang="en-GB" sz="2000" b="1" spc="-5" dirty="0">
                <a:latin typeface="+mn-lt"/>
                <a:cs typeface="Tahoma"/>
              </a:rPr>
              <a:t>the  geometry </a:t>
            </a:r>
            <a:r>
              <a:rPr lang="en-GB" sz="2000" b="1" dirty="0">
                <a:latin typeface="+mn-lt"/>
                <a:cs typeface="Tahoma"/>
              </a:rPr>
              <a:t>of </a:t>
            </a:r>
            <a:r>
              <a:rPr lang="en-GB" sz="2000" b="1" spc="-5" dirty="0">
                <a:latin typeface="+mn-lt"/>
                <a:cs typeface="Tahoma"/>
              </a:rPr>
              <a:t>motion </a:t>
            </a:r>
            <a:r>
              <a:rPr lang="en-GB" sz="2000" b="1" dirty="0">
                <a:latin typeface="+mn-lt"/>
                <a:cs typeface="Tahoma"/>
              </a:rPr>
              <a:t>of a robot</a:t>
            </a:r>
            <a:r>
              <a:rPr lang="en-GB" sz="2000" b="1" spc="-30" dirty="0">
                <a:latin typeface="+mn-lt"/>
                <a:cs typeface="Tahoma"/>
              </a:rPr>
              <a:t> </a:t>
            </a:r>
            <a:r>
              <a:rPr lang="en-GB" sz="2000" b="1" spc="-5" dirty="0">
                <a:latin typeface="+mn-lt"/>
                <a:cs typeface="Tahoma"/>
              </a:rPr>
              <a:t>arm</a:t>
            </a:r>
            <a:endParaRPr lang="en-US" altLang="en-US" sz="2000" b="1" dirty="0">
              <a:latin typeface="+mn-lt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F1533BB-CEEF-4925-AE3E-4E8D02CC2096}"/>
              </a:ext>
            </a:extLst>
          </p:cNvPr>
          <p:cNvSpPr txBox="1"/>
          <p:nvPr/>
        </p:nvSpPr>
        <p:spPr>
          <a:xfrm>
            <a:off x="485508" y="1621095"/>
            <a:ext cx="823671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Tahoma"/>
                <a:cs typeface="Tahoma"/>
              </a:rPr>
              <a:t>In order to control and programme </a:t>
            </a:r>
            <a:r>
              <a:rPr lang="en-GB" sz="2000" dirty="0">
                <a:latin typeface="Tahoma"/>
                <a:cs typeface="Tahoma"/>
              </a:rPr>
              <a:t>a robot  </a:t>
            </a:r>
            <a:r>
              <a:rPr lang="en-GB" sz="2000" spc="-5" dirty="0">
                <a:latin typeface="Tahoma"/>
                <a:cs typeface="Tahoma"/>
              </a:rPr>
              <a:t>we </a:t>
            </a:r>
            <a:r>
              <a:rPr lang="en-GB" sz="2000" spc="-10" dirty="0">
                <a:latin typeface="Tahoma"/>
                <a:cs typeface="Tahoma"/>
              </a:rPr>
              <a:t>must have </a:t>
            </a:r>
            <a:r>
              <a:rPr lang="en-GB" sz="2000" spc="-5" dirty="0">
                <a:latin typeface="Tahoma"/>
                <a:cs typeface="Tahoma"/>
              </a:rPr>
              <a:t>knowledge </a:t>
            </a:r>
            <a:r>
              <a:rPr lang="en-GB" sz="2000" dirty="0">
                <a:latin typeface="Tahoma"/>
                <a:cs typeface="Tahoma"/>
              </a:rPr>
              <a:t>of </a:t>
            </a:r>
            <a:r>
              <a:rPr lang="en-GB" sz="2000" spc="-5" dirty="0">
                <a:latin typeface="Tahoma"/>
                <a:cs typeface="Tahoma"/>
              </a:rPr>
              <a:t>both it’s  spatial arrangement and </a:t>
            </a:r>
            <a:r>
              <a:rPr lang="en-GB" sz="2000" dirty="0">
                <a:latin typeface="Tahoma"/>
                <a:cs typeface="Tahoma"/>
              </a:rPr>
              <a:t>a </a:t>
            </a:r>
            <a:r>
              <a:rPr lang="en-GB" sz="2000" spc="-5" dirty="0">
                <a:latin typeface="Tahoma"/>
                <a:cs typeface="Tahoma"/>
              </a:rPr>
              <a:t>means </a:t>
            </a:r>
            <a:r>
              <a:rPr lang="en-GB" sz="2000" dirty="0">
                <a:latin typeface="Tahoma"/>
                <a:cs typeface="Tahoma"/>
              </a:rPr>
              <a:t>of  </a:t>
            </a:r>
            <a:r>
              <a:rPr lang="en-GB" sz="2000" spc="-5" dirty="0">
                <a:latin typeface="Tahoma"/>
                <a:cs typeface="Tahoma"/>
              </a:rPr>
              <a:t>reference to the</a:t>
            </a:r>
            <a:r>
              <a:rPr lang="en-GB" sz="2000" dirty="0">
                <a:latin typeface="Tahoma"/>
                <a:cs typeface="Tahoma"/>
              </a:rPr>
              <a:t> </a:t>
            </a:r>
            <a:r>
              <a:rPr lang="en-GB" sz="2000" spc="-5" dirty="0">
                <a:latin typeface="Tahoma"/>
                <a:cs typeface="Tahoma"/>
              </a:rPr>
              <a:t>environment</a:t>
            </a:r>
            <a:endParaRPr lang="en-US" altLang="en-US" sz="2000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6E701F8-F679-4CCA-922D-C03399F0D438}"/>
              </a:ext>
            </a:extLst>
          </p:cNvPr>
          <p:cNvSpPr txBox="1"/>
          <p:nvPr/>
        </p:nvSpPr>
        <p:spPr>
          <a:xfrm>
            <a:off x="-22952" y="2779150"/>
            <a:ext cx="8236713" cy="2136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57505" lvl="1">
              <a:spcBef>
                <a:spcPts val="630"/>
              </a:spcBef>
              <a:buClr>
                <a:srgbClr val="0066FF"/>
              </a:buClr>
              <a:buSzPct val="60416"/>
              <a:tabLst>
                <a:tab pos="698500" algn="l"/>
              </a:tabLst>
            </a:pPr>
            <a:r>
              <a:rPr lang="en-GB" sz="2000" spc="-5" dirty="0">
                <a:latin typeface="+mn-lt"/>
                <a:cs typeface="Tahoma"/>
              </a:rPr>
              <a:t>This is done:</a:t>
            </a:r>
          </a:p>
          <a:p>
            <a:pPr marL="469900" marR="357505" lvl="1">
              <a:spcBef>
                <a:spcPts val="630"/>
              </a:spcBef>
              <a:buClr>
                <a:srgbClr val="0066FF"/>
              </a:buClr>
              <a:buSzPct val="60416"/>
              <a:tabLst>
                <a:tab pos="698500" algn="l"/>
              </a:tabLst>
            </a:pPr>
            <a:endParaRPr lang="en-GB" sz="2000" spc="-5" dirty="0">
              <a:latin typeface="+mn-lt"/>
              <a:cs typeface="Tahoma"/>
            </a:endParaRPr>
          </a:p>
          <a:p>
            <a:pPr marL="812800" marR="357505" lvl="1" indent="-342900">
              <a:spcBef>
                <a:spcPts val="630"/>
              </a:spcBef>
              <a:buSzPct val="60416"/>
              <a:buFont typeface="Arial" panose="020B0604020202020204" pitchFamily="34" charset="0"/>
              <a:buChar char="•"/>
              <a:tabLst>
                <a:tab pos="698500" algn="l"/>
              </a:tabLst>
            </a:pPr>
            <a:r>
              <a:rPr lang="en-GB" sz="2000" spc="-5" dirty="0">
                <a:latin typeface="+mn-lt"/>
                <a:cs typeface="Tahoma"/>
              </a:rPr>
              <a:t>	with respect to </a:t>
            </a:r>
            <a:r>
              <a:rPr lang="en-GB" sz="2000" dirty="0">
                <a:latin typeface="+mn-lt"/>
                <a:cs typeface="Tahoma"/>
              </a:rPr>
              <a:t>a </a:t>
            </a:r>
            <a:r>
              <a:rPr lang="en-GB" sz="2000" spc="-5" dirty="0">
                <a:latin typeface="+mn-lt"/>
                <a:cs typeface="Tahoma"/>
              </a:rPr>
              <a:t>fixed reference co-ordinate  system</a:t>
            </a:r>
          </a:p>
          <a:p>
            <a:pPr marL="812800" marR="357505" lvl="1" indent="-342900">
              <a:spcBef>
                <a:spcPts val="630"/>
              </a:spcBef>
              <a:buSzPct val="60416"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lang="en-GB" sz="2000" dirty="0">
              <a:latin typeface="+mn-lt"/>
              <a:cs typeface="Tahoma"/>
            </a:endParaRPr>
          </a:p>
          <a:p>
            <a:pPr marL="812800" marR="222885" lvl="1" indent="-342900">
              <a:spcBef>
                <a:spcPts val="600"/>
              </a:spcBef>
              <a:buSzPct val="60416"/>
              <a:buFont typeface="Arial" panose="020B0604020202020204" pitchFamily="34" charset="0"/>
              <a:buChar char="•"/>
              <a:tabLst>
                <a:tab pos="698500" algn="l"/>
              </a:tabLst>
            </a:pPr>
            <a:r>
              <a:rPr lang="en-GB" sz="2000" spc="-5" dirty="0">
                <a:latin typeface="+mn-lt"/>
                <a:cs typeface="Tahoma"/>
              </a:rPr>
              <a:t>	without regard to </a:t>
            </a:r>
            <a:r>
              <a:rPr lang="en-GB" sz="2000" dirty="0">
                <a:latin typeface="+mn-lt"/>
                <a:cs typeface="Tahoma"/>
              </a:rPr>
              <a:t>the </a:t>
            </a:r>
            <a:r>
              <a:rPr lang="en-GB" sz="2000" spc="-5" dirty="0">
                <a:latin typeface="+mn-lt"/>
                <a:cs typeface="Tahoma"/>
              </a:rPr>
              <a:t>forces </a:t>
            </a:r>
            <a:r>
              <a:rPr lang="en-GB" sz="2000" dirty="0">
                <a:latin typeface="+mn-lt"/>
                <a:cs typeface="Tahoma"/>
              </a:rPr>
              <a:t>or </a:t>
            </a:r>
            <a:r>
              <a:rPr lang="en-GB" sz="2000" spc="-5" dirty="0">
                <a:latin typeface="+mn-lt"/>
                <a:cs typeface="Tahoma"/>
              </a:rPr>
              <a:t>moments that  cause </a:t>
            </a:r>
            <a:r>
              <a:rPr lang="en-GB" sz="2000" dirty="0">
                <a:latin typeface="+mn-lt"/>
                <a:cs typeface="Tahoma"/>
              </a:rPr>
              <a:t>the </a:t>
            </a:r>
            <a:r>
              <a:rPr lang="en-GB" sz="2000" spc="-5" dirty="0">
                <a:latin typeface="+mn-lt"/>
                <a:cs typeface="Tahoma"/>
              </a:rPr>
              <a:t>motion</a:t>
            </a:r>
            <a:endParaRPr lang="en-GB" sz="2000" dirty="0">
              <a:latin typeface="+mn-lt"/>
              <a:cs typeface="Tahoma"/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406-033B-4810-969D-78C87B689F57}"/>
              </a:ext>
            </a:extLst>
          </p:cNvPr>
          <p:cNvSpPr/>
          <p:nvPr/>
        </p:nvSpPr>
        <p:spPr>
          <a:xfrm>
            <a:off x="396037" y="5084592"/>
            <a:ext cx="79677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+mn-lt"/>
                <a:cs typeface="Times New Roman"/>
              </a:rPr>
              <a:t>In order to describe the position and orientation of a body in </a:t>
            </a:r>
            <a:r>
              <a:rPr lang="en-GB" sz="2000" spc="-4" dirty="0">
                <a:latin typeface="+mn-lt"/>
                <a:cs typeface="Times New Roman"/>
              </a:rPr>
              <a:t>space, we will  </a:t>
            </a:r>
            <a:r>
              <a:rPr lang="en-GB" sz="2000" dirty="0">
                <a:latin typeface="+mn-lt"/>
                <a:cs typeface="Times New Roman"/>
              </a:rPr>
              <a:t>always attach a </a:t>
            </a:r>
            <a:r>
              <a:rPr lang="en-GB" sz="2000" b="1" dirty="0">
                <a:latin typeface="+mn-lt"/>
                <a:cs typeface="Times New Roman"/>
              </a:rPr>
              <a:t>coordinate system</a:t>
            </a:r>
            <a:r>
              <a:rPr lang="en-GB" sz="2000" dirty="0">
                <a:latin typeface="+mn-lt"/>
                <a:cs typeface="Times New Roman"/>
              </a:rPr>
              <a:t>, </a:t>
            </a:r>
            <a:r>
              <a:rPr lang="en-GB" sz="2000" spc="-4" dirty="0">
                <a:latin typeface="+mn-lt"/>
                <a:cs typeface="Times New Roman"/>
              </a:rPr>
              <a:t>or </a:t>
            </a:r>
            <a:r>
              <a:rPr lang="en-GB" sz="2000" b="1" dirty="0">
                <a:latin typeface="+mn-lt"/>
                <a:cs typeface="Times New Roman"/>
              </a:rPr>
              <a:t>frame</a:t>
            </a:r>
            <a:r>
              <a:rPr lang="en-GB" sz="2000" dirty="0">
                <a:latin typeface="+mn-lt"/>
                <a:cs typeface="Times New Roman"/>
              </a:rPr>
              <a:t>, rigidly to the object. </a:t>
            </a:r>
            <a:r>
              <a:rPr lang="en-GB" sz="2000" spc="-77" dirty="0">
                <a:latin typeface="+mn-lt"/>
                <a:cs typeface="Times New Roman"/>
              </a:rPr>
              <a:t>We</a:t>
            </a:r>
            <a:r>
              <a:rPr lang="en-GB" sz="2000" spc="-174" dirty="0">
                <a:latin typeface="+mn-lt"/>
                <a:cs typeface="Times New Roman"/>
              </a:rPr>
              <a:t> </a:t>
            </a:r>
            <a:r>
              <a:rPr lang="en-GB" sz="2000" dirty="0">
                <a:latin typeface="+mn-lt"/>
                <a:cs typeface="Times New Roman"/>
              </a:rPr>
              <a:t>then  proceed to describe the position and orientation of this frame </a:t>
            </a:r>
            <a:r>
              <a:rPr lang="en-GB" sz="2000" spc="-4" dirty="0">
                <a:latin typeface="+mn-lt"/>
                <a:cs typeface="Times New Roman"/>
              </a:rPr>
              <a:t>with </a:t>
            </a:r>
            <a:r>
              <a:rPr lang="en-GB" sz="2000" dirty="0">
                <a:latin typeface="+mn-lt"/>
                <a:cs typeface="Times New Roman"/>
              </a:rPr>
              <a:t>respect  to </a:t>
            </a:r>
            <a:r>
              <a:rPr lang="en-GB" sz="2000" spc="-4" dirty="0">
                <a:latin typeface="+mn-lt"/>
                <a:cs typeface="Times New Roman"/>
              </a:rPr>
              <a:t>some </a:t>
            </a:r>
            <a:r>
              <a:rPr lang="en-GB" sz="2000" dirty="0">
                <a:latin typeface="+mn-lt"/>
                <a:cs typeface="Times New Roman"/>
              </a:rPr>
              <a:t>reference coordinate</a:t>
            </a:r>
            <a:r>
              <a:rPr lang="en-GB" sz="2000" spc="-34" dirty="0">
                <a:latin typeface="+mn-lt"/>
                <a:cs typeface="Times New Roman"/>
              </a:rPr>
              <a:t> </a:t>
            </a:r>
            <a:r>
              <a:rPr lang="en-GB" sz="2000" spc="-4" dirty="0">
                <a:latin typeface="+mn-lt"/>
                <a:cs typeface="Times New Roman"/>
              </a:rPr>
              <a:t>system</a:t>
            </a:r>
            <a:endParaRPr lang="en-GB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02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 err="1"/>
              <a:t>Kinamatics</a:t>
            </a:r>
            <a:endParaRPr lang="en-US" altLang="en-US" sz="200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 err="1">
                <a:latin typeface="+mn-lt"/>
                <a:cs typeface="Tahoma"/>
              </a:rPr>
              <a:t>Kinamatics</a:t>
            </a:r>
            <a:r>
              <a:rPr lang="en-GB" sz="2000" spc="-5" dirty="0">
                <a:latin typeface="+mn-lt"/>
                <a:cs typeface="Tahoma"/>
              </a:rPr>
              <a:t> is concerned with being able to determine the position and orientation of the end effector (tool) of a robot with respect to its co-ordinate system </a:t>
            </a:r>
            <a:endParaRPr lang="en-US" altLang="en-US" sz="2000" dirty="0">
              <a:latin typeface="+mn-lt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F1533BB-CEEF-4925-AE3E-4E8D02CC2096}"/>
              </a:ext>
            </a:extLst>
          </p:cNvPr>
          <p:cNvSpPr txBox="1"/>
          <p:nvPr/>
        </p:nvSpPr>
        <p:spPr>
          <a:xfrm>
            <a:off x="485508" y="1872048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GB" sz="2000" spc="150" dirty="0">
                <a:latin typeface="+mn-lt"/>
                <a:cs typeface="Times New Roman"/>
              </a:rPr>
              <a:t>This </a:t>
            </a:r>
            <a:r>
              <a:rPr lang="en-GB" sz="2000" spc="-5" dirty="0">
                <a:latin typeface="+mn-lt"/>
                <a:cs typeface="Times New Roman"/>
              </a:rPr>
              <a:t>requires </a:t>
            </a:r>
            <a:r>
              <a:rPr lang="en-GB" sz="2000" dirty="0">
                <a:latin typeface="+mn-lt"/>
                <a:cs typeface="Times New Roman"/>
              </a:rPr>
              <a:t>the </a:t>
            </a:r>
            <a:r>
              <a:rPr lang="en-GB" sz="2000" spc="-5" dirty="0">
                <a:latin typeface="+mn-lt"/>
                <a:cs typeface="Times New Roman"/>
              </a:rPr>
              <a:t>need </a:t>
            </a:r>
            <a:r>
              <a:rPr lang="en-GB" sz="2000" dirty="0">
                <a:latin typeface="+mn-lt"/>
                <a:cs typeface="Times New Roman"/>
              </a:rPr>
              <a:t>of </a:t>
            </a:r>
            <a:r>
              <a:rPr lang="en-GB" sz="2000" spc="-5" dirty="0">
                <a:latin typeface="+mn-lt"/>
                <a:cs typeface="Times New Roman"/>
              </a:rPr>
              <a:t>representing positions and</a:t>
            </a:r>
            <a:r>
              <a:rPr lang="en-GB" sz="2000" spc="-70" dirty="0">
                <a:latin typeface="+mn-lt"/>
                <a:cs typeface="Times New Roman"/>
              </a:rPr>
              <a:t> </a:t>
            </a:r>
            <a:r>
              <a:rPr lang="en-GB" sz="2000" spc="-5" dirty="0">
                <a:latin typeface="+mn-lt"/>
                <a:cs typeface="Times New Roman"/>
              </a:rPr>
              <a:t>orientations</a:t>
            </a:r>
            <a:endParaRPr lang="en-GB" sz="2000" dirty="0">
              <a:latin typeface="+mn-lt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GB" sz="2000" spc="-5" dirty="0">
                <a:latin typeface="+mn-lt"/>
                <a:cs typeface="Times New Roman"/>
              </a:rPr>
              <a:t>i.e. the location </a:t>
            </a:r>
            <a:r>
              <a:rPr lang="en-GB" sz="2000" dirty="0">
                <a:latin typeface="+mn-lt"/>
                <a:cs typeface="Times New Roman"/>
              </a:rPr>
              <a:t>of </a:t>
            </a:r>
            <a:r>
              <a:rPr lang="en-GB" sz="2000" spc="-5" dirty="0">
                <a:latin typeface="+mn-lt"/>
                <a:cs typeface="Times New Roman"/>
              </a:rPr>
              <a:t>the parts, tools, </a:t>
            </a:r>
            <a:r>
              <a:rPr lang="en-GB" sz="2000" dirty="0">
                <a:latin typeface="+mn-lt"/>
                <a:cs typeface="Times New Roman"/>
              </a:rPr>
              <a:t>and of the </a:t>
            </a:r>
            <a:r>
              <a:rPr lang="en-GB" sz="2000" spc="-10" dirty="0">
                <a:latin typeface="+mn-lt"/>
                <a:cs typeface="Times New Roman"/>
              </a:rPr>
              <a:t>mechanism </a:t>
            </a:r>
            <a:r>
              <a:rPr lang="en-GB" sz="2000" spc="-5" dirty="0">
                <a:latin typeface="+mn-lt"/>
                <a:cs typeface="Times New Roman"/>
              </a:rPr>
              <a:t>itself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406-033B-4810-969D-78C87B689F57}"/>
              </a:ext>
            </a:extLst>
          </p:cNvPr>
          <p:cNvSpPr/>
          <p:nvPr/>
        </p:nvSpPr>
        <p:spPr>
          <a:xfrm>
            <a:off x="396035" y="5592423"/>
            <a:ext cx="79677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spc="200" dirty="0">
                <a:latin typeface="+mn-lt"/>
                <a:cs typeface="Times New Roman"/>
              </a:rPr>
              <a:t>To </a:t>
            </a:r>
            <a:r>
              <a:rPr lang="en-GB" sz="2000" spc="-5" dirty="0">
                <a:latin typeface="+mn-lt"/>
                <a:cs typeface="Times New Roman"/>
              </a:rPr>
              <a:t>define </a:t>
            </a:r>
            <a:r>
              <a:rPr lang="en-GB" sz="2000" dirty="0">
                <a:latin typeface="+mn-lt"/>
                <a:cs typeface="Times New Roman"/>
              </a:rPr>
              <a:t>and </a:t>
            </a:r>
            <a:r>
              <a:rPr lang="en-GB" sz="2000" spc="-5" dirty="0">
                <a:latin typeface="+mn-lt"/>
                <a:cs typeface="Times New Roman"/>
              </a:rPr>
              <a:t>manipulate </a:t>
            </a:r>
            <a:r>
              <a:rPr lang="en-GB" sz="2000" spc="-10" dirty="0">
                <a:latin typeface="+mn-lt"/>
                <a:cs typeface="Times New Roman"/>
              </a:rPr>
              <a:t>mathematical </a:t>
            </a:r>
            <a:r>
              <a:rPr lang="en-GB" sz="2000" spc="-5" dirty="0">
                <a:latin typeface="+mn-lt"/>
                <a:cs typeface="Times New Roman"/>
              </a:rPr>
              <a:t>quantities which represent position there are co-ordinate </a:t>
            </a:r>
            <a:r>
              <a:rPr lang="en-GB" sz="2000" spc="-10" dirty="0">
                <a:latin typeface="+mn-lt"/>
                <a:cs typeface="Times New Roman"/>
              </a:rPr>
              <a:t>systems </a:t>
            </a:r>
            <a:r>
              <a:rPr lang="en-GB" sz="2000" dirty="0">
                <a:latin typeface="+mn-lt"/>
                <a:cs typeface="Times New Roman"/>
              </a:rPr>
              <a:t>and</a:t>
            </a:r>
            <a:r>
              <a:rPr lang="en-GB" sz="2000" spc="-5" dirty="0">
                <a:latin typeface="+mn-lt"/>
                <a:cs typeface="Times New Roman"/>
              </a:rPr>
              <a:t> conventions  for</a:t>
            </a:r>
            <a:r>
              <a:rPr lang="en-GB" sz="2000" spc="-10" dirty="0">
                <a:latin typeface="+mn-lt"/>
                <a:cs typeface="Times New Roman"/>
              </a:rPr>
              <a:t> </a:t>
            </a:r>
            <a:r>
              <a:rPr lang="en-GB" sz="2000" spc="-5" dirty="0">
                <a:latin typeface="+mn-lt"/>
                <a:cs typeface="Times New Roman"/>
              </a:rPr>
              <a:t>representation</a:t>
            </a:r>
            <a:endParaRPr lang="en-GB" sz="2000" dirty="0">
              <a:latin typeface="+mn-lt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FBF4854-8FA3-4C94-8A30-E6C0EDB722F4}"/>
              </a:ext>
            </a:extLst>
          </p:cNvPr>
          <p:cNvSpPr/>
          <p:nvPr/>
        </p:nvSpPr>
        <p:spPr>
          <a:xfrm>
            <a:off x="2683625" y="2550419"/>
            <a:ext cx="3392571" cy="27037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13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2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Axes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ahoma"/>
              </a:rPr>
              <a:t>Axes are defined according to the right hand rule of orientation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406-033B-4810-969D-78C87B689F57}"/>
              </a:ext>
            </a:extLst>
          </p:cNvPr>
          <p:cNvSpPr/>
          <p:nvPr/>
        </p:nvSpPr>
        <p:spPr>
          <a:xfrm>
            <a:off x="396037" y="5689959"/>
            <a:ext cx="79677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spc="-5" dirty="0">
                <a:latin typeface="+mn-lt"/>
                <a:cs typeface="Times New Roman"/>
              </a:rPr>
              <a:t>Use z as the thumb, x as the direction the hand is pointing and y will be in the direction you curl your fingers.</a:t>
            </a:r>
            <a:endParaRPr lang="en-GB" sz="2000" dirty="0">
              <a:latin typeface="+mn-lt"/>
            </a:endParaRPr>
          </a:p>
        </p:txBody>
      </p:sp>
      <p:sp>
        <p:nvSpPr>
          <p:cNvPr id="8" name="object 65">
            <a:extLst>
              <a:ext uri="{FF2B5EF4-FFF2-40B4-BE49-F238E27FC236}">
                <a16:creationId xmlns:a16="http://schemas.microsoft.com/office/drawing/2014/main" id="{F3FFF8D1-F39E-49B0-8374-C401B87E3596}"/>
              </a:ext>
            </a:extLst>
          </p:cNvPr>
          <p:cNvSpPr/>
          <p:nvPr/>
        </p:nvSpPr>
        <p:spPr>
          <a:xfrm>
            <a:off x="1710944" y="1207008"/>
            <a:ext cx="7361936" cy="42224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013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Frames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63803" y="575799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ahoma"/>
              </a:rPr>
              <a:t>All parts of the robot and items in work cell will have a reference frame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406-033B-4810-969D-78C87B689F57}"/>
              </a:ext>
            </a:extLst>
          </p:cNvPr>
          <p:cNvSpPr/>
          <p:nvPr/>
        </p:nvSpPr>
        <p:spPr>
          <a:xfrm>
            <a:off x="270510" y="5997644"/>
            <a:ext cx="7967749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GB" sz="2000" spc="-5" dirty="0">
                <a:latin typeface="+mj-lt"/>
                <a:cs typeface="Times New Roman"/>
              </a:rPr>
              <a:t>Getting the correct position and orientation requires translation between the frames</a:t>
            </a:r>
            <a:endParaRPr lang="en-GB" sz="2000" dirty="0"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654E55-8176-43E9-AEC6-069ADCCB9895}"/>
              </a:ext>
            </a:extLst>
          </p:cNvPr>
          <p:cNvGrpSpPr/>
          <p:nvPr/>
        </p:nvGrpSpPr>
        <p:grpSpPr>
          <a:xfrm>
            <a:off x="270510" y="968743"/>
            <a:ext cx="8345631" cy="5009554"/>
            <a:chOff x="270510" y="968743"/>
            <a:chExt cx="8345631" cy="5009554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B9F51AA0-D08A-4674-B76A-2048851D003E}"/>
                </a:ext>
              </a:extLst>
            </p:cNvPr>
            <p:cNvSpPr/>
            <p:nvPr/>
          </p:nvSpPr>
          <p:spPr>
            <a:xfrm>
              <a:off x="5599449" y="1819741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79" h="73659">
                  <a:moveTo>
                    <a:pt x="15239" y="0"/>
                  </a:moveTo>
                  <a:lnTo>
                    <a:pt x="0" y="73660"/>
                  </a:lnTo>
                  <a:lnTo>
                    <a:pt x="81279" y="52070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36F81BD5-5A1E-43A6-A714-3E993DDE1660}"/>
                </a:ext>
              </a:extLst>
            </p:cNvPr>
            <p:cNvSpPr/>
            <p:nvPr/>
          </p:nvSpPr>
          <p:spPr>
            <a:xfrm>
              <a:off x="5073669" y="1741001"/>
              <a:ext cx="548640" cy="123189"/>
            </a:xfrm>
            <a:custGeom>
              <a:avLst/>
              <a:gdLst/>
              <a:ahLst/>
              <a:cxnLst/>
              <a:rect l="l" t="t" r="r" b="b"/>
              <a:pathLst>
                <a:path w="548639" h="123190">
                  <a:moveTo>
                    <a:pt x="1270" y="0"/>
                  </a:moveTo>
                  <a:lnTo>
                    <a:pt x="0" y="8889"/>
                  </a:lnTo>
                  <a:lnTo>
                    <a:pt x="547370" y="123189"/>
                  </a:lnTo>
                  <a:lnTo>
                    <a:pt x="548639" y="114300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2BBBD16E-7381-4196-9D23-D3136FDCD658}"/>
                </a:ext>
              </a:extLst>
            </p:cNvPr>
            <p:cNvSpPr/>
            <p:nvPr/>
          </p:nvSpPr>
          <p:spPr>
            <a:xfrm>
              <a:off x="5529599" y="1488271"/>
              <a:ext cx="85090" cy="67310"/>
            </a:xfrm>
            <a:custGeom>
              <a:avLst/>
              <a:gdLst/>
              <a:ahLst/>
              <a:cxnLst/>
              <a:rect l="l" t="t" r="r" b="b"/>
              <a:pathLst>
                <a:path w="85089" h="67309">
                  <a:moveTo>
                    <a:pt x="0" y="0"/>
                  </a:moveTo>
                  <a:lnTo>
                    <a:pt x="33019" y="67310"/>
                  </a:lnTo>
                  <a:lnTo>
                    <a:pt x="85089" y="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406BE3F8-56B4-49E3-A120-939A24FF23AE}"/>
                </a:ext>
              </a:extLst>
            </p:cNvPr>
            <p:cNvSpPr/>
            <p:nvPr/>
          </p:nvSpPr>
          <p:spPr>
            <a:xfrm>
              <a:off x="5072399" y="1511131"/>
              <a:ext cx="488950" cy="238760"/>
            </a:xfrm>
            <a:custGeom>
              <a:avLst/>
              <a:gdLst/>
              <a:ahLst/>
              <a:cxnLst/>
              <a:rect l="l" t="t" r="r" b="b"/>
              <a:pathLst>
                <a:path w="488950" h="238759">
                  <a:moveTo>
                    <a:pt x="485139" y="0"/>
                  </a:moveTo>
                  <a:lnTo>
                    <a:pt x="0" y="229870"/>
                  </a:lnTo>
                  <a:lnTo>
                    <a:pt x="3809" y="238760"/>
                  </a:lnTo>
                  <a:lnTo>
                    <a:pt x="488950" y="8889"/>
                  </a:lnTo>
                  <a:lnTo>
                    <a:pt x="48513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2D94EAFE-BD94-4D67-8DB9-3B39EEFDC2EC}"/>
                </a:ext>
              </a:extLst>
            </p:cNvPr>
            <p:cNvSpPr/>
            <p:nvPr/>
          </p:nvSpPr>
          <p:spPr>
            <a:xfrm>
              <a:off x="5036838" y="1170770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36829" y="0"/>
                  </a:moveTo>
                  <a:lnTo>
                    <a:pt x="0" y="74930"/>
                  </a:lnTo>
                  <a:lnTo>
                    <a:pt x="74929" y="74930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579E97DE-1A84-4F85-B82F-E86274C35656}"/>
                </a:ext>
              </a:extLst>
            </p:cNvPr>
            <p:cNvSpPr/>
            <p:nvPr/>
          </p:nvSpPr>
          <p:spPr>
            <a:xfrm>
              <a:off x="5074304" y="1230461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ln w="889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0D88BDD2-3FAE-4F75-915E-B7AA5A806640}"/>
                </a:ext>
              </a:extLst>
            </p:cNvPr>
            <p:cNvSpPr txBox="1"/>
            <p:nvPr/>
          </p:nvSpPr>
          <p:spPr>
            <a:xfrm>
              <a:off x="4854172" y="968743"/>
              <a:ext cx="16129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+mn-lt"/>
                  <a:cs typeface="Times New Roman"/>
                </a:rPr>
                <a:t>z</a:t>
              </a:r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9B571D7E-0A8D-4E70-8F92-C06C267A5BAC}"/>
                </a:ext>
              </a:extLst>
            </p:cNvPr>
            <p:cNvSpPr txBox="1"/>
            <p:nvPr/>
          </p:nvSpPr>
          <p:spPr>
            <a:xfrm>
              <a:off x="5692158" y="1267291"/>
              <a:ext cx="177800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+mn-lt"/>
                  <a:cs typeface="Times New Roman"/>
                </a:rPr>
                <a:t>y</a:t>
              </a:r>
              <a:endParaRPr sz="2400">
                <a:latin typeface="+mn-lt"/>
                <a:cs typeface="Times New Roman"/>
              </a:endParaRPr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51282B96-797D-4E2B-B6E8-2328ADB0E385}"/>
                </a:ext>
              </a:extLst>
            </p:cNvPr>
            <p:cNvSpPr txBox="1"/>
            <p:nvPr/>
          </p:nvSpPr>
          <p:spPr>
            <a:xfrm>
              <a:off x="5422919" y="1842600"/>
              <a:ext cx="177800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+mn-lt"/>
                  <a:cs typeface="Times New Roman"/>
                </a:rPr>
                <a:t>x</a:t>
              </a:r>
              <a:endParaRPr sz="2400">
                <a:latin typeface="+mn-lt"/>
                <a:cs typeface="Times New Roman"/>
              </a:endParaRPr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40F75ADA-81E4-4971-B076-0779516B93D5}"/>
                </a:ext>
              </a:extLst>
            </p:cNvPr>
            <p:cNvSpPr txBox="1"/>
            <p:nvPr/>
          </p:nvSpPr>
          <p:spPr>
            <a:xfrm>
              <a:off x="6000767" y="1168237"/>
              <a:ext cx="2615374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" dirty="0">
                  <a:latin typeface="+mn-lt"/>
                  <a:cs typeface="Times New Roman"/>
                </a:rPr>
                <a:t>Right-handed</a:t>
              </a:r>
              <a:endParaRPr sz="2400" dirty="0">
                <a:latin typeface="+mn-lt"/>
                <a:cs typeface="Times New Roman"/>
              </a:endParaRPr>
            </a:p>
            <a:p>
              <a:pPr marL="12700">
                <a:lnSpc>
                  <a:spcPct val="100000"/>
                </a:lnSpc>
              </a:pPr>
              <a:r>
                <a:rPr sz="2400" spc="-5" dirty="0">
                  <a:latin typeface="+mn-lt"/>
                  <a:cs typeface="Times New Roman"/>
                </a:rPr>
                <a:t>Co-ordinate</a:t>
              </a:r>
              <a:r>
                <a:rPr sz="2400" spc="-30" dirty="0">
                  <a:latin typeface="+mn-lt"/>
                  <a:cs typeface="Times New Roman"/>
                </a:rPr>
                <a:t> </a:t>
              </a:r>
              <a:r>
                <a:rPr sz="2400" dirty="0">
                  <a:latin typeface="+mn-lt"/>
                  <a:cs typeface="Times New Roman"/>
                </a:rPr>
                <a:t>frame</a:t>
              </a:r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65D10CF5-BCD1-4AD5-B1B9-1B3936FB1B00}"/>
                </a:ext>
              </a:extLst>
            </p:cNvPr>
            <p:cNvSpPr/>
            <p:nvPr/>
          </p:nvSpPr>
          <p:spPr>
            <a:xfrm>
              <a:off x="2785110" y="1232535"/>
              <a:ext cx="0" cy="3048000"/>
            </a:xfrm>
            <a:custGeom>
              <a:avLst/>
              <a:gdLst/>
              <a:ahLst/>
              <a:cxnLst/>
              <a:rect l="l" t="t" r="r" b="b"/>
              <a:pathLst>
                <a:path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AFB754B6-6016-4080-9B2C-A7D610913846}"/>
                </a:ext>
              </a:extLst>
            </p:cNvPr>
            <p:cNvSpPr/>
            <p:nvPr/>
          </p:nvSpPr>
          <p:spPr>
            <a:xfrm>
              <a:off x="270510" y="4280535"/>
              <a:ext cx="2514600" cy="1447800"/>
            </a:xfrm>
            <a:custGeom>
              <a:avLst/>
              <a:gdLst/>
              <a:ahLst/>
              <a:cxnLst/>
              <a:rect l="l" t="t" r="r" b="b"/>
              <a:pathLst>
                <a:path w="2514600" h="1447800">
                  <a:moveTo>
                    <a:pt x="2514600" y="0"/>
                  </a:moveTo>
                  <a:lnTo>
                    <a:pt x="0" y="1447800"/>
                  </a:lnTo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2DD1AD0B-268A-4A6C-935E-26AAE183824D}"/>
                </a:ext>
              </a:extLst>
            </p:cNvPr>
            <p:cNvSpPr/>
            <p:nvPr/>
          </p:nvSpPr>
          <p:spPr>
            <a:xfrm>
              <a:off x="2785110" y="4280535"/>
              <a:ext cx="4876800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A5D8579B-3922-45C2-A992-4B0BB6C3E53B}"/>
                </a:ext>
              </a:extLst>
            </p:cNvPr>
            <p:cNvSpPr/>
            <p:nvPr/>
          </p:nvSpPr>
          <p:spPr>
            <a:xfrm>
              <a:off x="3188969" y="2800985"/>
              <a:ext cx="982980" cy="946150"/>
            </a:xfrm>
            <a:custGeom>
              <a:avLst/>
              <a:gdLst/>
              <a:ahLst/>
              <a:cxnLst/>
              <a:rect l="l" t="t" r="r" b="b"/>
              <a:pathLst>
                <a:path w="982979" h="946150">
                  <a:moveTo>
                    <a:pt x="831850" y="0"/>
                  </a:moveTo>
                  <a:lnTo>
                    <a:pt x="13969" y="641350"/>
                  </a:lnTo>
                  <a:lnTo>
                    <a:pt x="0" y="754380"/>
                  </a:lnTo>
                  <a:lnTo>
                    <a:pt x="149860" y="946150"/>
                  </a:lnTo>
                  <a:lnTo>
                    <a:pt x="967739" y="304800"/>
                  </a:lnTo>
                  <a:lnTo>
                    <a:pt x="982979" y="191769"/>
                  </a:lnTo>
                  <a:lnTo>
                    <a:pt x="83185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AB357CBD-C834-47CC-8676-6CAA55FC0DE2}"/>
                </a:ext>
              </a:extLst>
            </p:cNvPr>
            <p:cNvSpPr/>
            <p:nvPr/>
          </p:nvSpPr>
          <p:spPr>
            <a:xfrm>
              <a:off x="3188969" y="2800985"/>
              <a:ext cx="982980" cy="946150"/>
            </a:xfrm>
            <a:custGeom>
              <a:avLst/>
              <a:gdLst/>
              <a:ahLst/>
              <a:cxnLst/>
              <a:rect l="l" t="t" r="r" b="b"/>
              <a:pathLst>
                <a:path w="982979" h="946150">
                  <a:moveTo>
                    <a:pt x="149860" y="946150"/>
                  </a:moveTo>
                  <a:lnTo>
                    <a:pt x="0" y="754380"/>
                  </a:lnTo>
                  <a:lnTo>
                    <a:pt x="13969" y="641350"/>
                  </a:lnTo>
                  <a:lnTo>
                    <a:pt x="831850" y="0"/>
                  </a:lnTo>
                  <a:lnTo>
                    <a:pt x="982979" y="191769"/>
                  </a:lnTo>
                  <a:lnTo>
                    <a:pt x="967739" y="304800"/>
                  </a:lnTo>
                  <a:lnTo>
                    <a:pt x="149860" y="94615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9EF77692-86FD-41C0-87BB-A68CBD4B241A}"/>
                </a:ext>
              </a:extLst>
            </p:cNvPr>
            <p:cNvSpPr/>
            <p:nvPr/>
          </p:nvSpPr>
          <p:spPr>
            <a:xfrm>
              <a:off x="3188969" y="2800985"/>
              <a:ext cx="831850" cy="754380"/>
            </a:xfrm>
            <a:custGeom>
              <a:avLst/>
              <a:gdLst/>
              <a:ahLst/>
              <a:cxnLst/>
              <a:rect l="l" t="t" r="r" b="b"/>
              <a:pathLst>
                <a:path w="831850" h="754379">
                  <a:moveTo>
                    <a:pt x="831850" y="0"/>
                  </a:moveTo>
                  <a:lnTo>
                    <a:pt x="13969" y="641350"/>
                  </a:lnTo>
                  <a:lnTo>
                    <a:pt x="0" y="754380"/>
                  </a:lnTo>
                  <a:lnTo>
                    <a:pt x="819150" y="114300"/>
                  </a:lnTo>
                  <a:lnTo>
                    <a:pt x="83185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" name="object 19">
              <a:extLst>
                <a:ext uri="{FF2B5EF4-FFF2-40B4-BE49-F238E27FC236}">
                  <a16:creationId xmlns:a16="http://schemas.microsoft.com/office/drawing/2014/main" id="{F7F9E9AA-95F9-4CF6-B269-F7BED0C97879}"/>
                </a:ext>
              </a:extLst>
            </p:cNvPr>
            <p:cNvSpPr/>
            <p:nvPr/>
          </p:nvSpPr>
          <p:spPr>
            <a:xfrm>
              <a:off x="3188969" y="2800985"/>
              <a:ext cx="831850" cy="754380"/>
            </a:xfrm>
            <a:custGeom>
              <a:avLst/>
              <a:gdLst/>
              <a:ahLst/>
              <a:cxnLst/>
              <a:rect l="l" t="t" r="r" b="b"/>
              <a:pathLst>
                <a:path w="831850" h="754379">
                  <a:moveTo>
                    <a:pt x="0" y="754380"/>
                  </a:moveTo>
                  <a:lnTo>
                    <a:pt x="13969" y="641350"/>
                  </a:lnTo>
                  <a:lnTo>
                    <a:pt x="831850" y="0"/>
                  </a:lnTo>
                  <a:lnTo>
                    <a:pt x="819150" y="114300"/>
                  </a:lnTo>
                  <a:lnTo>
                    <a:pt x="0" y="75438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445F7AE1-7BD4-447D-805E-ED5B0FFDE4BA}"/>
                </a:ext>
              </a:extLst>
            </p:cNvPr>
            <p:cNvSpPr/>
            <p:nvPr/>
          </p:nvSpPr>
          <p:spPr>
            <a:xfrm>
              <a:off x="4008119" y="2800985"/>
              <a:ext cx="163830" cy="304800"/>
            </a:xfrm>
            <a:custGeom>
              <a:avLst/>
              <a:gdLst/>
              <a:ahLst/>
              <a:cxnLst/>
              <a:rect l="l" t="t" r="r" b="b"/>
              <a:pathLst>
                <a:path w="163829" h="304800">
                  <a:moveTo>
                    <a:pt x="12700" y="0"/>
                  </a:moveTo>
                  <a:lnTo>
                    <a:pt x="0" y="114300"/>
                  </a:lnTo>
                  <a:lnTo>
                    <a:pt x="148589" y="304800"/>
                  </a:lnTo>
                  <a:lnTo>
                    <a:pt x="163829" y="191769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F329F7B7-1FFA-40FF-BA1B-7783EEB5EBF3}"/>
                </a:ext>
              </a:extLst>
            </p:cNvPr>
            <p:cNvSpPr/>
            <p:nvPr/>
          </p:nvSpPr>
          <p:spPr>
            <a:xfrm>
              <a:off x="4008119" y="2800985"/>
              <a:ext cx="163830" cy="304800"/>
            </a:xfrm>
            <a:custGeom>
              <a:avLst/>
              <a:gdLst/>
              <a:ahLst/>
              <a:cxnLst/>
              <a:rect l="l" t="t" r="r" b="b"/>
              <a:pathLst>
                <a:path w="163829" h="304800">
                  <a:moveTo>
                    <a:pt x="148589" y="304800"/>
                  </a:moveTo>
                  <a:lnTo>
                    <a:pt x="0" y="114300"/>
                  </a:lnTo>
                  <a:lnTo>
                    <a:pt x="12700" y="0"/>
                  </a:lnTo>
                  <a:lnTo>
                    <a:pt x="163829" y="191769"/>
                  </a:lnTo>
                  <a:lnTo>
                    <a:pt x="148589" y="30480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F9091AD1-336E-42DE-B024-0B98AAA2393C}"/>
                </a:ext>
              </a:extLst>
            </p:cNvPr>
            <p:cNvSpPr/>
            <p:nvPr/>
          </p:nvSpPr>
          <p:spPr>
            <a:xfrm>
              <a:off x="1946910" y="4892675"/>
              <a:ext cx="960119" cy="378460"/>
            </a:xfrm>
            <a:custGeom>
              <a:avLst/>
              <a:gdLst/>
              <a:ahLst/>
              <a:cxnLst/>
              <a:rect l="l" t="t" r="r" b="b"/>
              <a:pathLst>
                <a:path w="960119" h="378460">
                  <a:moveTo>
                    <a:pt x="480060" y="0"/>
                  </a:moveTo>
                  <a:lnTo>
                    <a:pt x="414855" y="1734"/>
                  </a:lnTo>
                  <a:lnTo>
                    <a:pt x="352336" y="6785"/>
                  </a:lnTo>
                  <a:lnTo>
                    <a:pt x="293072" y="14922"/>
                  </a:lnTo>
                  <a:lnTo>
                    <a:pt x="237631" y="25917"/>
                  </a:lnTo>
                  <a:lnTo>
                    <a:pt x="186581" y="39540"/>
                  </a:lnTo>
                  <a:lnTo>
                    <a:pt x="140493" y="55562"/>
                  </a:lnTo>
                  <a:lnTo>
                    <a:pt x="99935" y="73754"/>
                  </a:lnTo>
                  <a:lnTo>
                    <a:pt x="65475" y="93885"/>
                  </a:lnTo>
                  <a:lnTo>
                    <a:pt x="17127" y="139053"/>
                  </a:lnTo>
                  <a:lnTo>
                    <a:pt x="0" y="189230"/>
                  </a:lnTo>
                  <a:lnTo>
                    <a:pt x="4376" y="214829"/>
                  </a:lnTo>
                  <a:lnTo>
                    <a:pt x="37683" y="262731"/>
                  </a:lnTo>
                  <a:lnTo>
                    <a:pt x="99935" y="304705"/>
                  </a:lnTo>
                  <a:lnTo>
                    <a:pt x="140493" y="322897"/>
                  </a:lnTo>
                  <a:lnTo>
                    <a:pt x="186581" y="338919"/>
                  </a:lnTo>
                  <a:lnTo>
                    <a:pt x="237631" y="352542"/>
                  </a:lnTo>
                  <a:lnTo>
                    <a:pt x="293072" y="363537"/>
                  </a:lnTo>
                  <a:lnTo>
                    <a:pt x="352336" y="371674"/>
                  </a:lnTo>
                  <a:lnTo>
                    <a:pt x="414855" y="376725"/>
                  </a:lnTo>
                  <a:lnTo>
                    <a:pt x="480060" y="378460"/>
                  </a:lnTo>
                  <a:lnTo>
                    <a:pt x="544997" y="376725"/>
                  </a:lnTo>
                  <a:lnTo>
                    <a:pt x="607342" y="371674"/>
                  </a:lnTo>
                  <a:lnTo>
                    <a:pt x="666511" y="363537"/>
                  </a:lnTo>
                  <a:lnTo>
                    <a:pt x="721924" y="352542"/>
                  </a:lnTo>
                  <a:lnTo>
                    <a:pt x="772997" y="338919"/>
                  </a:lnTo>
                  <a:lnTo>
                    <a:pt x="819150" y="322897"/>
                  </a:lnTo>
                  <a:lnTo>
                    <a:pt x="859798" y="304705"/>
                  </a:lnTo>
                  <a:lnTo>
                    <a:pt x="894362" y="284574"/>
                  </a:lnTo>
                  <a:lnTo>
                    <a:pt x="942904" y="239406"/>
                  </a:lnTo>
                  <a:lnTo>
                    <a:pt x="960119" y="189230"/>
                  </a:lnTo>
                  <a:lnTo>
                    <a:pt x="955719" y="163630"/>
                  </a:lnTo>
                  <a:lnTo>
                    <a:pt x="922258" y="115728"/>
                  </a:lnTo>
                  <a:lnTo>
                    <a:pt x="859798" y="73754"/>
                  </a:lnTo>
                  <a:lnTo>
                    <a:pt x="819150" y="55562"/>
                  </a:lnTo>
                  <a:lnTo>
                    <a:pt x="772997" y="39540"/>
                  </a:lnTo>
                  <a:lnTo>
                    <a:pt x="721924" y="25917"/>
                  </a:lnTo>
                  <a:lnTo>
                    <a:pt x="666511" y="14922"/>
                  </a:lnTo>
                  <a:lnTo>
                    <a:pt x="607342" y="6785"/>
                  </a:lnTo>
                  <a:lnTo>
                    <a:pt x="544997" y="1734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27D0E678-B67F-447F-94E0-E7AD53643FDB}"/>
                </a:ext>
              </a:extLst>
            </p:cNvPr>
            <p:cNvSpPr/>
            <p:nvPr/>
          </p:nvSpPr>
          <p:spPr>
            <a:xfrm>
              <a:off x="1946910" y="4892675"/>
              <a:ext cx="960119" cy="378460"/>
            </a:xfrm>
            <a:custGeom>
              <a:avLst/>
              <a:gdLst/>
              <a:ahLst/>
              <a:cxnLst/>
              <a:rect l="l" t="t" r="r" b="b"/>
              <a:pathLst>
                <a:path w="960119" h="378460">
                  <a:moveTo>
                    <a:pt x="480060" y="378460"/>
                  </a:moveTo>
                  <a:lnTo>
                    <a:pt x="414855" y="376725"/>
                  </a:lnTo>
                  <a:lnTo>
                    <a:pt x="352336" y="371674"/>
                  </a:lnTo>
                  <a:lnTo>
                    <a:pt x="293072" y="363537"/>
                  </a:lnTo>
                  <a:lnTo>
                    <a:pt x="237631" y="352542"/>
                  </a:lnTo>
                  <a:lnTo>
                    <a:pt x="186581" y="338919"/>
                  </a:lnTo>
                  <a:lnTo>
                    <a:pt x="140493" y="322897"/>
                  </a:lnTo>
                  <a:lnTo>
                    <a:pt x="99935" y="304705"/>
                  </a:lnTo>
                  <a:lnTo>
                    <a:pt x="65475" y="284574"/>
                  </a:lnTo>
                  <a:lnTo>
                    <a:pt x="17127" y="239406"/>
                  </a:lnTo>
                  <a:lnTo>
                    <a:pt x="0" y="189230"/>
                  </a:lnTo>
                  <a:lnTo>
                    <a:pt x="4376" y="163630"/>
                  </a:lnTo>
                  <a:lnTo>
                    <a:pt x="37683" y="115728"/>
                  </a:lnTo>
                  <a:lnTo>
                    <a:pt x="99935" y="73754"/>
                  </a:lnTo>
                  <a:lnTo>
                    <a:pt x="140493" y="55562"/>
                  </a:lnTo>
                  <a:lnTo>
                    <a:pt x="186581" y="39540"/>
                  </a:lnTo>
                  <a:lnTo>
                    <a:pt x="237631" y="25917"/>
                  </a:lnTo>
                  <a:lnTo>
                    <a:pt x="293072" y="14922"/>
                  </a:lnTo>
                  <a:lnTo>
                    <a:pt x="352336" y="6785"/>
                  </a:lnTo>
                  <a:lnTo>
                    <a:pt x="414855" y="1734"/>
                  </a:lnTo>
                  <a:lnTo>
                    <a:pt x="480060" y="0"/>
                  </a:lnTo>
                  <a:lnTo>
                    <a:pt x="544997" y="1734"/>
                  </a:lnTo>
                  <a:lnTo>
                    <a:pt x="607342" y="6785"/>
                  </a:lnTo>
                  <a:lnTo>
                    <a:pt x="666511" y="14922"/>
                  </a:lnTo>
                  <a:lnTo>
                    <a:pt x="721924" y="25917"/>
                  </a:lnTo>
                  <a:lnTo>
                    <a:pt x="772997" y="39540"/>
                  </a:lnTo>
                  <a:lnTo>
                    <a:pt x="819150" y="55562"/>
                  </a:lnTo>
                  <a:lnTo>
                    <a:pt x="859798" y="73754"/>
                  </a:lnTo>
                  <a:lnTo>
                    <a:pt x="894362" y="93885"/>
                  </a:lnTo>
                  <a:lnTo>
                    <a:pt x="942904" y="139053"/>
                  </a:lnTo>
                  <a:lnTo>
                    <a:pt x="960119" y="189230"/>
                  </a:lnTo>
                  <a:lnTo>
                    <a:pt x="955719" y="214829"/>
                  </a:lnTo>
                  <a:lnTo>
                    <a:pt x="922258" y="262731"/>
                  </a:lnTo>
                  <a:lnTo>
                    <a:pt x="859798" y="304705"/>
                  </a:lnTo>
                  <a:lnTo>
                    <a:pt x="819150" y="322897"/>
                  </a:lnTo>
                  <a:lnTo>
                    <a:pt x="772997" y="338919"/>
                  </a:lnTo>
                  <a:lnTo>
                    <a:pt x="721924" y="352542"/>
                  </a:lnTo>
                  <a:lnTo>
                    <a:pt x="666511" y="363537"/>
                  </a:lnTo>
                  <a:lnTo>
                    <a:pt x="607342" y="371674"/>
                  </a:lnTo>
                  <a:lnTo>
                    <a:pt x="544997" y="376725"/>
                  </a:lnTo>
                  <a:lnTo>
                    <a:pt x="480060" y="37846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" name="object 24">
              <a:extLst>
                <a:ext uri="{FF2B5EF4-FFF2-40B4-BE49-F238E27FC236}">
                  <a16:creationId xmlns:a16="http://schemas.microsoft.com/office/drawing/2014/main" id="{A869968C-E2D4-4342-A227-60895BC4544B}"/>
                </a:ext>
              </a:extLst>
            </p:cNvPr>
            <p:cNvSpPr/>
            <p:nvPr/>
          </p:nvSpPr>
          <p:spPr>
            <a:xfrm>
              <a:off x="2212339" y="4407535"/>
              <a:ext cx="374650" cy="755650"/>
            </a:xfrm>
            <a:custGeom>
              <a:avLst/>
              <a:gdLst/>
              <a:ahLst/>
              <a:cxnLst/>
              <a:rect l="l" t="t" r="r" b="b"/>
              <a:pathLst>
                <a:path w="374650" h="755650">
                  <a:moveTo>
                    <a:pt x="187959" y="0"/>
                  </a:moveTo>
                  <a:lnTo>
                    <a:pt x="128910" y="4897"/>
                  </a:lnTo>
                  <a:lnTo>
                    <a:pt x="77358" y="18450"/>
                  </a:lnTo>
                  <a:lnTo>
                    <a:pt x="36535" y="38953"/>
                  </a:lnTo>
                  <a:lnTo>
                    <a:pt x="0" y="93980"/>
                  </a:lnTo>
                  <a:lnTo>
                    <a:pt x="0" y="661669"/>
                  </a:lnTo>
                  <a:lnTo>
                    <a:pt x="36535" y="716696"/>
                  </a:lnTo>
                  <a:lnTo>
                    <a:pt x="77358" y="737199"/>
                  </a:lnTo>
                  <a:lnTo>
                    <a:pt x="128910" y="750752"/>
                  </a:lnTo>
                  <a:lnTo>
                    <a:pt x="187959" y="755650"/>
                  </a:lnTo>
                  <a:lnTo>
                    <a:pt x="246390" y="750752"/>
                  </a:lnTo>
                  <a:lnTo>
                    <a:pt x="297566" y="737199"/>
                  </a:lnTo>
                  <a:lnTo>
                    <a:pt x="338195" y="716696"/>
                  </a:lnTo>
                  <a:lnTo>
                    <a:pt x="364987" y="690951"/>
                  </a:lnTo>
                  <a:lnTo>
                    <a:pt x="374650" y="661669"/>
                  </a:lnTo>
                  <a:lnTo>
                    <a:pt x="374650" y="93980"/>
                  </a:lnTo>
                  <a:lnTo>
                    <a:pt x="338195" y="38953"/>
                  </a:lnTo>
                  <a:lnTo>
                    <a:pt x="297566" y="18450"/>
                  </a:lnTo>
                  <a:lnTo>
                    <a:pt x="246390" y="4897"/>
                  </a:lnTo>
                  <a:lnTo>
                    <a:pt x="187959" y="0"/>
                  </a:lnTo>
                  <a:close/>
                </a:path>
              </a:pathLst>
            </a:custGeom>
            <a:solidFill>
              <a:srgbClr val="CC98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" name="object 25">
              <a:extLst>
                <a:ext uri="{FF2B5EF4-FFF2-40B4-BE49-F238E27FC236}">
                  <a16:creationId xmlns:a16="http://schemas.microsoft.com/office/drawing/2014/main" id="{3C9A6279-A6F1-40B4-961D-4E082670FC79}"/>
                </a:ext>
              </a:extLst>
            </p:cNvPr>
            <p:cNvSpPr/>
            <p:nvPr/>
          </p:nvSpPr>
          <p:spPr>
            <a:xfrm>
              <a:off x="2212339" y="4407535"/>
              <a:ext cx="374650" cy="755650"/>
            </a:xfrm>
            <a:custGeom>
              <a:avLst/>
              <a:gdLst/>
              <a:ahLst/>
              <a:cxnLst/>
              <a:rect l="l" t="t" r="r" b="b"/>
              <a:pathLst>
                <a:path w="374650" h="755650">
                  <a:moveTo>
                    <a:pt x="187959" y="0"/>
                  </a:moveTo>
                  <a:lnTo>
                    <a:pt x="128910" y="4897"/>
                  </a:lnTo>
                  <a:lnTo>
                    <a:pt x="77358" y="18450"/>
                  </a:lnTo>
                  <a:lnTo>
                    <a:pt x="36535" y="38953"/>
                  </a:lnTo>
                  <a:lnTo>
                    <a:pt x="0" y="93980"/>
                  </a:lnTo>
                  <a:lnTo>
                    <a:pt x="0" y="661669"/>
                  </a:lnTo>
                  <a:lnTo>
                    <a:pt x="36535" y="716696"/>
                  </a:lnTo>
                  <a:lnTo>
                    <a:pt x="77358" y="737199"/>
                  </a:lnTo>
                  <a:lnTo>
                    <a:pt x="128910" y="750752"/>
                  </a:lnTo>
                  <a:lnTo>
                    <a:pt x="187959" y="755650"/>
                  </a:lnTo>
                  <a:lnTo>
                    <a:pt x="246390" y="750752"/>
                  </a:lnTo>
                  <a:lnTo>
                    <a:pt x="297566" y="737199"/>
                  </a:lnTo>
                  <a:lnTo>
                    <a:pt x="338195" y="716696"/>
                  </a:lnTo>
                  <a:lnTo>
                    <a:pt x="364987" y="690951"/>
                  </a:lnTo>
                  <a:lnTo>
                    <a:pt x="374650" y="661669"/>
                  </a:lnTo>
                  <a:lnTo>
                    <a:pt x="374650" y="93980"/>
                  </a:lnTo>
                  <a:lnTo>
                    <a:pt x="338195" y="38953"/>
                  </a:lnTo>
                  <a:lnTo>
                    <a:pt x="297566" y="18450"/>
                  </a:lnTo>
                  <a:lnTo>
                    <a:pt x="246390" y="4897"/>
                  </a:lnTo>
                  <a:lnTo>
                    <a:pt x="187959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" name="object 26">
              <a:extLst>
                <a:ext uri="{FF2B5EF4-FFF2-40B4-BE49-F238E27FC236}">
                  <a16:creationId xmlns:a16="http://schemas.microsoft.com/office/drawing/2014/main" id="{F5A2F594-9582-4173-86D2-AAE6C2B24D16}"/>
                </a:ext>
              </a:extLst>
            </p:cNvPr>
            <p:cNvSpPr/>
            <p:nvPr/>
          </p:nvSpPr>
          <p:spPr>
            <a:xfrm>
              <a:off x="2212339" y="4407535"/>
              <a:ext cx="374650" cy="189230"/>
            </a:xfrm>
            <a:custGeom>
              <a:avLst/>
              <a:gdLst/>
              <a:ahLst/>
              <a:cxnLst/>
              <a:rect l="l" t="t" r="r" b="b"/>
              <a:pathLst>
                <a:path w="374650" h="189229">
                  <a:moveTo>
                    <a:pt x="187959" y="0"/>
                  </a:moveTo>
                  <a:lnTo>
                    <a:pt x="128910" y="4897"/>
                  </a:lnTo>
                  <a:lnTo>
                    <a:pt x="77358" y="18450"/>
                  </a:lnTo>
                  <a:lnTo>
                    <a:pt x="36535" y="38953"/>
                  </a:lnTo>
                  <a:lnTo>
                    <a:pt x="0" y="93980"/>
                  </a:lnTo>
                  <a:lnTo>
                    <a:pt x="9672" y="123880"/>
                  </a:lnTo>
                  <a:lnTo>
                    <a:pt x="36535" y="150002"/>
                  </a:lnTo>
                  <a:lnTo>
                    <a:pt x="77358" y="170698"/>
                  </a:lnTo>
                  <a:lnTo>
                    <a:pt x="128910" y="184322"/>
                  </a:lnTo>
                  <a:lnTo>
                    <a:pt x="187959" y="189230"/>
                  </a:lnTo>
                  <a:lnTo>
                    <a:pt x="246390" y="184322"/>
                  </a:lnTo>
                  <a:lnTo>
                    <a:pt x="297566" y="170698"/>
                  </a:lnTo>
                  <a:lnTo>
                    <a:pt x="338195" y="150002"/>
                  </a:lnTo>
                  <a:lnTo>
                    <a:pt x="364987" y="123880"/>
                  </a:lnTo>
                  <a:lnTo>
                    <a:pt x="374650" y="93980"/>
                  </a:lnTo>
                  <a:lnTo>
                    <a:pt x="364987" y="64698"/>
                  </a:lnTo>
                  <a:lnTo>
                    <a:pt x="338195" y="38953"/>
                  </a:lnTo>
                  <a:lnTo>
                    <a:pt x="297566" y="18450"/>
                  </a:lnTo>
                  <a:lnTo>
                    <a:pt x="246390" y="4897"/>
                  </a:lnTo>
                  <a:lnTo>
                    <a:pt x="187959" y="0"/>
                  </a:lnTo>
                  <a:close/>
                </a:path>
              </a:pathLst>
            </a:custGeom>
            <a:solidFill>
              <a:srgbClr val="DEA6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2" name="object 27">
              <a:extLst>
                <a:ext uri="{FF2B5EF4-FFF2-40B4-BE49-F238E27FC236}">
                  <a16:creationId xmlns:a16="http://schemas.microsoft.com/office/drawing/2014/main" id="{1CD1A801-E3B8-40E3-AF78-E24F25120988}"/>
                </a:ext>
              </a:extLst>
            </p:cNvPr>
            <p:cNvSpPr/>
            <p:nvPr/>
          </p:nvSpPr>
          <p:spPr>
            <a:xfrm>
              <a:off x="2212339" y="4407535"/>
              <a:ext cx="374650" cy="189230"/>
            </a:xfrm>
            <a:custGeom>
              <a:avLst/>
              <a:gdLst/>
              <a:ahLst/>
              <a:cxnLst/>
              <a:rect l="l" t="t" r="r" b="b"/>
              <a:pathLst>
                <a:path w="374650" h="189229">
                  <a:moveTo>
                    <a:pt x="187959" y="0"/>
                  </a:moveTo>
                  <a:lnTo>
                    <a:pt x="128910" y="4897"/>
                  </a:lnTo>
                  <a:lnTo>
                    <a:pt x="77358" y="18450"/>
                  </a:lnTo>
                  <a:lnTo>
                    <a:pt x="36535" y="38953"/>
                  </a:lnTo>
                  <a:lnTo>
                    <a:pt x="0" y="93980"/>
                  </a:lnTo>
                  <a:lnTo>
                    <a:pt x="9672" y="123880"/>
                  </a:lnTo>
                  <a:lnTo>
                    <a:pt x="36535" y="150002"/>
                  </a:lnTo>
                  <a:lnTo>
                    <a:pt x="77358" y="170698"/>
                  </a:lnTo>
                  <a:lnTo>
                    <a:pt x="128910" y="184322"/>
                  </a:lnTo>
                  <a:lnTo>
                    <a:pt x="187959" y="189230"/>
                  </a:lnTo>
                  <a:lnTo>
                    <a:pt x="246390" y="184322"/>
                  </a:lnTo>
                  <a:lnTo>
                    <a:pt x="297566" y="170698"/>
                  </a:lnTo>
                  <a:lnTo>
                    <a:pt x="338195" y="150002"/>
                  </a:lnTo>
                  <a:lnTo>
                    <a:pt x="364987" y="123880"/>
                  </a:lnTo>
                  <a:lnTo>
                    <a:pt x="374650" y="93980"/>
                  </a:lnTo>
                  <a:lnTo>
                    <a:pt x="364987" y="64698"/>
                  </a:lnTo>
                  <a:lnTo>
                    <a:pt x="338195" y="38953"/>
                  </a:lnTo>
                  <a:lnTo>
                    <a:pt x="297566" y="18450"/>
                  </a:lnTo>
                  <a:lnTo>
                    <a:pt x="246390" y="4897"/>
                  </a:lnTo>
                  <a:lnTo>
                    <a:pt x="187959" y="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3" name="object 28">
              <a:extLst>
                <a:ext uri="{FF2B5EF4-FFF2-40B4-BE49-F238E27FC236}">
                  <a16:creationId xmlns:a16="http://schemas.microsoft.com/office/drawing/2014/main" id="{540D915C-77A4-4810-9FCF-A0DF1BDEAF75}"/>
                </a:ext>
              </a:extLst>
            </p:cNvPr>
            <p:cNvSpPr/>
            <p:nvPr/>
          </p:nvSpPr>
          <p:spPr>
            <a:xfrm>
              <a:off x="2170430" y="3397885"/>
              <a:ext cx="1418590" cy="1316990"/>
            </a:xfrm>
            <a:custGeom>
              <a:avLst/>
              <a:gdLst/>
              <a:ahLst/>
              <a:cxnLst/>
              <a:rect l="l" t="t" r="r" b="b"/>
              <a:pathLst>
                <a:path w="1418589" h="1316989">
                  <a:moveTo>
                    <a:pt x="1243330" y="0"/>
                  </a:moveTo>
                  <a:lnTo>
                    <a:pt x="16510" y="961389"/>
                  </a:lnTo>
                  <a:lnTo>
                    <a:pt x="0" y="1093470"/>
                  </a:lnTo>
                  <a:lnTo>
                    <a:pt x="175260" y="1316990"/>
                  </a:lnTo>
                  <a:lnTo>
                    <a:pt x="1402080" y="355600"/>
                  </a:lnTo>
                  <a:lnTo>
                    <a:pt x="1418590" y="222250"/>
                  </a:lnTo>
                  <a:lnTo>
                    <a:pt x="1243330" y="0"/>
                  </a:lnTo>
                  <a:close/>
                </a:path>
              </a:pathLst>
            </a:custGeom>
            <a:solidFill>
              <a:srgbClr val="CC98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4" name="object 29">
              <a:extLst>
                <a:ext uri="{FF2B5EF4-FFF2-40B4-BE49-F238E27FC236}">
                  <a16:creationId xmlns:a16="http://schemas.microsoft.com/office/drawing/2014/main" id="{D6554C59-28BA-4B65-9C77-F440298B2C68}"/>
                </a:ext>
              </a:extLst>
            </p:cNvPr>
            <p:cNvSpPr/>
            <p:nvPr/>
          </p:nvSpPr>
          <p:spPr>
            <a:xfrm>
              <a:off x="2170430" y="3397885"/>
              <a:ext cx="1418590" cy="1316990"/>
            </a:xfrm>
            <a:custGeom>
              <a:avLst/>
              <a:gdLst/>
              <a:ahLst/>
              <a:cxnLst/>
              <a:rect l="l" t="t" r="r" b="b"/>
              <a:pathLst>
                <a:path w="1418589" h="1316989">
                  <a:moveTo>
                    <a:pt x="175260" y="1316990"/>
                  </a:moveTo>
                  <a:lnTo>
                    <a:pt x="0" y="1093470"/>
                  </a:lnTo>
                  <a:lnTo>
                    <a:pt x="16510" y="961389"/>
                  </a:lnTo>
                  <a:lnTo>
                    <a:pt x="1243330" y="0"/>
                  </a:lnTo>
                  <a:lnTo>
                    <a:pt x="1418590" y="222250"/>
                  </a:lnTo>
                  <a:lnTo>
                    <a:pt x="1402080" y="355600"/>
                  </a:lnTo>
                  <a:lnTo>
                    <a:pt x="175260" y="131699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A6D8EEDC-EAAC-42D6-803E-8859590AE70B}"/>
                </a:ext>
              </a:extLst>
            </p:cNvPr>
            <p:cNvSpPr/>
            <p:nvPr/>
          </p:nvSpPr>
          <p:spPr>
            <a:xfrm>
              <a:off x="2170430" y="3397885"/>
              <a:ext cx="1243330" cy="1093470"/>
            </a:xfrm>
            <a:custGeom>
              <a:avLst/>
              <a:gdLst/>
              <a:ahLst/>
              <a:cxnLst/>
              <a:rect l="l" t="t" r="r" b="b"/>
              <a:pathLst>
                <a:path w="1243329" h="1093470">
                  <a:moveTo>
                    <a:pt x="1243330" y="0"/>
                  </a:moveTo>
                  <a:lnTo>
                    <a:pt x="16510" y="961389"/>
                  </a:lnTo>
                  <a:lnTo>
                    <a:pt x="0" y="1093470"/>
                  </a:lnTo>
                  <a:lnTo>
                    <a:pt x="1228090" y="132080"/>
                  </a:lnTo>
                  <a:lnTo>
                    <a:pt x="1243330" y="0"/>
                  </a:lnTo>
                  <a:close/>
                </a:path>
              </a:pathLst>
            </a:custGeom>
            <a:solidFill>
              <a:srgbClr val="DEA6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6" name="object 31">
              <a:extLst>
                <a:ext uri="{FF2B5EF4-FFF2-40B4-BE49-F238E27FC236}">
                  <a16:creationId xmlns:a16="http://schemas.microsoft.com/office/drawing/2014/main" id="{29826048-8A2A-4F1A-B121-55D37F9C8A1C}"/>
                </a:ext>
              </a:extLst>
            </p:cNvPr>
            <p:cNvSpPr/>
            <p:nvPr/>
          </p:nvSpPr>
          <p:spPr>
            <a:xfrm>
              <a:off x="2170430" y="3397885"/>
              <a:ext cx="1243330" cy="1093470"/>
            </a:xfrm>
            <a:custGeom>
              <a:avLst/>
              <a:gdLst/>
              <a:ahLst/>
              <a:cxnLst/>
              <a:rect l="l" t="t" r="r" b="b"/>
              <a:pathLst>
                <a:path w="1243329" h="1093470">
                  <a:moveTo>
                    <a:pt x="0" y="1093470"/>
                  </a:moveTo>
                  <a:lnTo>
                    <a:pt x="16510" y="961389"/>
                  </a:lnTo>
                  <a:lnTo>
                    <a:pt x="1243330" y="0"/>
                  </a:lnTo>
                  <a:lnTo>
                    <a:pt x="1228090" y="132080"/>
                  </a:lnTo>
                  <a:lnTo>
                    <a:pt x="0" y="109347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+mj-lt"/>
              </a:endParaRPr>
            </a:p>
          </p:txBody>
        </p:sp>
        <p:sp>
          <p:nvSpPr>
            <p:cNvPr id="37" name="object 32">
              <a:extLst>
                <a:ext uri="{FF2B5EF4-FFF2-40B4-BE49-F238E27FC236}">
                  <a16:creationId xmlns:a16="http://schemas.microsoft.com/office/drawing/2014/main" id="{9E117C5F-0B89-460A-A353-D0179150B190}"/>
                </a:ext>
              </a:extLst>
            </p:cNvPr>
            <p:cNvSpPr/>
            <p:nvPr/>
          </p:nvSpPr>
          <p:spPr>
            <a:xfrm>
              <a:off x="3398519" y="3397885"/>
              <a:ext cx="190500" cy="355600"/>
            </a:xfrm>
            <a:custGeom>
              <a:avLst/>
              <a:gdLst/>
              <a:ahLst/>
              <a:cxnLst/>
              <a:rect l="l" t="t" r="r" b="b"/>
              <a:pathLst>
                <a:path w="190500" h="355600">
                  <a:moveTo>
                    <a:pt x="15239" y="0"/>
                  </a:moveTo>
                  <a:lnTo>
                    <a:pt x="0" y="132080"/>
                  </a:lnTo>
                  <a:lnTo>
                    <a:pt x="173989" y="355600"/>
                  </a:lnTo>
                  <a:lnTo>
                    <a:pt x="190500" y="222250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8" name="object 33">
              <a:extLst>
                <a:ext uri="{FF2B5EF4-FFF2-40B4-BE49-F238E27FC236}">
                  <a16:creationId xmlns:a16="http://schemas.microsoft.com/office/drawing/2014/main" id="{27685A98-8076-4EF7-A182-DE4874D6BDD2}"/>
                </a:ext>
              </a:extLst>
            </p:cNvPr>
            <p:cNvSpPr/>
            <p:nvPr/>
          </p:nvSpPr>
          <p:spPr>
            <a:xfrm>
              <a:off x="3398519" y="3397885"/>
              <a:ext cx="190500" cy="355600"/>
            </a:xfrm>
            <a:custGeom>
              <a:avLst/>
              <a:gdLst/>
              <a:ahLst/>
              <a:cxnLst/>
              <a:rect l="l" t="t" r="r" b="b"/>
              <a:pathLst>
                <a:path w="190500" h="355600">
                  <a:moveTo>
                    <a:pt x="173989" y="355600"/>
                  </a:moveTo>
                  <a:lnTo>
                    <a:pt x="0" y="132080"/>
                  </a:lnTo>
                  <a:lnTo>
                    <a:pt x="15239" y="0"/>
                  </a:lnTo>
                  <a:lnTo>
                    <a:pt x="190500" y="222250"/>
                  </a:lnTo>
                  <a:lnTo>
                    <a:pt x="173989" y="35560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9" name="object 34">
              <a:extLst>
                <a:ext uri="{FF2B5EF4-FFF2-40B4-BE49-F238E27FC236}">
                  <a16:creationId xmlns:a16="http://schemas.microsoft.com/office/drawing/2014/main" id="{04406102-5ED6-43D2-B6B8-A8AE1F61D589}"/>
                </a:ext>
              </a:extLst>
            </p:cNvPr>
            <p:cNvSpPr/>
            <p:nvPr/>
          </p:nvSpPr>
          <p:spPr>
            <a:xfrm>
              <a:off x="3275737" y="3647212"/>
              <a:ext cx="116024" cy="1172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0" name="object 35">
              <a:extLst>
                <a:ext uri="{FF2B5EF4-FFF2-40B4-BE49-F238E27FC236}">
                  <a16:creationId xmlns:a16="http://schemas.microsoft.com/office/drawing/2014/main" id="{A032A619-901F-4AD4-84E0-748D7BF1CC8E}"/>
                </a:ext>
              </a:extLst>
            </p:cNvPr>
            <p:cNvSpPr/>
            <p:nvPr/>
          </p:nvSpPr>
          <p:spPr>
            <a:xfrm>
              <a:off x="4084319" y="2673985"/>
              <a:ext cx="518159" cy="269240"/>
            </a:xfrm>
            <a:custGeom>
              <a:avLst/>
              <a:gdLst/>
              <a:ahLst/>
              <a:cxnLst/>
              <a:rect l="l" t="t" r="r" b="b"/>
              <a:pathLst>
                <a:path w="518160" h="269239">
                  <a:moveTo>
                    <a:pt x="340360" y="0"/>
                  </a:moveTo>
                  <a:lnTo>
                    <a:pt x="289560" y="0"/>
                  </a:lnTo>
                  <a:lnTo>
                    <a:pt x="262889" y="2539"/>
                  </a:lnTo>
                  <a:lnTo>
                    <a:pt x="223519" y="10160"/>
                  </a:lnTo>
                  <a:lnTo>
                    <a:pt x="184150" y="21589"/>
                  </a:lnTo>
                  <a:lnTo>
                    <a:pt x="160019" y="33020"/>
                  </a:lnTo>
                  <a:lnTo>
                    <a:pt x="147319" y="38100"/>
                  </a:lnTo>
                  <a:lnTo>
                    <a:pt x="124460" y="50800"/>
                  </a:lnTo>
                  <a:lnTo>
                    <a:pt x="113029" y="58420"/>
                  </a:lnTo>
                  <a:lnTo>
                    <a:pt x="102869" y="64770"/>
                  </a:lnTo>
                  <a:lnTo>
                    <a:pt x="72389" y="88900"/>
                  </a:lnTo>
                  <a:lnTo>
                    <a:pt x="55879" y="106679"/>
                  </a:lnTo>
                  <a:lnTo>
                    <a:pt x="46989" y="114300"/>
                  </a:lnTo>
                  <a:lnTo>
                    <a:pt x="40639" y="124460"/>
                  </a:lnTo>
                  <a:lnTo>
                    <a:pt x="34289" y="133350"/>
                  </a:lnTo>
                  <a:lnTo>
                    <a:pt x="27939" y="143510"/>
                  </a:lnTo>
                  <a:lnTo>
                    <a:pt x="22860" y="152400"/>
                  </a:lnTo>
                  <a:lnTo>
                    <a:pt x="16510" y="162560"/>
                  </a:lnTo>
                  <a:lnTo>
                    <a:pt x="12700" y="171450"/>
                  </a:lnTo>
                  <a:lnTo>
                    <a:pt x="8889" y="181610"/>
                  </a:lnTo>
                  <a:lnTo>
                    <a:pt x="3810" y="201930"/>
                  </a:lnTo>
                  <a:lnTo>
                    <a:pt x="1269" y="222250"/>
                  </a:lnTo>
                  <a:lnTo>
                    <a:pt x="0" y="231139"/>
                  </a:lnTo>
                  <a:lnTo>
                    <a:pt x="1269" y="241300"/>
                  </a:lnTo>
                  <a:lnTo>
                    <a:pt x="2539" y="250189"/>
                  </a:lnTo>
                  <a:lnTo>
                    <a:pt x="3810" y="260350"/>
                  </a:lnTo>
                  <a:lnTo>
                    <a:pt x="6350" y="269239"/>
                  </a:lnTo>
                  <a:lnTo>
                    <a:pt x="133350" y="232410"/>
                  </a:lnTo>
                  <a:lnTo>
                    <a:pt x="133350" y="227330"/>
                  </a:lnTo>
                  <a:lnTo>
                    <a:pt x="132079" y="223519"/>
                  </a:lnTo>
                  <a:lnTo>
                    <a:pt x="130810" y="218439"/>
                  </a:lnTo>
                  <a:lnTo>
                    <a:pt x="130810" y="209550"/>
                  </a:lnTo>
                  <a:lnTo>
                    <a:pt x="133350" y="199389"/>
                  </a:lnTo>
                  <a:lnTo>
                    <a:pt x="133350" y="194310"/>
                  </a:lnTo>
                  <a:lnTo>
                    <a:pt x="135889" y="189230"/>
                  </a:lnTo>
                  <a:lnTo>
                    <a:pt x="137160" y="184150"/>
                  </a:lnTo>
                  <a:lnTo>
                    <a:pt x="138429" y="180339"/>
                  </a:lnTo>
                  <a:lnTo>
                    <a:pt x="143510" y="170179"/>
                  </a:lnTo>
                  <a:lnTo>
                    <a:pt x="147319" y="165100"/>
                  </a:lnTo>
                  <a:lnTo>
                    <a:pt x="149860" y="161289"/>
                  </a:lnTo>
                  <a:lnTo>
                    <a:pt x="153669" y="156210"/>
                  </a:lnTo>
                  <a:lnTo>
                    <a:pt x="157479" y="152400"/>
                  </a:lnTo>
                  <a:lnTo>
                    <a:pt x="161289" y="147320"/>
                  </a:lnTo>
                  <a:lnTo>
                    <a:pt x="166369" y="143510"/>
                  </a:lnTo>
                  <a:lnTo>
                    <a:pt x="175260" y="134620"/>
                  </a:lnTo>
                  <a:lnTo>
                    <a:pt x="180339" y="132079"/>
                  </a:lnTo>
                  <a:lnTo>
                    <a:pt x="195579" y="120650"/>
                  </a:lnTo>
                  <a:lnTo>
                    <a:pt x="208279" y="115570"/>
                  </a:lnTo>
                  <a:lnTo>
                    <a:pt x="213360" y="111760"/>
                  </a:lnTo>
                  <a:lnTo>
                    <a:pt x="219710" y="109220"/>
                  </a:lnTo>
                  <a:lnTo>
                    <a:pt x="226060" y="107950"/>
                  </a:lnTo>
                  <a:lnTo>
                    <a:pt x="232410" y="105410"/>
                  </a:lnTo>
                  <a:lnTo>
                    <a:pt x="238760" y="104139"/>
                  </a:lnTo>
                  <a:lnTo>
                    <a:pt x="245110" y="101600"/>
                  </a:lnTo>
                  <a:lnTo>
                    <a:pt x="257810" y="99060"/>
                  </a:lnTo>
                  <a:lnTo>
                    <a:pt x="265429" y="99060"/>
                  </a:lnTo>
                  <a:lnTo>
                    <a:pt x="271779" y="97789"/>
                  </a:lnTo>
                  <a:lnTo>
                    <a:pt x="278129" y="97789"/>
                  </a:lnTo>
                  <a:lnTo>
                    <a:pt x="284479" y="96520"/>
                  </a:lnTo>
                  <a:lnTo>
                    <a:pt x="509088" y="96520"/>
                  </a:lnTo>
                  <a:lnTo>
                    <a:pt x="508000" y="93979"/>
                  </a:lnTo>
                  <a:lnTo>
                    <a:pt x="502919" y="86360"/>
                  </a:lnTo>
                  <a:lnTo>
                    <a:pt x="496569" y="77470"/>
                  </a:lnTo>
                  <a:lnTo>
                    <a:pt x="491489" y="69850"/>
                  </a:lnTo>
                  <a:lnTo>
                    <a:pt x="483869" y="63500"/>
                  </a:lnTo>
                  <a:lnTo>
                    <a:pt x="477519" y="55879"/>
                  </a:lnTo>
                  <a:lnTo>
                    <a:pt x="468629" y="48260"/>
                  </a:lnTo>
                  <a:lnTo>
                    <a:pt x="461010" y="41910"/>
                  </a:lnTo>
                  <a:lnTo>
                    <a:pt x="452119" y="36829"/>
                  </a:lnTo>
                  <a:lnTo>
                    <a:pt x="441960" y="30479"/>
                  </a:lnTo>
                  <a:lnTo>
                    <a:pt x="433069" y="25400"/>
                  </a:lnTo>
                  <a:lnTo>
                    <a:pt x="422910" y="20320"/>
                  </a:lnTo>
                  <a:lnTo>
                    <a:pt x="411479" y="16510"/>
                  </a:lnTo>
                  <a:lnTo>
                    <a:pt x="401319" y="12700"/>
                  </a:lnTo>
                  <a:lnTo>
                    <a:pt x="389889" y="8889"/>
                  </a:lnTo>
                  <a:lnTo>
                    <a:pt x="378460" y="6350"/>
                  </a:lnTo>
                  <a:lnTo>
                    <a:pt x="365760" y="3810"/>
                  </a:lnTo>
                  <a:lnTo>
                    <a:pt x="353060" y="2539"/>
                  </a:lnTo>
                  <a:lnTo>
                    <a:pt x="340360" y="0"/>
                  </a:lnTo>
                  <a:close/>
                </a:path>
                <a:path w="518160" h="269239">
                  <a:moveTo>
                    <a:pt x="509088" y="96520"/>
                  </a:moveTo>
                  <a:lnTo>
                    <a:pt x="290829" y="96520"/>
                  </a:lnTo>
                  <a:lnTo>
                    <a:pt x="297179" y="97789"/>
                  </a:lnTo>
                  <a:lnTo>
                    <a:pt x="303529" y="97789"/>
                  </a:lnTo>
                  <a:lnTo>
                    <a:pt x="309879" y="99060"/>
                  </a:lnTo>
                  <a:lnTo>
                    <a:pt x="314960" y="100329"/>
                  </a:lnTo>
                  <a:lnTo>
                    <a:pt x="327660" y="102870"/>
                  </a:lnTo>
                  <a:lnTo>
                    <a:pt x="332739" y="104139"/>
                  </a:lnTo>
                  <a:lnTo>
                    <a:pt x="342900" y="109220"/>
                  </a:lnTo>
                  <a:lnTo>
                    <a:pt x="347979" y="110489"/>
                  </a:lnTo>
                  <a:lnTo>
                    <a:pt x="353060" y="113029"/>
                  </a:lnTo>
                  <a:lnTo>
                    <a:pt x="356869" y="116839"/>
                  </a:lnTo>
                  <a:lnTo>
                    <a:pt x="361950" y="119379"/>
                  </a:lnTo>
                  <a:lnTo>
                    <a:pt x="365760" y="123189"/>
                  </a:lnTo>
                  <a:lnTo>
                    <a:pt x="369569" y="125729"/>
                  </a:lnTo>
                  <a:lnTo>
                    <a:pt x="373379" y="129539"/>
                  </a:lnTo>
                  <a:lnTo>
                    <a:pt x="375919" y="133350"/>
                  </a:lnTo>
                  <a:lnTo>
                    <a:pt x="379729" y="137160"/>
                  </a:lnTo>
                  <a:lnTo>
                    <a:pt x="384810" y="144779"/>
                  </a:lnTo>
                  <a:lnTo>
                    <a:pt x="386079" y="149860"/>
                  </a:lnTo>
                  <a:lnTo>
                    <a:pt x="388619" y="153670"/>
                  </a:lnTo>
                  <a:lnTo>
                    <a:pt x="389889" y="157479"/>
                  </a:lnTo>
                  <a:lnTo>
                    <a:pt x="518160" y="120650"/>
                  </a:lnTo>
                  <a:lnTo>
                    <a:pt x="515619" y="111760"/>
                  </a:lnTo>
                  <a:lnTo>
                    <a:pt x="509088" y="96520"/>
                  </a:lnTo>
                  <a:close/>
                </a:path>
              </a:pathLst>
            </a:custGeom>
            <a:solidFill>
              <a:srgbClr val="CC98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1" name="object 36">
              <a:extLst>
                <a:ext uri="{FF2B5EF4-FFF2-40B4-BE49-F238E27FC236}">
                  <a16:creationId xmlns:a16="http://schemas.microsoft.com/office/drawing/2014/main" id="{D8572E32-D79F-4A2C-9293-6EF81794BAEE}"/>
                </a:ext>
              </a:extLst>
            </p:cNvPr>
            <p:cNvSpPr/>
            <p:nvPr/>
          </p:nvSpPr>
          <p:spPr>
            <a:xfrm>
              <a:off x="4084319" y="2673985"/>
              <a:ext cx="518159" cy="269240"/>
            </a:xfrm>
            <a:custGeom>
              <a:avLst/>
              <a:gdLst/>
              <a:ahLst/>
              <a:cxnLst/>
              <a:rect l="l" t="t" r="r" b="b"/>
              <a:pathLst>
                <a:path w="518160" h="269239">
                  <a:moveTo>
                    <a:pt x="518160" y="120650"/>
                  </a:moveTo>
                  <a:lnTo>
                    <a:pt x="496569" y="77470"/>
                  </a:lnTo>
                  <a:lnTo>
                    <a:pt x="491489" y="69850"/>
                  </a:lnTo>
                  <a:lnTo>
                    <a:pt x="483869" y="63500"/>
                  </a:lnTo>
                  <a:lnTo>
                    <a:pt x="477519" y="55879"/>
                  </a:lnTo>
                  <a:lnTo>
                    <a:pt x="468629" y="48260"/>
                  </a:lnTo>
                  <a:lnTo>
                    <a:pt x="461010" y="41910"/>
                  </a:lnTo>
                  <a:lnTo>
                    <a:pt x="452119" y="36829"/>
                  </a:lnTo>
                  <a:lnTo>
                    <a:pt x="441960" y="30479"/>
                  </a:lnTo>
                  <a:lnTo>
                    <a:pt x="433069" y="25400"/>
                  </a:lnTo>
                  <a:lnTo>
                    <a:pt x="422910" y="20320"/>
                  </a:lnTo>
                  <a:lnTo>
                    <a:pt x="411479" y="16510"/>
                  </a:lnTo>
                  <a:lnTo>
                    <a:pt x="401319" y="12700"/>
                  </a:lnTo>
                  <a:lnTo>
                    <a:pt x="389889" y="8889"/>
                  </a:lnTo>
                  <a:lnTo>
                    <a:pt x="378460" y="6350"/>
                  </a:lnTo>
                  <a:lnTo>
                    <a:pt x="365760" y="3810"/>
                  </a:lnTo>
                  <a:lnTo>
                    <a:pt x="353060" y="2539"/>
                  </a:lnTo>
                  <a:lnTo>
                    <a:pt x="340360" y="0"/>
                  </a:lnTo>
                  <a:lnTo>
                    <a:pt x="327660" y="0"/>
                  </a:lnTo>
                  <a:lnTo>
                    <a:pt x="314960" y="0"/>
                  </a:lnTo>
                  <a:lnTo>
                    <a:pt x="302260" y="0"/>
                  </a:lnTo>
                  <a:lnTo>
                    <a:pt x="289560" y="0"/>
                  </a:lnTo>
                  <a:lnTo>
                    <a:pt x="275589" y="1270"/>
                  </a:lnTo>
                  <a:lnTo>
                    <a:pt x="262889" y="2539"/>
                  </a:lnTo>
                  <a:lnTo>
                    <a:pt x="248919" y="5079"/>
                  </a:lnTo>
                  <a:lnTo>
                    <a:pt x="236219" y="7620"/>
                  </a:lnTo>
                  <a:lnTo>
                    <a:pt x="223519" y="10160"/>
                  </a:lnTo>
                  <a:lnTo>
                    <a:pt x="184150" y="21589"/>
                  </a:lnTo>
                  <a:lnTo>
                    <a:pt x="160019" y="33020"/>
                  </a:lnTo>
                  <a:lnTo>
                    <a:pt x="147319" y="38100"/>
                  </a:lnTo>
                  <a:lnTo>
                    <a:pt x="135889" y="44450"/>
                  </a:lnTo>
                  <a:lnTo>
                    <a:pt x="124460" y="50800"/>
                  </a:lnTo>
                  <a:lnTo>
                    <a:pt x="113029" y="58420"/>
                  </a:lnTo>
                  <a:lnTo>
                    <a:pt x="72389" y="88900"/>
                  </a:lnTo>
                  <a:lnTo>
                    <a:pt x="55879" y="106679"/>
                  </a:lnTo>
                  <a:lnTo>
                    <a:pt x="46989" y="114300"/>
                  </a:lnTo>
                  <a:lnTo>
                    <a:pt x="40639" y="124460"/>
                  </a:lnTo>
                  <a:lnTo>
                    <a:pt x="34289" y="133350"/>
                  </a:lnTo>
                  <a:lnTo>
                    <a:pt x="27939" y="143510"/>
                  </a:lnTo>
                  <a:lnTo>
                    <a:pt x="22860" y="152400"/>
                  </a:lnTo>
                  <a:lnTo>
                    <a:pt x="16510" y="162560"/>
                  </a:lnTo>
                  <a:lnTo>
                    <a:pt x="12700" y="171450"/>
                  </a:lnTo>
                  <a:lnTo>
                    <a:pt x="2539" y="212089"/>
                  </a:lnTo>
                  <a:lnTo>
                    <a:pt x="1269" y="222250"/>
                  </a:lnTo>
                  <a:lnTo>
                    <a:pt x="0" y="231139"/>
                  </a:lnTo>
                  <a:lnTo>
                    <a:pt x="1269" y="241300"/>
                  </a:lnTo>
                  <a:lnTo>
                    <a:pt x="2539" y="250189"/>
                  </a:lnTo>
                  <a:lnTo>
                    <a:pt x="3810" y="260350"/>
                  </a:lnTo>
                  <a:lnTo>
                    <a:pt x="6350" y="269239"/>
                  </a:lnTo>
                  <a:lnTo>
                    <a:pt x="133350" y="232410"/>
                  </a:lnTo>
                  <a:lnTo>
                    <a:pt x="133350" y="227330"/>
                  </a:lnTo>
                  <a:lnTo>
                    <a:pt x="132079" y="223519"/>
                  </a:lnTo>
                  <a:lnTo>
                    <a:pt x="130810" y="218439"/>
                  </a:lnTo>
                  <a:lnTo>
                    <a:pt x="130810" y="213360"/>
                  </a:lnTo>
                  <a:lnTo>
                    <a:pt x="130810" y="209550"/>
                  </a:lnTo>
                  <a:lnTo>
                    <a:pt x="132079" y="204469"/>
                  </a:lnTo>
                  <a:lnTo>
                    <a:pt x="133350" y="199389"/>
                  </a:lnTo>
                  <a:lnTo>
                    <a:pt x="133350" y="194310"/>
                  </a:lnTo>
                  <a:lnTo>
                    <a:pt x="135889" y="189230"/>
                  </a:lnTo>
                  <a:lnTo>
                    <a:pt x="147319" y="165100"/>
                  </a:lnTo>
                  <a:lnTo>
                    <a:pt x="149860" y="161289"/>
                  </a:lnTo>
                  <a:lnTo>
                    <a:pt x="153669" y="156210"/>
                  </a:lnTo>
                  <a:lnTo>
                    <a:pt x="157479" y="152400"/>
                  </a:lnTo>
                  <a:lnTo>
                    <a:pt x="161289" y="147320"/>
                  </a:lnTo>
                  <a:lnTo>
                    <a:pt x="166369" y="143510"/>
                  </a:lnTo>
                  <a:lnTo>
                    <a:pt x="170179" y="139700"/>
                  </a:lnTo>
                  <a:lnTo>
                    <a:pt x="175260" y="134620"/>
                  </a:lnTo>
                  <a:lnTo>
                    <a:pt x="180339" y="132079"/>
                  </a:lnTo>
                  <a:lnTo>
                    <a:pt x="185419" y="128270"/>
                  </a:lnTo>
                  <a:lnTo>
                    <a:pt x="190500" y="124460"/>
                  </a:lnTo>
                  <a:lnTo>
                    <a:pt x="195579" y="120650"/>
                  </a:lnTo>
                  <a:lnTo>
                    <a:pt x="201929" y="118110"/>
                  </a:lnTo>
                  <a:lnTo>
                    <a:pt x="208279" y="115570"/>
                  </a:lnTo>
                  <a:lnTo>
                    <a:pt x="213360" y="111760"/>
                  </a:lnTo>
                  <a:lnTo>
                    <a:pt x="219710" y="109220"/>
                  </a:lnTo>
                  <a:lnTo>
                    <a:pt x="226060" y="107950"/>
                  </a:lnTo>
                  <a:lnTo>
                    <a:pt x="232410" y="105410"/>
                  </a:lnTo>
                  <a:lnTo>
                    <a:pt x="238760" y="104139"/>
                  </a:lnTo>
                  <a:lnTo>
                    <a:pt x="245110" y="101600"/>
                  </a:lnTo>
                  <a:lnTo>
                    <a:pt x="251460" y="100329"/>
                  </a:lnTo>
                  <a:lnTo>
                    <a:pt x="257810" y="99060"/>
                  </a:lnTo>
                  <a:lnTo>
                    <a:pt x="265429" y="99060"/>
                  </a:lnTo>
                  <a:lnTo>
                    <a:pt x="271779" y="97789"/>
                  </a:lnTo>
                  <a:lnTo>
                    <a:pt x="278129" y="97789"/>
                  </a:lnTo>
                  <a:lnTo>
                    <a:pt x="284479" y="96520"/>
                  </a:lnTo>
                  <a:lnTo>
                    <a:pt x="290829" y="96520"/>
                  </a:lnTo>
                  <a:lnTo>
                    <a:pt x="297179" y="97789"/>
                  </a:lnTo>
                  <a:lnTo>
                    <a:pt x="303529" y="97789"/>
                  </a:lnTo>
                  <a:lnTo>
                    <a:pt x="309879" y="99060"/>
                  </a:lnTo>
                  <a:lnTo>
                    <a:pt x="314960" y="100329"/>
                  </a:lnTo>
                  <a:lnTo>
                    <a:pt x="321310" y="101600"/>
                  </a:lnTo>
                  <a:lnTo>
                    <a:pt x="327660" y="102870"/>
                  </a:lnTo>
                  <a:lnTo>
                    <a:pt x="332739" y="104139"/>
                  </a:lnTo>
                  <a:lnTo>
                    <a:pt x="337819" y="106679"/>
                  </a:lnTo>
                  <a:lnTo>
                    <a:pt x="342900" y="109220"/>
                  </a:lnTo>
                  <a:lnTo>
                    <a:pt x="347979" y="110489"/>
                  </a:lnTo>
                  <a:lnTo>
                    <a:pt x="353060" y="113029"/>
                  </a:lnTo>
                  <a:lnTo>
                    <a:pt x="356869" y="116839"/>
                  </a:lnTo>
                  <a:lnTo>
                    <a:pt x="361950" y="119379"/>
                  </a:lnTo>
                  <a:lnTo>
                    <a:pt x="365760" y="123189"/>
                  </a:lnTo>
                  <a:lnTo>
                    <a:pt x="369569" y="125729"/>
                  </a:lnTo>
                  <a:lnTo>
                    <a:pt x="373379" y="129539"/>
                  </a:lnTo>
                  <a:lnTo>
                    <a:pt x="375919" y="133350"/>
                  </a:lnTo>
                  <a:lnTo>
                    <a:pt x="379729" y="137160"/>
                  </a:lnTo>
                  <a:lnTo>
                    <a:pt x="382269" y="140970"/>
                  </a:lnTo>
                  <a:lnTo>
                    <a:pt x="384810" y="144779"/>
                  </a:lnTo>
                  <a:lnTo>
                    <a:pt x="386079" y="149860"/>
                  </a:lnTo>
                  <a:lnTo>
                    <a:pt x="388619" y="153670"/>
                  </a:lnTo>
                  <a:lnTo>
                    <a:pt x="389889" y="157479"/>
                  </a:lnTo>
                  <a:lnTo>
                    <a:pt x="518160" y="12065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2" name="object 37">
              <a:extLst>
                <a:ext uri="{FF2B5EF4-FFF2-40B4-BE49-F238E27FC236}">
                  <a16:creationId xmlns:a16="http://schemas.microsoft.com/office/drawing/2014/main" id="{D0F93796-03B2-4AF4-A9D6-F59D67AAB85F}"/>
                </a:ext>
              </a:extLst>
            </p:cNvPr>
            <p:cNvSpPr/>
            <p:nvPr/>
          </p:nvSpPr>
          <p:spPr>
            <a:xfrm>
              <a:off x="4084319" y="2902585"/>
              <a:ext cx="518159" cy="269240"/>
            </a:xfrm>
            <a:custGeom>
              <a:avLst/>
              <a:gdLst/>
              <a:ahLst/>
              <a:cxnLst/>
              <a:rect l="l" t="t" r="r" b="b"/>
              <a:pathLst>
                <a:path w="518160" h="269239">
                  <a:moveTo>
                    <a:pt x="5079" y="0"/>
                  </a:moveTo>
                  <a:lnTo>
                    <a:pt x="2539" y="10160"/>
                  </a:lnTo>
                  <a:lnTo>
                    <a:pt x="1269" y="19050"/>
                  </a:lnTo>
                  <a:lnTo>
                    <a:pt x="1269" y="27939"/>
                  </a:lnTo>
                  <a:lnTo>
                    <a:pt x="0" y="38100"/>
                  </a:lnTo>
                  <a:lnTo>
                    <a:pt x="0" y="48260"/>
                  </a:lnTo>
                  <a:lnTo>
                    <a:pt x="1269" y="58419"/>
                  </a:lnTo>
                  <a:lnTo>
                    <a:pt x="3810" y="67310"/>
                  </a:lnTo>
                  <a:lnTo>
                    <a:pt x="5079" y="77469"/>
                  </a:lnTo>
                  <a:lnTo>
                    <a:pt x="16510" y="107950"/>
                  </a:lnTo>
                  <a:lnTo>
                    <a:pt x="21589" y="116839"/>
                  </a:lnTo>
                  <a:lnTo>
                    <a:pt x="26669" y="127000"/>
                  </a:lnTo>
                  <a:lnTo>
                    <a:pt x="33019" y="135889"/>
                  </a:lnTo>
                  <a:lnTo>
                    <a:pt x="40639" y="146050"/>
                  </a:lnTo>
                  <a:lnTo>
                    <a:pt x="46989" y="154939"/>
                  </a:lnTo>
                  <a:lnTo>
                    <a:pt x="55879" y="163830"/>
                  </a:lnTo>
                  <a:lnTo>
                    <a:pt x="63500" y="172719"/>
                  </a:lnTo>
                  <a:lnTo>
                    <a:pt x="72389" y="180339"/>
                  </a:lnTo>
                  <a:lnTo>
                    <a:pt x="113029" y="212089"/>
                  </a:lnTo>
                  <a:lnTo>
                    <a:pt x="147319" y="231139"/>
                  </a:lnTo>
                  <a:lnTo>
                    <a:pt x="184150" y="247650"/>
                  </a:lnTo>
                  <a:lnTo>
                    <a:pt x="222250" y="259080"/>
                  </a:lnTo>
                  <a:lnTo>
                    <a:pt x="236219" y="261619"/>
                  </a:lnTo>
                  <a:lnTo>
                    <a:pt x="248919" y="265430"/>
                  </a:lnTo>
                  <a:lnTo>
                    <a:pt x="289560" y="269239"/>
                  </a:lnTo>
                  <a:lnTo>
                    <a:pt x="340360" y="269239"/>
                  </a:lnTo>
                  <a:lnTo>
                    <a:pt x="353060" y="267969"/>
                  </a:lnTo>
                  <a:lnTo>
                    <a:pt x="365760" y="265430"/>
                  </a:lnTo>
                  <a:lnTo>
                    <a:pt x="377189" y="262889"/>
                  </a:lnTo>
                  <a:lnTo>
                    <a:pt x="389889" y="260350"/>
                  </a:lnTo>
                  <a:lnTo>
                    <a:pt x="401319" y="256539"/>
                  </a:lnTo>
                  <a:lnTo>
                    <a:pt x="411479" y="252730"/>
                  </a:lnTo>
                  <a:lnTo>
                    <a:pt x="421639" y="247650"/>
                  </a:lnTo>
                  <a:lnTo>
                    <a:pt x="433069" y="243839"/>
                  </a:lnTo>
                  <a:lnTo>
                    <a:pt x="441960" y="238760"/>
                  </a:lnTo>
                  <a:lnTo>
                    <a:pt x="452119" y="232410"/>
                  </a:lnTo>
                  <a:lnTo>
                    <a:pt x="461010" y="226060"/>
                  </a:lnTo>
                  <a:lnTo>
                    <a:pt x="468629" y="219710"/>
                  </a:lnTo>
                  <a:lnTo>
                    <a:pt x="477519" y="213360"/>
                  </a:lnTo>
                  <a:lnTo>
                    <a:pt x="483869" y="205739"/>
                  </a:lnTo>
                  <a:lnTo>
                    <a:pt x="491489" y="199389"/>
                  </a:lnTo>
                  <a:lnTo>
                    <a:pt x="496569" y="190500"/>
                  </a:lnTo>
                  <a:lnTo>
                    <a:pt x="502919" y="182880"/>
                  </a:lnTo>
                  <a:lnTo>
                    <a:pt x="508000" y="173989"/>
                  </a:lnTo>
                  <a:lnTo>
                    <a:pt x="508635" y="172719"/>
                  </a:lnTo>
                  <a:lnTo>
                    <a:pt x="284479" y="172719"/>
                  </a:lnTo>
                  <a:lnTo>
                    <a:pt x="278129" y="171450"/>
                  </a:lnTo>
                  <a:lnTo>
                    <a:pt x="265429" y="171450"/>
                  </a:lnTo>
                  <a:lnTo>
                    <a:pt x="246379" y="167639"/>
                  </a:lnTo>
                  <a:lnTo>
                    <a:pt x="238760" y="166369"/>
                  </a:lnTo>
                  <a:lnTo>
                    <a:pt x="233679" y="163830"/>
                  </a:lnTo>
                  <a:lnTo>
                    <a:pt x="227329" y="161289"/>
                  </a:lnTo>
                  <a:lnTo>
                    <a:pt x="220979" y="160019"/>
                  </a:lnTo>
                  <a:lnTo>
                    <a:pt x="208279" y="154939"/>
                  </a:lnTo>
                  <a:lnTo>
                    <a:pt x="203200" y="152400"/>
                  </a:lnTo>
                  <a:lnTo>
                    <a:pt x="190500" y="144780"/>
                  </a:lnTo>
                  <a:lnTo>
                    <a:pt x="185419" y="142239"/>
                  </a:lnTo>
                  <a:lnTo>
                    <a:pt x="175260" y="134619"/>
                  </a:lnTo>
                  <a:lnTo>
                    <a:pt x="171450" y="130810"/>
                  </a:lnTo>
                  <a:lnTo>
                    <a:pt x="166369" y="127000"/>
                  </a:lnTo>
                  <a:lnTo>
                    <a:pt x="157479" y="118110"/>
                  </a:lnTo>
                  <a:lnTo>
                    <a:pt x="153669" y="113030"/>
                  </a:lnTo>
                  <a:lnTo>
                    <a:pt x="151129" y="109219"/>
                  </a:lnTo>
                  <a:lnTo>
                    <a:pt x="147319" y="104139"/>
                  </a:lnTo>
                  <a:lnTo>
                    <a:pt x="144779" y="99060"/>
                  </a:lnTo>
                  <a:lnTo>
                    <a:pt x="142239" y="95250"/>
                  </a:lnTo>
                  <a:lnTo>
                    <a:pt x="137160" y="85089"/>
                  </a:lnTo>
                  <a:lnTo>
                    <a:pt x="133350" y="69850"/>
                  </a:lnTo>
                  <a:lnTo>
                    <a:pt x="132079" y="66039"/>
                  </a:lnTo>
                  <a:lnTo>
                    <a:pt x="132079" y="46989"/>
                  </a:lnTo>
                  <a:lnTo>
                    <a:pt x="133350" y="41910"/>
                  </a:lnTo>
                  <a:lnTo>
                    <a:pt x="134619" y="38100"/>
                  </a:lnTo>
                  <a:lnTo>
                    <a:pt x="5079" y="0"/>
                  </a:lnTo>
                  <a:close/>
                </a:path>
                <a:path w="518160" h="269239">
                  <a:moveTo>
                    <a:pt x="389889" y="111760"/>
                  </a:moveTo>
                  <a:lnTo>
                    <a:pt x="388619" y="115569"/>
                  </a:lnTo>
                  <a:lnTo>
                    <a:pt x="387350" y="120650"/>
                  </a:lnTo>
                  <a:lnTo>
                    <a:pt x="377189" y="135889"/>
                  </a:lnTo>
                  <a:lnTo>
                    <a:pt x="365760" y="147319"/>
                  </a:lnTo>
                  <a:lnTo>
                    <a:pt x="358139" y="152400"/>
                  </a:lnTo>
                  <a:lnTo>
                    <a:pt x="353060" y="156210"/>
                  </a:lnTo>
                  <a:lnTo>
                    <a:pt x="347979" y="158750"/>
                  </a:lnTo>
                  <a:lnTo>
                    <a:pt x="344169" y="161289"/>
                  </a:lnTo>
                  <a:lnTo>
                    <a:pt x="337819" y="162560"/>
                  </a:lnTo>
                  <a:lnTo>
                    <a:pt x="332739" y="165100"/>
                  </a:lnTo>
                  <a:lnTo>
                    <a:pt x="327660" y="166369"/>
                  </a:lnTo>
                  <a:lnTo>
                    <a:pt x="321310" y="168910"/>
                  </a:lnTo>
                  <a:lnTo>
                    <a:pt x="316229" y="170180"/>
                  </a:lnTo>
                  <a:lnTo>
                    <a:pt x="309879" y="170180"/>
                  </a:lnTo>
                  <a:lnTo>
                    <a:pt x="303529" y="171450"/>
                  </a:lnTo>
                  <a:lnTo>
                    <a:pt x="297179" y="171450"/>
                  </a:lnTo>
                  <a:lnTo>
                    <a:pt x="290829" y="172719"/>
                  </a:lnTo>
                  <a:lnTo>
                    <a:pt x="508635" y="172719"/>
                  </a:lnTo>
                  <a:lnTo>
                    <a:pt x="511810" y="166369"/>
                  </a:lnTo>
                  <a:lnTo>
                    <a:pt x="515619" y="157480"/>
                  </a:lnTo>
                  <a:lnTo>
                    <a:pt x="518160" y="147319"/>
                  </a:lnTo>
                  <a:lnTo>
                    <a:pt x="389889" y="111760"/>
                  </a:lnTo>
                  <a:close/>
                </a:path>
              </a:pathLst>
            </a:custGeom>
            <a:solidFill>
              <a:srgbClr val="CC98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3" name="object 38">
              <a:extLst>
                <a:ext uri="{FF2B5EF4-FFF2-40B4-BE49-F238E27FC236}">
                  <a16:creationId xmlns:a16="http://schemas.microsoft.com/office/drawing/2014/main" id="{8F2C04EC-4D59-4B69-B299-2381419AD4AA}"/>
                </a:ext>
              </a:extLst>
            </p:cNvPr>
            <p:cNvSpPr/>
            <p:nvPr/>
          </p:nvSpPr>
          <p:spPr>
            <a:xfrm>
              <a:off x="4084319" y="2902585"/>
              <a:ext cx="518159" cy="269240"/>
            </a:xfrm>
            <a:custGeom>
              <a:avLst/>
              <a:gdLst/>
              <a:ahLst/>
              <a:cxnLst/>
              <a:rect l="l" t="t" r="r" b="b"/>
              <a:pathLst>
                <a:path w="518160" h="269239">
                  <a:moveTo>
                    <a:pt x="5079" y="0"/>
                  </a:moveTo>
                  <a:lnTo>
                    <a:pt x="2539" y="10160"/>
                  </a:lnTo>
                  <a:lnTo>
                    <a:pt x="1269" y="19050"/>
                  </a:lnTo>
                  <a:lnTo>
                    <a:pt x="1269" y="27939"/>
                  </a:lnTo>
                  <a:lnTo>
                    <a:pt x="0" y="38100"/>
                  </a:lnTo>
                  <a:lnTo>
                    <a:pt x="0" y="48260"/>
                  </a:lnTo>
                  <a:lnTo>
                    <a:pt x="1269" y="58419"/>
                  </a:lnTo>
                  <a:lnTo>
                    <a:pt x="3810" y="67310"/>
                  </a:lnTo>
                  <a:lnTo>
                    <a:pt x="5079" y="77469"/>
                  </a:lnTo>
                  <a:lnTo>
                    <a:pt x="8889" y="87630"/>
                  </a:lnTo>
                  <a:lnTo>
                    <a:pt x="12700" y="97789"/>
                  </a:lnTo>
                  <a:lnTo>
                    <a:pt x="16510" y="107950"/>
                  </a:lnTo>
                  <a:lnTo>
                    <a:pt x="21589" y="116839"/>
                  </a:lnTo>
                  <a:lnTo>
                    <a:pt x="26669" y="127000"/>
                  </a:lnTo>
                  <a:lnTo>
                    <a:pt x="33019" y="135889"/>
                  </a:lnTo>
                  <a:lnTo>
                    <a:pt x="40639" y="146050"/>
                  </a:lnTo>
                  <a:lnTo>
                    <a:pt x="46989" y="154939"/>
                  </a:lnTo>
                  <a:lnTo>
                    <a:pt x="55879" y="163830"/>
                  </a:lnTo>
                  <a:lnTo>
                    <a:pt x="63500" y="172719"/>
                  </a:lnTo>
                  <a:lnTo>
                    <a:pt x="72389" y="180339"/>
                  </a:lnTo>
                  <a:lnTo>
                    <a:pt x="82550" y="189230"/>
                  </a:lnTo>
                  <a:lnTo>
                    <a:pt x="91439" y="196850"/>
                  </a:lnTo>
                  <a:lnTo>
                    <a:pt x="101600" y="204469"/>
                  </a:lnTo>
                  <a:lnTo>
                    <a:pt x="113029" y="212089"/>
                  </a:lnTo>
                  <a:lnTo>
                    <a:pt x="124460" y="218439"/>
                  </a:lnTo>
                  <a:lnTo>
                    <a:pt x="135889" y="224789"/>
                  </a:lnTo>
                  <a:lnTo>
                    <a:pt x="171450" y="242569"/>
                  </a:lnTo>
                  <a:lnTo>
                    <a:pt x="209550" y="255269"/>
                  </a:lnTo>
                  <a:lnTo>
                    <a:pt x="222250" y="259080"/>
                  </a:lnTo>
                  <a:lnTo>
                    <a:pt x="236219" y="261619"/>
                  </a:lnTo>
                  <a:lnTo>
                    <a:pt x="248919" y="265430"/>
                  </a:lnTo>
                  <a:lnTo>
                    <a:pt x="262889" y="266700"/>
                  </a:lnTo>
                  <a:lnTo>
                    <a:pt x="275589" y="267969"/>
                  </a:lnTo>
                  <a:lnTo>
                    <a:pt x="289560" y="269239"/>
                  </a:lnTo>
                  <a:lnTo>
                    <a:pt x="302260" y="269239"/>
                  </a:lnTo>
                  <a:lnTo>
                    <a:pt x="314960" y="269239"/>
                  </a:lnTo>
                  <a:lnTo>
                    <a:pt x="327660" y="269239"/>
                  </a:lnTo>
                  <a:lnTo>
                    <a:pt x="340360" y="269239"/>
                  </a:lnTo>
                  <a:lnTo>
                    <a:pt x="353060" y="267969"/>
                  </a:lnTo>
                  <a:lnTo>
                    <a:pt x="365760" y="265430"/>
                  </a:lnTo>
                  <a:lnTo>
                    <a:pt x="377189" y="262889"/>
                  </a:lnTo>
                  <a:lnTo>
                    <a:pt x="389889" y="260350"/>
                  </a:lnTo>
                  <a:lnTo>
                    <a:pt x="401319" y="256539"/>
                  </a:lnTo>
                  <a:lnTo>
                    <a:pt x="411479" y="252730"/>
                  </a:lnTo>
                  <a:lnTo>
                    <a:pt x="421639" y="247650"/>
                  </a:lnTo>
                  <a:lnTo>
                    <a:pt x="433069" y="243839"/>
                  </a:lnTo>
                  <a:lnTo>
                    <a:pt x="441960" y="238760"/>
                  </a:lnTo>
                  <a:lnTo>
                    <a:pt x="452119" y="232410"/>
                  </a:lnTo>
                  <a:lnTo>
                    <a:pt x="461010" y="226060"/>
                  </a:lnTo>
                  <a:lnTo>
                    <a:pt x="468629" y="219710"/>
                  </a:lnTo>
                  <a:lnTo>
                    <a:pt x="477519" y="213360"/>
                  </a:lnTo>
                  <a:lnTo>
                    <a:pt x="483869" y="205739"/>
                  </a:lnTo>
                  <a:lnTo>
                    <a:pt x="491489" y="199389"/>
                  </a:lnTo>
                  <a:lnTo>
                    <a:pt x="496569" y="190500"/>
                  </a:lnTo>
                  <a:lnTo>
                    <a:pt x="515619" y="157480"/>
                  </a:lnTo>
                  <a:lnTo>
                    <a:pt x="518160" y="147319"/>
                  </a:lnTo>
                  <a:lnTo>
                    <a:pt x="389889" y="111760"/>
                  </a:lnTo>
                  <a:lnTo>
                    <a:pt x="388619" y="115569"/>
                  </a:lnTo>
                  <a:lnTo>
                    <a:pt x="387350" y="120650"/>
                  </a:lnTo>
                  <a:lnTo>
                    <a:pt x="384810" y="124460"/>
                  </a:lnTo>
                  <a:lnTo>
                    <a:pt x="382269" y="128269"/>
                  </a:lnTo>
                  <a:lnTo>
                    <a:pt x="379729" y="132080"/>
                  </a:lnTo>
                  <a:lnTo>
                    <a:pt x="377189" y="135889"/>
                  </a:lnTo>
                  <a:lnTo>
                    <a:pt x="373379" y="139700"/>
                  </a:lnTo>
                  <a:lnTo>
                    <a:pt x="369569" y="143510"/>
                  </a:lnTo>
                  <a:lnTo>
                    <a:pt x="365760" y="147319"/>
                  </a:lnTo>
                  <a:lnTo>
                    <a:pt x="361950" y="149860"/>
                  </a:lnTo>
                  <a:lnTo>
                    <a:pt x="358139" y="152400"/>
                  </a:lnTo>
                  <a:lnTo>
                    <a:pt x="353060" y="156210"/>
                  </a:lnTo>
                  <a:lnTo>
                    <a:pt x="347979" y="158750"/>
                  </a:lnTo>
                  <a:lnTo>
                    <a:pt x="344169" y="161289"/>
                  </a:lnTo>
                  <a:lnTo>
                    <a:pt x="337819" y="162560"/>
                  </a:lnTo>
                  <a:lnTo>
                    <a:pt x="332739" y="165100"/>
                  </a:lnTo>
                  <a:lnTo>
                    <a:pt x="327660" y="166369"/>
                  </a:lnTo>
                  <a:lnTo>
                    <a:pt x="321310" y="168910"/>
                  </a:lnTo>
                  <a:lnTo>
                    <a:pt x="316229" y="170180"/>
                  </a:lnTo>
                  <a:lnTo>
                    <a:pt x="309879" y="170180"/>
                  </a:lnTo>
                  <a:lnTo>
                    <a:pt x="303529" y="171450"/>
                  </a:lnTo>
                  <a:lnTo>
                    <a:pt x="297179" y="171450"/>
                  </a:lnTo>
                  <a:lnTo>
                    <a:pt x="290829" y="172719"/>
                  </a:lnTo>
                  <a:lnTo>
                    <a:pt x="284479" y="172719"/>
                  </a:lnTo>
                  <a:lnTo>
                    <a:pt x="278129" y="171450"/>
                  </a:lnTo>
                  <a:lnTo>
                    <a:pt x="271779" y="171450"/>
                  </a:lnTo>
                  <a:lnTo>
                    <a:pt x="265429" y="171450"/>
                  </a:lnTo>
                  <a:lnTo>
                    <a:pt x="259079" y="170180"/>
                  </a:lnTo>
                  <a:lnTo>
                    <a:pt x="252729" y="168910"/>
                  </a:lnTo>
                  <a:lnTo>
                    <a:pt x="246379" y="167639"/>
                  </a:lnTo>
                  <a:lnTo>
                    <a:pt x="238760" y="166369"/>
                  </a:lnTo>
                  <a:lnTo>
                    <a:pt x="233679" y="163830"/>
                  </a:lnTo>
                  <a:lnTo>
                    <a:pt x="227329" y="161289"/>
                  </a:lnTo>
                  <a:lnTo>
                    <a:pt x="196850" y="148589"/>
                  </a:lnTo>
                  <a:lnTo>
                    <a:pt x="190500" y="144780"/>
                  </a:lnTo>
                  <a:lnTo>
                    <a:pt x="185419" y="142239"/>
                  </a:lnTo>
                  <a:lnTo>
                    <a:pt x="180339" y="138430"/>
                  </a:lnTo>
                  <a:lnTo>
                    <a:pt x="175260" y="134619"/>
                  </a:lnTo>
                  <a:lnTo>
                    <a:pt x="171450" y="130810"/>
                  </a:lnTo>
                  <a:lnTo>
                    <a:pt x="166369" y="127000"/>
                  </a:lnTo>
                  <a:lnTo>
                    <a:pt x="161289" y="121919"/>
                  </a:lnTo>
                  <a:lnTo>
                    <a:pt x="157479" y="118110"/>
                  </a:lnTo>
                  <a:lnTo>
                    <a:pt x="153669" y="113030"/>
                  </a:lnTo>
                  <a:lnTo>
                    <a:pt x="151129" y="109219"/>
                  </a:lnTo>
                  <a:lnTo>
                    <a:pt x="147319" y="104139"/>
                  </a:lnTo>
                  <a:lnTo>
                    <a:pt x="144779" y="99060"/>
                  </a:lnTo>
                  <a:lnTo>
                    <a:pt x="142239" y="95250"/>
                  </a:lnTo>
                  <a:lnTo>
                    <a:pt x="139700" y="90169"/>
                  </a:lnTo>
                  <a:lnTo>
                    <a:pt x="137160" y="85089"/>
                  </a:lnTo>
                  <a:lnTo>
                    <a:pt x="135889" y="80010"/>
                  </a:lnTo>
                  <a:lnTo>
                    <a:pt x="134619" y="74930"/>
                  </a:lnTo>
                  <a:lnTo>
                    <a:pt x="133350" y="69850"/>
                  </a:lnTo>
                  <a:lnTo>
                    <a:pt x="132079" y="66039"/>
                  </a:lnTo>
                  <a:lnTo>
                    <a:pt x="132079" y="60960"/>
                  </a:lnTo>
                  <a:lnTo>
                    <a:pt x="132079" y="55880"/>
                  </a:lnTo>
                  <a:lnTo>
                    <a:pt x="132079" y="50800"/>
                  </a:lnTo>
                  <a:lnTo>
                    <a:pt x="132079" y="46989"/>
                  </a:lnTo>
                  <a:lnTo>
                    <a:pt x="133350" y="41910"/>
                  </a:lnTo>
                  <a:lnTo>
                    <a:pt x="134619" y="38100"/>
                  </a:lnTo>
                  <a:lnTo>
                    <a:pt x="5079" y="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4" name="object 39">
              <a:extLst>
                <a:ext uri="{FF2B5EF4-FFF2-40B4-BE49-F238E27FC236}">
                  <a16:creationId xmlns:a16="http://schemas.microsoft.com/office/drawing/2014/main" id="{A5DCBE7A-7177-49EE-A957-40F4ECD2858A}"/>
                </a:ext>
              </a:extLst>
            </p:cNvPr>
            <p:cNvSpPr/>
            <p:nvPr/>
          </p:nvSpPr>
          <p:spPr>
            <a:xfrm>
              <a:off x="3928110" y="4432935"/>
              <a:ext cx="1676400" cy="1295400"/>
            </a:xfrm>
            <a:custGeom>
              <a:avLst/>
              <a:gdLst/>
              <a:ahLst/>
              <a:cxnLst/>
              <a:rect l="l" t="t" r="r" b="b"/>
              <a:pathLst>
                <a:path w="1676400" h="1295400">
                  <a:moveTo>
                    <a:pt x="1676400" y="0"/>
                  </a:moveTo>
                  <a:lnTo>
                    <a:pt x="323850" y="0"/>
                  </a:lnTo>
                  <a:lnTo>
                    <a:pt x="0" y="323850"/>
                  </a:lnTo>
                  <a:lnTo>
                    <a:pt x="0" y="1295400"/>
                  </a:lnTo>
                  <a:lnTo>
                    <a:pt x="1352550" y="1295400"/>
                  </a:lnTo>
                  <a:lnTo>
                    <a:pt x="1676400" y="97155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0066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5" name="object 40">
              <a:extLst>
                <a:ext uri="{FF2B5EF4-FFF2-40B4-BE49-F238E27FC236}">
                  <a16:creationId xmlns:a16="http://schemas.microsoft.com/office/drawing/2014/main" id="{12203779-EB2D-4198-AB70-C3C5DB10138D}"/>
                </a:ext>
              </a:extLst>
            </p:cNvPr>
            <p:cNvSpPr/>
            <p:nvPr/>
          </p:nvSpPr>
          <p:spPr>
            <a:xfrm>
              <a:off x="3928110" y="4432935"/>
              <a:ext cx="1676400" cy="1295400"/>
            </a:xfrm>
            <a:custGeom>
              <a:avLst/>
              <a:gdLst/>
              <a:ahLst/>
              <a:cxnLst/>
              <a:rect l="l" t="t" r="r" b="b"/>
              <a:pathLst>
                <a:path w="1676400" h="1295400">
                  <a:moveTo>
                    <a:pt x="0" y="1295400"/>
                  </a:moveTo>
                  <a:lnTo>
                    <a:pt x="0" y="323850"/>
                  </a:lnTo>
                  <a:lnTo>
                    <a:pt x="323850" y="0"/>
                  </a:lnTo>
                  <a:lnTo>
                    <a:pt x="1676400" y="0"/>
                  </a:lnTo>
                  <a:lnTo>
                    <a:pt x="1676400" y="971550"/>
                  </a:lnTo>
                  <a:lnTo>
                    <a:pt x="1352550" y="1295400"/>
                  </a:lnTo>
                  <a:lnTo>
                    <a:pt x="0" y="129540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6" name="object 41">
              <a:extLst>
                <a:ext uri="{FF2B5EF4-FFF2-40B4-BE49-F238E27FC236}">
                  <a16:creationId xmlns:a16="http://schemas.microsoft.com/office/drawing/2014/main" id="{3671C000-AF3E-48EC-B5F1-C84445CC7DE2}"/>
                </a:ext>
              </a:extLst>
            </p:cNvPr>
            <p:cNvSpPr/>
            <p:nvPr/>
          </p:nvSpPr>
          <p:spPr>
            <a:xfrm>
              <a:off x="3928110" y="4432935"/>
              <a:ext cx="1676400" cy="323850"/>
            </a:xfrm>
            <a:custGeom>
              <a:avLst/>
              <a:gdLst/>
              <a:ahLst/>
              <a:cxnLst/>
              <a:rect l="l" t="t" r="r" b="b"/>
              <a:pathLst>
                <a:path w="1676400" h="323850">
                  <a:moveTo>
                    <a:pt x="1676400" y="0"/>
                  </a:moveTo>
                  <a:lnTo>
                    <a:pt x="323850" y="0"/>
                  </a:lnTo>
                  <a:lnTo>
                    <a:pt x="0" y="323850"/>
                  </a:lnTo>
                  <a:lnTo>
                    <a:pt x="1352550" y="32385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006E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7" name="object 42">
              <a:extLst>
                <a:ext uri="{FF2B5EF4-FFF2-40B4-BE49-F238E27FC236}">
                  <a16:creationId xmlns:a16="http://schemas.microsoft.com/office/drawing/2014/main" id="{3BA7CAF0-6CC8-42C4-8424-FD38C5CFA168}"/>
                </a:ext>
              </a:extLst>
            </p:cNvPr>
            <p:cNvSpPr/>
            <p:nvPr/>
          </p:nvSpPr>
          <p:spPr>
            <a:xfrm>
              <a:off x="3928110" y="4432935"/>
              <a:ext cx="1676400" cy="323850"/>
            </a:xfrm>
            <a:custGeom>
              <a:avLst/>
              <a:gdLst/>
              <a:ahLst/>
              <a:cxnLst/>
              <a:rect l="l" t="t" r="r" b="b"/>
              <a:pathLst>
                <a:path w="1676400" h="323850">
                  <a:moveTo>
                    <a:pt x="0" y="323850"/>
                  </a:moveTo>
                  <a:lnTo>
                    <a:pt x="323850" y="0"/>
                  </a:lnTo>
                  <a:lnTo>
                    <a:pt x="1676400" y="0"/>
                  </a:lnTo>
                  <a:lnTo>
                    <a:pt x="1352550" y="323850"/>
                  </a:lnTo>
                  <a:lnTo>
                    <a:pt x="0" y="32385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8" name="object 43">
              <a:extLst>
                <a:ext uri="{FF2B5EF4-FFF2-40B4-BE49-F238E27FC236}">
                  <a16:creationId xmlns:a16="http://schemas.microsoft.com/office/drawing/2014/main" id="{03C0FCB3-7320-4BFE-9FDC-1C42CA562ECB}"/>
                </a:ext>
              </a:extLst>
            </p:cNvPr>
            <p:cNvSpPr/>
            <p:nvPr/>
          </p:nvSpPr>
          <p:spPr>
            <a:xfrm>
              <a:off x="5280660" y="4432935"/>
              <a:ext cx="323850" cy="1295400"/>
            </a:xfrm>
            <a:custGeom>
              <a:avLst/>
              <a:gdLst/>
              <a:ahLst/>
              <a:cxnLst/>
              <a:rect l="l" t="t" r="r" b="b"/>
              <a:pathLst>
                <a:path w="323850" h="1295400">
                  <a:moveTo>
                    <a:pt x="323850" y="0"/>
                  </a:moveTo>
                  <a:lnTo>
                    <a:pt x="0" y="323850"/>
                  </a:lnTo>
                  <a:lnTo>
                    <a:pt x="0" y="1295400"/>
                  </a:lnTo>
                  <a:lnTo>
                    <a:pt x="323850" y="9715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0056DA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49" name="object 44">
              <a:extLst>
                <a:ext uri="{FF2B5EF4-FFF2-40B4-BE49-F238E27FC236}">
                  <a16:creationId xmlns:a16="http://schemas.microsoft.com/office/drawing/2014/main" id="{6B515652-4AFA-4E29-A94B-80D257779DE1}"/>
                </a:ext>
              </a:extLst>
            </p:cNvPr>
            <p:cNvSpPr/>
            <p:nvPr/>
          </p:nvSpPr>
          <p:spPr>
            <a:xfrm>
              <a:off x="5280660" y="4432935"/>
              <a:ext cx="323850" cy="1295400"/>
            </a:xfrm>
            <a:custGeom>
              <a:avLst/>
              <a:gdLst/>
              <a:ahLst/>
              <a:cxnLst/>
              <a:rect l="l" t="t" r="r" b="b"/>
              <a:pathLst>
                <a:path w="323850" h="1295400">
                  <a:moveTo>
                    <a:pt x="0" y="1295400"/>
                  </a:moveTo>
                  <a:lnTo>
                    <a:pt x="0" y="323850"/>
                  </a:lnTo>
                  <a:lnTo>
                    <a:pt x="323850" y="0"/>
                  </a:lnTo>
                  <a:lnTo>
                    <a:pt x="323850" y="971550"/>
                  </a:lnTo>
                  <a:lnTo>
                    <a:pt x="0" y="129540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0" name="object 45">
              <a:extLst>
                <a:ext uri="{FF2B5EF4-FFF2-40B4-BE49-F238E27FC236}">
                  <a16:creationId xmlns:a16="http://schemas.microsoft.com/office/drawing/2014/main" id="{D0E819AB-0236-4E27-94E3-EA05AE1D669D}"/>
                </a:ext>
              </a:extLst>
            </p:cNvPr>
            <p:cNvSpPr/>
            <p:nvPr/>
          </p:nvSpPr>
          <p:spPr>
            <a:xfrm>
              <a:off x="4766310" y="4371975"/>
              <a:ext cx="0" cy="46990"/>
            </a:xfrm>
            <a:custGeom>
              <a:avLst/>
              <a:gdLst/>
              <a:ahLst/>
              <a:cxnLst/>
              <a:rect l="l" t="t" r="r" b="b"/>
              <a:pathLst>
                <a:path h="46989">
                  <a:moveTo>
                    <a:pt x="0" y="0"/>
                  </a:moveTo>
                  <a:lnTo>
                    <a:pt x="0" y="13969"/>
                  </a:lnTo>
                  <a:lnTo>
                    <a:pt x="0" y="33019"/>
                  </a:lnTo>
                  <a:lnTo>
                    <a:pt x="0" y="46989"/>
                  </a:lnTo>
                  <a:lnTo>
                    <a:pt x="0" y="33019"/>
                  </a:lnTo>
                  <a:lnTo>
                    <a:pt x="0" y="13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1" name="object 46">
              <a:extLst>
                <a:ext uri="{FF2B5EF4-FFF2-40B4-BE49-F238E27FC236}">
                  <a16:creationId xmlns:a16="http://schemas.microsoft.com/office/drawing/2014/main" id="{AA6BC0B6-A9BB-4844-A80C-4205583FCCDD}"/>
                </a:ext>
              </a:extLst>
            </p:cNvPr>
            <p:cNvSpPr/>
            <p:nvPr/>
          </p:nvSpPr>
          <p:spPr>
            <a:xfrm>
              <a:off x="4758689" y="4340225"/>
              <a:ext cx="7620" cy="110489"/>
            </a:xfrm>
            <a:custGeom>
              <a:avLst/>
              <a:gdLst/>
              <a:ahLst/>
              <a:cxnLst/>
              <a:rect l="l" t="t" r="r" b="b"/>
              <a:pathLst>
                <a:path w="7620" h="110489">
                  <a:moveTo>
                    <a:pt x="127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1270" y="5079"/>
                  </a:lnTo>
                  <a:lnTo>
                    <a:pt x="1270" y="0"/>
                  </a:lnTo>
                  <a:close/>
                </a:path>
                <a:path w="7620" h="110489">
                  <a:moveTo>
                    <a:pt x="2540" y="5079"/>
                  </a:moveTo>
                  <a:lnTo>
                    <a:pt x="0" y="5079"/>
                  </a:lnTo>
                  <a:lnTo>
                    <a:pt x="0" y="31749"/>
                  </a:lnTo>
                  <a:lnTo>
                    <a:pt x="6350" y="31749"/>
                  </a:lnTo>
                  <a:lnTo>
                    <a:pt x="6350" y="21589"/>
                  </a:lnTo>
                  <a:lnTo>
                    <a:pt x="5080" y="21589"/>
                  </a:lnTo>
                  <a:lnTo>
                    <a:pt x="5080" y="15239"/>
                  </a:lnTo>
                  <a:lnTo>
                    <a:pt x="3810" y="15239"/>
                  </a:lnTo>
                  <a:lnTo>
                    <a:pt x="3810" y="10159"/>
                  </a:lnTo>
                  <a:lnTo>
                    <a:pt x="2539" y="10159"/>
                  </a:lnTo>
                  <a:lnTo>
                    <a:pt x="2540" y="5079"/>
                  </a:lnTo>
                  <a:close/>
                </a:path>
                <a:path w="7620" h="110489">
                  <a:moveTo>
                    <a:pt x="7620" y="31749"/>
                  </a:moveTo>
                  <a:lnTo>
                    <a:pt x="0" y="31749"/>
                  </a:lnTo>
                  <a:lnTo>
                    <a:pt x="0" y="88899"/>
                  </a:lnTo>
                  <a:lnTo>
                    <a:pt x="6350" y="88899"/>
                  </a:lnTo>
                  <a:lnTo>
                    <a:pt x="6350" y="78739"/>
                  </a:lnTo>
                  <a:lnTo>
                    <a:pt x="7620" y="78739"/>
                  </a:lnTo>
                  <a:lnTo>
                    <a:pt x="7620" y="31749"/>
                  </a:lnTo>
                  <a:close/>
                </a:path>
                <a:path w="7620" h="110489">
                  <a:moveTo>
                    <a:pt x="5080" y="88899"/>
                  </a:moveTo>
                  <a:lnTo>
                    <a:pt x="0" y="88899"/>
                  </a:lnTo>
                  <a:lnTo>
                    <a:pt x="0" y="95249"/>
                  </a:lnTo>
                  <a:lnTo>
                    <a:pt x="5080" y="95249"/>
                  </a:lnTo>
                  <a:lnTo>
                    <a:pt x="5080" y="88899"/>
                  </a:lnTo>
                  <a:close/>
                </a:path>
                <a:path w="7620" h="110489">
                  <a:moveTo>
                    <a:pt x="3810" y="95249"/>
                  </a:moveTo>
                  <a:lnTo>
                    <a:pt x="0" y="95249"/>
                  </a:lnTo>
                  <a:lnTo>
                    <a:pt x="0" y="100329"/>
                  </a:lnTo>
                  <a:lnTo>
                    <a:pt x="3810" y="100329"/>
                  </a:lnTo>
                  <a:lnTo>
                    <a:pt x="3810" y="95249"/>
                  </a:lnTo>
                  <a:close/>
                </a:path>
                <a:path w="7620" h="110489">
                  <a:moveTo>
                    <a:pt x="2539" y="100329"/>
                  </a:moveTo>
                  <a:lnTo>
                    <a:pt x="0" y="100329"/>
                  </a:lnTo>
                  <a:lnTo>
                    <a:pt x="0" y="107949"/>
                  </a:lnTo>
                  <a:lnTo>
                    <a:pt x="1270" y="107949"/>
                  </a:lnTo>
                  <a:lnTo>
                    <a:pt x="1270" y="105409"/>
                  </a:lnTo>
                  <a:lnTo>
                    <a:pt x="2540" y="105409"/>
                  </a:lnTo>
                  <a:lnTo>
                    <a:pt x="2539" y="100329"/>
                  </a:lnTo>
                  <a:close/>
                </a:path>
                <a:path w="7620" h="110489">
                  <a:moveTo>
                    <a:pt x="1270" y="107949"/>
                  </a:moveTo>
                  <a:lnTo>
                    <a:pt x="0" y="107949"/>
                  </a:lnTo>
                  <a:lnTo>
                    <a:pt x="0" y="110489"/>
                  </a:lnTo>
                  <a:lnTo>
                    <a:pt x="1270" y="110489"/>
                  </a:lnTo>
                  <a:lnTo>
                    <a:pt x="1270" y="107949"/>
                  </a:lnTo>
                  <a:close/>
                </a:path>
              </a:pathLst>
            </a:custGeom>
            <a:solidFill>
              <a:srgbClr val="74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2" name="object 47">
              <a:extLst>
                <a:ext uri="{FF2B5EF4-FFF2-40B4-BE49-F238E27FC236}">
                  <a16:creationId xmlns:a16="http://schemas.microsoft.com/office/drawing/2014/main" id="{27E91E28-C5EE-461B-AC20-FB1FD1E6F2DF}"/>
                </a:ext>
              </a:extLst>
            </p:cNvPr>
            <p:cNvSpPr/>
            <p:nvPr/>
          </p:nvSpPr>
          <p:spPr>
            <a:xfrm>
              <a:off x="4752339" y="4322444"/>
              <a:ext cx="6350" cy="144780"/>
            </a:xfrm>
            <a:custGeom>
              <a:avLst/>
              <a:gdLst/>
              <a:ahLst/>
              <a:cxnLst/>
              <a:rect l="l" t="t" r="r" b="b"/>
              <a:pathLst>
                <a:path w="6350" h="144779">
                  <a:moveTo>
                    <a:pt x="127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2540" y="5079"/>
                  </a:lnTo>
                  <a:lnTo>
                    <a:pt x="2540" y="3809"/>
                  </a:lnTo>
                  <a:lnTo>
                    <a:pt x="1270" y="3809"/>
                  </a:lnTo>
                  <a:lnTo>
                    <a:pt x="1270" y="0"/>
                  </a:lnTo>
                  <a:close/>
                </a:path>
                <a:path w="6350" h="144779">
                  <a:moveTo>
                    <a:pt x="2539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5080" y="11429"/>
                  </a:lnTo>
                  <a:lnTo>
                    <a:pt x="5080" y="10159"/>
                  </a:lnTo>
                  <a:lnTo>
                    <a:pt x="3810" y="10159"/>
                  </a:lnTo>
                  <a:lnTo>
                    <a:pt x="3810" y="6350"/>
                  </a:lnTo>
                  <a:lnTo>
                    <a:pt x="2539" y="6350"/>
                  </a:lnTo>
                  <a:lnTo>
                    <a:pt x="2539" y="5080"/>
                  </a:lnTo>
                  <a:close/>
                </a:path>
                <a:path w="6350" h="144779">
                  <a:moveTo>
                    <a:pt x="508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6350" y="17779"/>
                  </a:lnTo>
                  <a:lnTo>
                    <a:pt x="6350" y="13969"/>
                  </a:lnTo>
                  <a:lnTo>
                    <a:pt x="5080" y="13969"/>
                  </a:lnTo>
                  <a:lnTo>
                    <a:pt x="5080" y="11430"/>
                  </a:lnTo>
                  <a:close/>
                </a:path>
                <a:path w="6350" h="144779">
                  <a:moveTo>
                    <a:pt x="6350" y="17780"/>
                  </a:moveTo>
                  <a:lnTo>
                    <a:pt x="0" y="17780"/>
                  </a:lnTo>
                  <a:lnTo>
                    <a:pt x="0" y="22859"/>
                  </a:lnTo>
                  <a:lnTo>
                    <a:pt x="6350" y="22859"/>
                  </a:lnTo>
                  <a:lnTo>
                    <a:pt x="6350" y="17780"/>
                  </a:lnTo>
                  <a:close/>
                </a:path>
                <a:path w="6350" h="144779">
                  <a:moveTo>
                    <a:pt x="6350" y="22860"/>
                  </a:moveTo>
                  <a:lnTo>
                    <a:pt x="0" y="22860"/>
                  </a:lnTo>
                  <a:lnTo>
                    <a:pt x="0" y="49529"/>
                  </a:lnTo>
                  <a:lnTo>
                    <a:pt x="6350" y="49529"/>
                  </a:lnTo>
                  <a:lnTo>
                    <a:pt x="6350" y="22860"/>
                  </a:lnTo>
                  <a:close/>
                </a:path>
                <a:path w="6350" h="144779">
                  <a:moveTo>
                    <a:pt x="6350" y="49530"/>
                  </a:moveTo>
                  <a:lnTo>
                    <a:pt x="0" y="49530"/>
                  </a:lnTo>
                  <a:lnTo>
                    <a:pt x="0" y="106679"/>
                  </a:lnTo>
                  <a:lnTo>
                    <a:pt x="6350" y="106679"/>
                  </a:lnTo>
                  <a:lnTo>
                    <a:pt x="6350" y="49530"/>
                  </a:lnTo>
                  <a:close/>
                </a:path>
                <a:path w="6350" h="144779">
                  <a:moveTo>
                    <a:pt x="6350" y="106680"/>
                  </a:moveTo>
                  <a:lnTo>
                    <a:pt x="0" y="106680"/>
                  </a:lnTo>
                  <a:lnTo>
                    <a:pt x="0" y="113029"/>
                  </a:lnTo>
                  <a:lnTo>
                    <a:pt x="6350" y="113029"/>
                  </a:lnTo>
                  <a:lnTo>
                    <a:pt x="6350" y="106680"/>
                  </a:lnTo>
                  <a:close/>
                </a:path>
                <a:path w="6350" h="144779">
                  <a:moveTo>
                    <a:pt x="6350" y="113030"/>
                  </a:moveTo>
                  <a:lnTo>
                    <a:pt x="0" y="113030"/>
                  </a:lnTo>
                  <a:lnTo>
                    <a:pt x="0" y="118109"/>
                  </a:lnTo>
                  <a:lnTo>
                    <a:pt x="6350" y="118109"/>
                  </a:lnTo>
                  <a:lnTo>
                    <a:pt x="6350" y="113030"/>
                  </a:lnTo>
                  <a:close/>
                </a:path>
                <a:path w="6350" h="144779">
                  <a:moveTo>
                    <a:pt x="6350" y="118110"/>
                  </a:moveTo>
                  <a:lnTo>
                    <a:pt x="0" y="118110"/>
                  </a:lnTo>
                  <a:lnTo>
                    <a:pt x="0" y="125729"/>
                  </a:lnTo>
                  <a:lnTo>
                    <a:pt x="6350" y="125729"/>
                  </a:lnTo>
                  <a:lnTo>
                    <a:pt x="6350" y="118110"/>
                  </a:lnTo>
                  <a:close/>
                </a:path>
                <a:path w="6350" h="144779">
                  <a:moveTo>
                    <a:pt x="6350" y="125730"/>
                  </a:moveTo>
                  <a:lnTo>
                    <a:pt x="0" y="125730"/>
                  </a:lnTo>
                  <a:lnTo>
                    <a:pt x="0" y="132079"/>
                  </a:lnTo>
                  <a:lnTo>
                    <a:pt x="6350" y="132079"/>
                  </a:lnTo>
                  <a:lnTo>
                    <a:pt x="6350" y="125730"/>
                  </a:lnTo>
                  <a:close/>
                </a:path>
                <a:path w="6350" h="144779">
                  <a:moveTo>
                    <a:pt x="5080" y="132080"/>
                  </a:moveTo>
                  <a:lnTo>
                    <a:pt x="0" y="132080"/>
                  </a:lnTo>
                  <a:lnTo>
                    <a:pt x="0" y="138429"/>
                  </a:lnTo>
                  <a:lnTo>
                    <a:pt x="3810" y="138429"/>
                  </a:lnTo>
                  <a:lnTo>
                    <a:pt x="3810" y="134619"/>
                  </a:lnTo>
                  <a:lnTo>
                    <a:pt x="5080" y="134619"/>
                  </a:lnTo>
                  <a:lnTo>
                    <a:pt x="5080" y="132080"/>
                  </a:lnTo>
                  <a:close/>
                </a:path>
                <a:path w="6350" h="144779">
                  <a:moveTo>
                    <a:pt x="2539" y="138430"/>
                  </a:moveTo>
                  <a:lnTo>
                    <a:pt x="0" y="138430"/>
                  </a:lnTo>
                  <a:lnTo>
                    <a:pt x="0" y="144779"/>
                  </a:lnTo>
                  <a:lnTo>
                    <a:pt x="1270" y="144779"/>
                  </a:lnTo>
                  <a:lnTo>
                    <a:pt x="1270" y="142239"/>
                  </a:lnTo>
                  <a:lnTo>
                    <a:pt x="2540" y="142239"/>
                  </a:lnTo>
                  <a:lnTo>
                    <a:pt x="2539" y="138430"/>
                  </a:lnTo>
                  <a:close/>
                </a:path>
              </a:pathLst>
            </a:custGeom>
            <a:solidFill>
              <a:srgbClr val="7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3" name="object 48">
              <a:extLst>
                <a:ext uri="{FF2B5EF4-FFF2-40B4-BE49-F238E27FC236}">
                  <a16:creationId xmlns:a16="http://schemas.microsoft.com/office/drawing/2014/main" id="{F25D0111-0E4F-4DAF-9D8B-58A4C6EEC614}"/>
                </a:ext>
              </a:extLst>
            </p:cNvPr>
            <p:cNvSpPr/>
            <p:nvPr/>
          </p:nvSpPr>
          <p:spPr>
            <a:xfrm>
              <a:off x="4744719" y="4305935"/>
              <a:ext cx="7620" cy="179070"/>
            </a:xfrm>
            <a:custGeom>
              <a:avLst/>
              <a:gdLst/>
              <a:ahLst/>
              <a:cxnLst/>
              <a:rect l="l" t="t" r="r" b="b"/>
              <a:pathLst>
                <a:path w="7620" h="179070">
                  <a:moveTo>
                    <a:pt x="1269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1269" y="2539"/>
                  </a:lnTo>
                  <a:lnTo>
                    <a:pt x="1269" y="0"/>
                  </a:lnTo>
                  <a:close/>
                </a:path>
                <a:path w="7620" h="179070">
                  <a:moveTo>
                    <a:pt x="2539" y="2540"/>
                  </a:moveTo>
                  <a:lnTo>
                    <a:pt x="0" y="2540"/>
                  </a:lnTo>
                  <a:lnTo>
                    <a:pt x="0" y="7619"/>
                  </a:lnTo>
                  <a:lnTo>
                    <a:pt x="3810" y="7619"/>
                  </a:lnTo>
                  <a:lnTo>
                    <a:pt x="3810" y="5080"/>
                  </a:lnTo>
                  <a:lnTo>
                    <a:pt x="2539" y="5080"/>
                  </a:lnTo>
                  <a:lnTo>
                    <a:pt x="2539" y="2540"/>
                  </a:lnTo>
                  <a:close/>
                </a:path>
                <a:path w="7620" h="179070">
                  <a:moveTo>
                    <a:pt x="5079" y="7620"/>
                  </a:moveTo>
                  <a:lnTo>
                    <a:pt x="0" y="7620"/>
                  </a:lnTo>
                  <a:lnTo>
                    <a:pt x="0" y="21589"/>
                  </a:lnTo>
                  <a:lnTo>
                    <a:pt x="7619" y="21589"/>
                  </a:lnTo>
                  <a:lnTo>
                    <a:pt x="7619" y="12700"/>
                  </a:lnTo>
                  <a:lnTo>
                    <a:pt x="6350" y="12700"/>
                  </a:lnTo>
                  <a:lnTo>
                    <a:pt x="6350" y="10160"/>
                  </a:lnTo>
                  <a:lnTo>
                    <a:pt x="5079" y="10160"/>
                  </a:lnTo>
                  <a:lnTo>
                    <a:pt x="5079" y="7620"/>
                  </a:lnTo>
                  <a:close/>
                </a:path>
                <a:path w="7620" h="179070">
                  <a:moveTo>
                    <a:pt x="7619" y="21590"/>
                  </a:moveTo>
                  <a:lnTo>
                    <a:pt x="0" y="21590"/>
                  </a:lnTo>
                  <a:lnTo>
                    <a:pt x="0" y="27939"/>
                  </a:lnTo>
                  <a:lnTo>
                    <a:pt x="7619" y="27939"/>
                  </a:lnTo>
                  <a:lnTo>
                    <a:pt x="7619" y="21590"/>
                  </a:lnTo>
                  <a:close/>
                </a:path>
                <a:path w="7620" h="179070">
                  <a:moveTo>
                    <a:pt x="7619" y="27940"/>
                  </a:moveTo>
                  <a:lnTo>
                    <a:pt x="0" y="27940"/>
                  </a:lnTo>
                  <a:lnTo>
                    <a:pt x="0" y="34289"/>
                  </a:lnTo>
                  <a:lnTo>
                    <a:pt x="7619" y="34289"/>
                  </a:lnTo>
                  <a:lnTo>
                    <a:pt x="7619" y="27940"/>
                  </a:lnTo>
                  <a:close/>
                </a:path>
                <a:path w="7620" h="179070">
                  <a:moveTo>
                    <a:pt x="7619" y="34290"/>
                  </a:moveTo>
                  <a:lnTo>
                    <a:pt x="0" y="34290"/>
                  </a:lnTo>
                  <a:lnTo>
                    <a:pt x="0" y="39369"/>
                  </a:lnTo>
                  <a:lnTo>
                    <a:pt x="7619" y="39369"/>
                  </a:lnTo>
                  <a:lnTo>
                    <a:pt x="7619" y="34290"/>
                  </a:lnTo>
                  <a:close/>
                </a:path>
                <a:path w="7620" h="179070">
                  <a:moveTo>
                    <a:pt x="7619" y="39370"/>
                  </a:moveTo>
                  <a:lnTo>
                    <a:pt x="0" y="39370"/>
                  </a:lnTo>
                  <a:lnTo>
                    <a:pt x="0" y="66039"/>
                  </a:lnTo>
                  <a:lnTo>
                    <a:pt x="7619" y="66039"/>
                  </a:lnTo>
                  <a:lnTo>
                    <a:pt x="7619" y="39370"/>
                  </a:lnTo>
                  <a:close/>
                </a:path>
                <a:path w="7620" h="179070">
                  <a:moveTo>
                    <a:pt x="7619" y="66040"/>
                  </a:moveTo>
                  <a:lnTo>
                    <a:pt x="0" y="66040"/>
                  </a:lnTo>
                  <a:lnTo>
                    <a:pt x="0" y="123189"/>
                  </a:lnTo>
                  <a:lnTo>
                    <a:pt x="7619" y="123189"/>
                  </a:lnTo>
                  <a:lnTo>
                    <a:pt x="7619" y="66040"/>
                  </a:lnTo>
                  <a:close/>
                </a:path>
                <a:path w="7620" h="179070">
                  <a:moveTo>
                    <a:pt x="7619" y="123190"/>
                  </a:moveTo>
                  <a:lnTo>
                    <a:pt x="0" y="123190"/>
                  </a:lnTo>
                  <a:lnTo>
                    <a:pt x="0" y="129539"/>
                  </a:lnTo>
                  <a:lnTo>
                    <a:pt x="7619" y="129539"/>
                  </a:lnTo>
                  <a:lnTo>
                    <a:pt x="7619" y="123190"/>
                  </a:lnTo>
                  <a:close/>
                </a:path>
                <a:path w="7620" h="179070">
                  <a:moveTo>
                    <a:pt x="7619" y="129540"/>
                  </a:moveTo>
                  <a:lnTo>
                    <a:pt x="0" y="129540"/>
                  </a:lnTo>
                  <a:lnTo>
                    <a:pt x="0" y="134619"/>
                  </a:lnTo>
                  <a:lnTo>
                    <a:pt x="7619" y="134619"/>
                  </a:lnTo>
                  <a:lnTo>
                    <a:pt x="7619" y="129540"/>
                  </a:lnTo>
                  <a:close/>
                </a:path>
                <a:path w="7620" h="179070">
                  <a:moveTo>
                    <a:pt x="7619" y="134620"/>
                  </a:moveTo>
                  <a:lnTo>
                    <a:pt x="0" y="134620"/>
                  </a:lnTo>
                  <a:lnTo>
                    <a:pt x="0" y="142239"/>
                  </a:lnTo>
                  <a:lnTo>
                    <a:pt x="7619" y="142239"/>
                  </a:lnTo>
                  <a:lnTo>
                    <a:pt x="7619" y="134620"/>
                  </a:lnTo>
                  <a:close/>
                </a:path>
                <a:path w="7620" h="179070">
                  <a:moveTo>
                    <a:pt x="7619" y="142240"/>
                  </a:moveTo>
                  <a:lnTo>
                    <a:pt x="0" y="142240"/>
                  </a:lnTo>
                  <a:lnTo>
                    <a:pt x="0" y="148589"/>
                  </a:lnTo>
                  <a:lnTo>
                    <a:pt x="7619" y="148589"/>
                  </a:lnTo>
                  <a:lnTo>
                    <a:pt x="7619" y="142240"/>
                  </a:lnTo>
                  <a:close/>
                </a:path>
                <a:path w="7620" h="179070">
                  <a:moveTo>
                    <a:pt x="7619" y="148590"/>
                  </a:moveTo>
                  <a:lnTo>
                    <a:pt x="0" y="148590"/>
                  </a:lnTo>
                  <a:lnTo>
                    <a:pt x="0" y="154939"/>
                  </a:lnTo>
                  <a:lnTo>
                    <a:pt x="7619" y="154939"/>
                  </a:lnTo>
                  <a:lnTo>
                    <a:pt x="7619" y="148590"/>
                  </a:lnTo>
                  <a:close/>
                </a:path>
                <a:path w="7620" h="179070">
                  <a:moveTo>
                    <a:pt x="7619" y="154940"/>
                  </a:moveTo>
                  <a:lnTo>
                    <a:pt x="0" y="154940"/>
                  </a:lnTo>
                  <a:lnTo>
                    <a:pt x="0" y="167639"/>
                  </a:lnTo>
                  <a:lnTo>
                    <a:pt x="6350" y="167639"/>
                  </a:lnTo>
                  <a:lnTo>
                    <a:pt x="6350" y="165100"/>
                  </a:lnTo>
                  <a:lnTo>
                    <a:pt x="7619" y="165100"/>
                  </a:lnTo>
                  <a:lnTo>
                    <a:pt x="7619" y="154940"/>
                  </a:lnTo>
                  <a:close/>
                </a:path>
                <a:path w="7620" h="179070">
                  <a:moveTo>
                    <a:pt x="5079" y="167640"/>
                  </a:moveTo>
                  <a:lnTo>
                    <a:pt x="0" y="167640"/>
                  </a:lnTo>
                  <a:lnTo>
                    <a:pt x="0" y="173989"/>
                  </a:lnTo>
                  <a:lnTo>
                    <a:pt x="3810" y="173989"/>
                  </a:lnTo>
                  <a:lnTo>
                    <a:pt x="3810" y="170180"/>
                  </a:lnTo>
                  <a:lnTo>
                    <a:pt x="5079" y="170180"/>
                  </a:lnTo>
                  <a:lnTo>
                    <a:pt x="5079" y="167640"/>
                  </a:lnTo>
                  <a:close/>
                </a:path>
                <a:path w="7620" h="179070">
                  <a:moveTo>
                    <a:pt x="2539" y="173990"/>
                  </a:moveTo>
                  <a:lnTo>
                    <a:pt x="0" y="173990"/>
                  </a:lnTo>
                  <a:lnTo>
                    <a:pt x="0" y="179069"/>
                  </a:lnTo>
                  <a:lnTo>
                    <a:pt x="1270" y="179069"/>
                  </a:lnTo>
                  <a:lnTo>
                    <a:pt x="1269" y="176530"/>
                  </a:lnTo>
                  <a:lnTo>
                    <a:pt x="2539" y="176530"/>
                  </a:lnTo>
                  <a:lnTo>
                    <a:pt x="2539" y="173990"/>
                  </a:lnTo>
                  <a:close/>
                </a:path>
              </a:pathLst>
            </a:custGeom>
            <a:solidFill>
              <a:srgbClr val="7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4" name="object 49">
              <a:extLst>
                <a:ext uri="{FF2B5EF4-FFF2-40B4-BE49-F238E27FC236}">
                  <a16:creationId xmlns:a16="http://schemas.microsoft.com/office/drawing/2014/main" id="{F6B738A5-9196-4926-B5C8-C11B3CA1D060}"/>
                </a:ext>
              </a:extLst>
            </p:cNvPr>
            <p:cNvSpPr/>
            <p:nvPr/>
          </p:nvSpPr>
          <p:spPr>
            <a:xfrm>
              <a:off x="4737100" y="4293235"/>
              <a:ext cx="7620" cy="204470"/>
            </a:xfrm>
            <a:custGeom>
              <a:avLst/>
              <a:gdLst/>
              <a:ahLst/>
              <a:cxnLst/>
              <a:rect l="l" t="t" r="r" b="b"/>
              <a:pathLst>
                <a:path w="7620" h="204470">
                  <a:moveTo>
                    <a:pt x="1270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1270" y="2539"/>
                  </a:lnTo>
                  <a:lnTo>
                    <a:pt x="1270" y="0"/>
                  </a:lnTo>
                  <a:close/>
                </a:path>
                <a:path w="7620" h="204470">
                  <a:moveTo>
                    <a:pt x="2539" y="2540"/>
                  </a:moveTo>
                  <a:lnTo>
                    <a:pt x="0" y="2540"/>
                  </a:lnTo>
                  <a:lnTo>
                    <a:pt x="0" y="7619"/>
                  </a:lnTo>
                  <a:lnTo>
                    <a:pt x="5080" y="7619"/>
                  </a:lnTo>
                  <a:lnTo>
                    <a:pt x="5080" y="6350"/>
                  </a:lnTo>
                  <a:lnTo>
                    <a:pt x="3810" y="6350"/>
                  </a:lnTo>
                  <a:lnTo>
                    <a:pt x="3810" y="3810"/>
                  </a:lnTo>
                  <a:lnTo>
                    <a:pt x="2539" y="3810"/>
                  </a:lnTo>
                  <a:lnTo>
                    <a:pt x="2539" y="2540"/>
                  </a:lnTo>
                  <a:close/>
                </a:path>
                <a:path w="7620" h="204470">
                  <a:moveTo>
                    <a:pt x="6350" y="7620"/>
                  </a:moveTo>
                  <a:lnTo>
                    <a:pt x="0" y="7620"/>
                  </a:lnTo>
                  <a:lnTo>
                    <a:pt x="0" y="15239"/>
                  </a:lnTo>
                  <a:lnTo>
                    <a:pt x="7620" y="15239"/>
                  </a:lnTo>
                  <a:lnTo>
                    <a:pt x="7620" y="10160"/>
                  </a:lnTo>
                  <a:lnTo>
                    <a:pt x="6350" y="10160"/>
                  </a:lnTo>
                  <a:lnTo>
                    <a:pt x="6350" y="7620"/>
                  </a:lnTo>
                  <a:close/>
                </a:path>
                <a:path w="7620" h="204470">
                  <a:moveTo>
                    <a:pt x="7620" y="15240"/>
                  </a:moveTo>
                  <a:lnTo>
                    <a:pt x="0" y="15240"/>
                  </a:lnTo>
                  <a:lnTo>
                    <a:pt x="0" y="20319"/>
                  </a:lnTo>
                  <a:lnTo>
                    <a:pt x="7620" y="20319"/>
                  </a:lnTo>
                  <a:lnTo>
                    <a:pt x="7620" y="15240"/>
                  </a:lnTo>
                  <a:close/>
                </a:path>
                <a:path w="7620" h="204470">
                  <a:moveTo>
                    <a:pt x="7620" y="20320"/>
                  </a:moveTo>
                  <a:lnTo>
                    <a:pt x="0" y="20320"/>
                  </a:lnTo>
                  <a:lnTo>
                    <a:pt x="0" y="34289"/>
                  </a:lnTo>
                  <a:lnTo>
                    <a:pt x="7620" y="34289"/>
                  </a:lnTo>
                  <a:lnTo>
                    <a:pt x="7620" y="20320"/>
                  </a:lnTo>
                  <a:close/>
                </a:path>
                <a:path w="7620" h="204470">
                  <a:moveTo>
                    <a:pt x="7620" y="34290"/>
                  </a:moveTo>
                  <a:lnTo>
                    <a:pt x="0" y="34290"/>
                  </a:lnTo>
                  <a:lnTo>
                    <a:pt x="0" y="40639"/>
                  </a:lnTo>
                  <a:lnTo>
                    <a:pt x="7620" y="40639"/>
                  </a:lnTo>
                  <a:lnTo>
                    <a:pt x="7620" y="34290"/>
                  </a:lnTo>
                  <a:close/>
                </a:path>
                <a:path w="7620" h="204470">
                  <a:moveTo>
                    <a:pt x="7620" y="40640"/>
                  </a:moveTo>
                  <a:lnTo>
                    <a:pt x="0" y="40640"/>
                  </a:lnTo>
                  <a:lnTo>
                    <a:pt x="0" y="46989"/>
                  </a:lnTo>
                  <a:lnTo>
                    <a:pt x="7620" y="46989"/>
                  </a:lnTo>
                  <a:lnTo>
                    <a:pt x="7620" y="40640"/>
                  </a:lnTo>
                  <a:close/>
                </a:path>
                <a:path w="7620" h="204470">
                  <a:moveTo>
                    <a:pt x="7620" y="46990"/>
                  </a:moveTo>
                  <a:lnTo>
                    <a:pt x="0" y="46990"/>
                  </a:lnTo>
                  <a:lnTo>
                    <a:pt x="0" y="52069"/>
                  </a:lnTo>
                  <a:lnTo>
                    <a:pt x="7620" y="52069"/>
                  </a:lnTo>
                  <a:lnTo>
                    <a:pt x="7620" y="46990"/>
                  </a:lnTo>
                  <a:close/>
                </a:path>
                <a:path w="7620" h="204470">
                  <a:moveTo>
                    <a:pt x="7620" y="52070"/>
                  </a:moveTo>
                  <a:lnTo>
                    <a:pt x="0" y="52070"/>
                  </a:lnTo>
                  <a:lnTo>
                    <a:pt x="0" y="78739"/>
                  </a:lnTo>
                  <a:lnTo>
                    <a:pt x="7620" y="78739"/>
                  </a:lnTo>
                  <a:lnTo>
                    <a:pt x="7620" y="52070"/>
                  </a:lnTo>
                  <a:close/>
                </a:path>
                <a:path w="7620" h="204470">
                  <a:moveTo>
                    <a:pt x="7620" y="78740"/>
                  </a:moveTo>
                  <a:lnTo>
                    <a:pt x="0" y="78740"/>
                  </a:lnTo>
                  <a:lnTo>
                    <a:pt x="0" y="135889"/>
                  </a:lnTo>
                  <a:lnTo>
                    <a:pt x="7620" y="135889"/>
                  </a:lnTo>
                  <a:lnTo>
                    <a:pt x="7620" y="78740"/>
                  </a:lnTo>
                  <a:close/>
                </a:path>
                <a:path w="7620" h="204470">
                  <a:moveTo>
                    <a:pt x="7620" y="135890"/>
                  </a:moveTo>
                  <a:lnTo>
                    <a:pt x="0" y="135890"/>
                  </a:lnTo>
                  <a:lnTo>
                    <a:pt x="0" y="142239"/>
                  </a:lnTo>
                  <a:lnTo>
                    <a:pt x="7620" y="142239"/>
                  </a:lnTo>
                  <a:lnTo>
                    <a:pt x="7620" y="135890"/>
                  </a:lnTo>
                  <a:close/>
                </a:path>
                <a:path w="7620" h="204470">
                  <a:moveTo>
                    <a:pt x="7620" y="142240"/>
                  </a:moveTo>
                  <a:lnTo>
                    <a:pt x="0" y="142240"/>
                  </a:lnTo>
                  <a:lnTo>
                    <a:pt x="0" y="147319"/>
                  </a:lnTo>
                  <a:lnTo>
                    <a:pt x="7620" y="147319"/>
                  </a:lnTo>
                  <a:lnTo>
                    <a:pt x="7620" y="142240"/>
                  </a:lnTo>
                  <a:close/>
                </a:path>
                <a:path w="7620" h="204470">
                  <a:moveTo>
                    <a:pt x="7620" y="147320"/>
                  </a:moveTo>
                  <a:lnTo>
                    <a:pt x="0" y="147320"/>
                  </a:lnTo>
                  <a:lnTo>
                    <a:pt x="0" y="154939"/>
                  </a:lnTo>
                  <a:lnTo>
                    <a:pt x="7620" y="154939"/>
                  </a:lnTo>
                  <a:lnTo>
                    <a:pt x="7620" y="147320"/>
                  </a:lnTo>
                  <a:close/>
                </a:path>
                <a:path w="7620" h="204470">
                  <a:moveTo>
                    <a:pt x="7620" y="154940"/>
                  </a:moveTo>
                  <a:lnTo>
                    <a:pt x="0" y="154940"/>
                  </a:lnTo>
                  <a:lnTo>
                    <a:pt x="0" y="161289"/>
                  </a:lnTo>
                  <a:lnTo>
                    <a:pt x="7620" y="161289"/>
                  </a:lnTo>
                  <a:lnTo>
                    <a:pt x="7620" y="154940"/>
                  </a:lnTo>
                  <a:close/>
                </a:path>
                <a:path w="7620" h="204470">
                  <a:moveTo>
                    <a:pt x="7620" y="161290"/>
                  </a:moveTo>
                  <a:lnTo>
                    <a:pt x="0" y="161290"/>
                  </a:lnTo>
                  <a:lnTo>
                    <a:pt x="0" y="167639"/>
                  </a:lnTo>
                  <a:lnTo>
                    <a:pt x="7620" y="167639"/>
                  </a:lnTo>
                  <a:lnTo>
                    <a:pt x="7620" y="161290"/>
                  </a:lnTo>
                  <a:close/>
                </a:path>
                <a:path w="7620" h="204470">
                  <a:moveTo>
                    <a:pt x="7620" y="167640"/>
                  </a:moveTo>
                  <a:lnTo>
                    <a:pt x="0" y="167640"/>
                  </a:lnTo>
                  <a:lnTo>
                    <a:pt x="0" y="180339"/>
                  </a:lnTo>
                  <a:lnTo>
                    <a:pt x="7620" y="180339"/>
                  </a:lnTo>
                  <a:lnTo>
                    <a:pt x="7620" y="167640"/>
                  </a:lnTo>
                  <a:close/>
                </a:path>
                <a:path w="7620" h="204470">
                  <a:moveTo>
                    <a:pt x="7620" y="180340"/>
                  </a:moveTo>
                  <a:lnTo>
                    <a:pt x="0" y="180340"/>
                  </a:lnTo>
                  <a:lnTo>
                    <a:pt x="0" y="186689"/>
                  </a:lnTo>
                  <a:lnTo>
                    <a:pt x="7620" y="186689"/>
                  </a:lnTo>
                  <a:lnTo>
                    <a:pt x="7620" y="180340"/>
                  </a:lnTo>
                  <a:close/>
                </a:path>
                <a:path w="7620" h="204470">
                  <a:moveTo>
                    <a:pt x="7620" y="186690"/>
                  </a:moveTo>
                  <a:lnTo>
                    <a:pt x="0" y="186690"/>
                  </a:lnTo>
                  <a:lnTo>
                    <a:pt x="0" y="191769"/>
                  </a:lnTo>
                  <a:lnTo>
                    <a:pt x="7620" y="191769"/>
                  </a:lnTo>
                  <a:lnTo>
                    <a:pt x="7620" y="186690"/>
                  </a:lnTo>
                  <a:close/>
                </a:path>
                <a:path w="7620" h="204470">
                  <a:moveTo>
                    <a:pt x="7620" y="191770"/>
                  </a:moveTo>
                  <a:lnTo>
                    <a:pt x="0" y="191770"/>
                  </a:lnTo>
                  <a:lnTo>
                    <a:pt x="0" y="200659"/>
                  </a:lnTo>
                  <a:lnTo>
                    <a:pt x="3810" y="200659"/>
                  </a:lnTo>
                  <a:lnTo>
                    <a:pt x="3810" y="198119"/>
                  </a:lnTo>
                  <a:lnTo>
                    <a:pt x="5080" y="198119"/>
                  </a:lnTo>
                  <a:lnTo>
                    <a:pt x="5080" y="196850"/>
                  </a:lnTo>
                  <a:lnTo>
                    <a:pt x="6350" y="196850"/>
                  </a:lnTo>
                  <a:lnTo>
                    <a:pt x="6350" y="194310"/>
                  </a:lnTo>
                  <a:lnTo>
                    <a:pt x="7620" y="194310"/>
                  </a:lnTo>
                  <a:lnTo>
                    <a:pt x="7620" y="191770"/>
                  </a:lnTo>
                  <a:close/>
                </a:path>
                <a:path w="7620" h="204470">
                  <a:moveTo>
                    <a:pt x="2539" y="200660"/>
                  </a:moveTo>
                  <a:lnTo>
                    <a:pt x="0" y="200660"/>
                  </a:lnTo>
                  <a:lnTo>
                    <a:pt x="0" y="204469"/>
                  </a:lnTo>
                  <a:lnTo>
                    <a:pt x="1270" y="204469"/>
                  </a:lnTo>
                  <a:lnTo>
                    <a:pt x="1270" y="201930"/>
                  </a:lnTo>
                  <a:lnTo>
                    <a:pt x="2539" y="201930"/>
                  </a:lnTo>
                  <a:lnTo>
                    <a:pt x="2539" y="200660"/>
                  </a:lnTo>
                  <a:close/>
                </a:path>
              </a:pathLst>
            </a:custGeom>
            <a:solidFill>
              <a:srgbClr val="7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5" name="object 50">
              <a:extLst>
                <a:ext uri="{FF2B5EF4-FFF2-40B4-BE49-F238E27FC236}">
                  <a16:creationId xmlns:a16="http://schemas.microsoft.com/office/drawing/2014/main" id="{F8B7A202-5843-43DA-B952-1AA74A57681D}"/>
                </a:ext>
              </a:extLst>
            </p:cNvPr>
            <p:cNvSpPr/>
            <p:nvPr/>
          </p:nvSpPr>
          <p:spPr>
            <a:xfrm>
              <a:off x="4730750" y="4284344"/>
              <a:ext cx="6350" cy="222250"/>
            </a:xfrm>
            <a:custGeom>
              <a:avLst/>
              <a:gdLst/>
              <a:ahLst/>
              <a:cxnLst/>
              <a:rect l="l" t="t" r="r" b="b"/>
              <a:pathLst>
                <a:path w="6350" h="222250">
                  <a:moveTo>
                    <a:pt x="127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3810" y="5079"/>
                  </a:lnTo>
                  <a:lnTo>
                    <a:pt x="3810" y="3809"/>
                  </a:lnTo>
                  <a:lnTo>
                    <a:pt x="2540" y="3809"/>
                  </a:lnTo>
                  <a:lnTo>
                    <a:pt x="2539" y="1269"/>
                  </a:lnTo>
                  <a:lnTo>
                    <a:pt x="1270" y="1269"/>
                  </a:lnTo>
                  <a:lnTo>
                    <a:pt x="1270" y="0"/>
                  </a:lnTo>
                  <a:close/>
                </a:path>
                <a:path w="6350" h="222250">
                  <a:moveTo>
                    <a:pt x="5079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6350" y="11429"/>
                  </a:lnTo>
                  <a:lnTo>
                    <a:pt x="6350" y="7619"/>
                  </a:lnTo>
                  <a:lnTo>
                    <a:pt x="5079" y="7619"/>
                  </a:lnTo>
                  <a:lnTo>
                    <a:pt x="5079" y="5080"/>
                  </a:lnTo>
                  <a:close/>
                </a:path>
                <a:path w="6350" h="222250">
                  <a:moveTo>
                    <a:pt x="6350" y="11430"/>
                  </a:moveTo>
                  <a:lnTo>
                    <a:pt x="0" y="11430"/>
                  </a:lnTo>
                  <a:lnTo>
                    <a:pt x="0" y="16509"/>
                  </a:lnTo>
                  <a:lnTo>
                    <a:pt x="6350" y="16509"/>
                  </a:lnTo>
                  <a:lnTo>
                    <a:pt x="6350" y="11430"/>
                  </a:lnTo>
                  <a:close/>
                </a:path>
                <a:path w="6350" h="222250">
                  <a:moveTo>
                    <a:pt x="6350" y="16510"/>
                  </a:moveTo>
                  <a:lnTo>
                    <a:pt x="0" y="16510"/>
                  </a:lnTo>
                  <a:lnTo>
                    <a:pt x="0" y="24129"/>
                  </a:lnTo>
                  <a:lnTo>
                    <a:pt x="6350" y="24129"/>
                  </a:lnTo>
                  <a:lnTo>
                    <a:pt x="6350" y="16510"/>
                  </a:lnTo>
                  <a:close/>
                </a:path>
                <a:path w="6350" h="222250">
                  <a:moveTo>
                    <a:pt x="6350" y="24130"/>
                  </a:moveTo>
                  <a:lnTo>
                    <a:pt x="0" y="24130"/>
                  </a:lnTo>
                  <a:lnTo>
                    <a:pt x="0" y="29209"/>
                  </a:lnTo>
                  <a:lnTo>
                    <a:pt x="6350" y="29209"/>
                  </a:lnTo>
                  <a:lnTo>
                    <a:pt x="6350" y="24130"/>
                  </a:lnTo>
                  <a:close/>
                </a:path>
                <a:path w="6350" h="222250">
                  <a:moveTo>
                    <a:pt x="6350" y="29210"/>
                  </a:moveTo>
                  <a:lnTo>
                    <a:pt x="0" y="29210"/>
                  </a:lnTo>
                  <a:lnTo>
                    <a:pt x="0" y="43179"/>
                  </a:lnTo>
                  <a:lnTo>
                    <a:pt x="6350" y="43179"/>
                  </a:lnTo>
                  <a:lnTo>
                    <a:pt x="6350" y="29210"/>
                  </a:lnTo>
                  <a:close/>
                </a:path>
                <a:path w="6350" h="222250">
                  <a:moveTo>
                    <a:pt x="6350" y="43180"/>
                  </a:moveTo>
                  <a:lnTo>
                    <a:pt x="0" y="43180"/>
                  </a:lnTo>
                  <a:lnTo>
                    <a:pt x="0" y="49529"/>
                  </a:lnTo>
                  <a:lnTo>
                    <a:pt x="6350" y="49529"/>
                  </a:lnTo>
                  <a:lnTo>
                    <a:pt x="6350" y="43180"/>
                  </a:lnTo>
                  <a:close/>
                </a:path>
                <a:path w="6350" h="222250">
                  <a:moveTo>
                    <a:pt x="6350" y="49530"/>
                  </a:moveTo>
                  <a:lnTo>
                    <a:pt x="0" y="49530"/>
                  </a:lnTo>
                  <a:lnTo>
                    <a:pt x="0" y="55879"/>
                  </a:lnTo>
                  <a:lnTo>
                    <a:pt x="6350" y="55879"/>
                  </a:lnTo>
                  <a:lnTo>
                    <a:pt x="6350" y="49530"/>
                  </a:lnTo>
                  <a:close/>
                </a:path>
                <a:path w="6350" h="222250">
                  <a:moveTo>
                    <a:pt x="6350" y="55880"/>
                  </a:moveTo>
                  <a:lnTo>
                    <a:pt x="0" y="55880"/>
                  </a:lnTo>
                  <a:lnTo>
                    <a:pt x="0" y="60959"/>
                  </a:lnTo>
                  <a:lnTo>
                    <a:pt x="6350" y="60959"/>
                  </a:lnTo>
                  <a:lnTo>
                    <a:pt x="6350" y="55880"/>
                  </a:lnTo>
                  <a:close/>
                </a:path>
                <a:path w="6350" h="222250">
                  <a:moveTo>
                    <a:pt x="6350" y="60960"/>
                  </a:moveTo>
                  <a:lnTo>
                    <a:pt x="0" y="60960"/>
                  </a:lnTo>
                  <a:lnTo>
                    <a:pt x="0" y="87629"/>
                  </a:lnTo>
                  <a:lnTo>
                    <a:pt x="6350" y="87629"/>
                  </a:lnTo>
                  <a:lnTo>
                    <a:pt x="6350" y="60960"/>
                  </a:lnTo>
                  <a:close/>
                </a:path>
                <a:path w="6350" h="222250">
                  <a:moveTo>
                    <a:pt x="6350" y="87630"/>
                  </a:moveTo>
                  <a:lnTo>
                    <a:pt x="0" y="87630"/>
                  </a:lnTo>
                  <a:lnTo>
                    <a:pt x="0" y="144779"/>
                  </a:lnTo>
                  <a:lnTo>
                    <a:pt x="6350" y="144779"/>
                  </a:lnTo>
                  <a:lnTo>
                    <a:pt x="6350" y="87630"/>
                  </a:lnTo>
                  <a:close/>
                </a:path>
                <a:path w="6350" h="222250">
                  <a:moveTo>
                    <a:pt x="6350" y="144780"/>
                  </a:moveTo>
                  <a:lnTo>
                    <a:pt x="0" y="144780"/>
                  </a:lnTo>
                  <a:lnTo>
                    <a:pt x="0" y="151129"/>
                  </a:lnTo>
                  <a:lnTo>
                    <a:pt x="6350" y="151129"/>
                  </a:lnTo>
                  <a:lnTo>
                    <a:pt x="6350" y="144780"/>
                  </a:lnTo>
                  <a:close/>
                </a:path>
                <a:path w="6350" h="222250">
                  <a:moveTo>
                    <a:pt x="6350" y="151130"/>
                  </a:moveTo>
                  <a:lnTo>
                    <a:pt x="0" y="151130"/>
                  </a:lnTo>
                  <a:lnTo>
                    <a:pt x="0" y="156209"/>
                  </a:lnTo>
                  <a:lnTo>
                    <a:pt x="6350" y="156209"/>
                  </a:lnTo>
                  <a:lnTo>
                    <a:pt x="6350" y="151130"/>
                  </a:lnTo>
                  <a:close/>
                </a:path>
                <a:path w="6350" h="222250">
                  <a:moveTo>
                    <a:pt x="6350" y="156210"/>
                  </a:moveTo>
                  <a:lnTo>
                    <a:pt x="0" y="156210"/>
                  </a:lnTo>
                  <a:lnTo>
                    <a:pt x="0" y="163829"/>
                  </a:lnTo>
                  <a:lnTo>
                    <a:pt x="6350" y="163829"/>
                  </a:lnTo>
                  <a:lnTo>
                    <a:pt x="6350" y="156210"/>
                  </a:lnTo>
                  <a:close/>
                </a:path>
                <a:path w="6350" h="222250">
                  <a:moveTo>
                    <a:pt x="6350" y="163830"/>
                  </a:moveTo>
                  <a:lnTo>
                    <a:pt x="0" y="163830"/>
                  </a:lnTo>
                  <a:lnTo>
                    <a:pt x="0" y="170179"/>
                  </a:lnTo>
                  <a:lnTo>
                    <a:pt x="6350" y="170179"/>
                  </a:lnTo>
                  <a:lnTo>
                    <a:pt x="6350" y="163830"/>
                  </a:lnTo>
                  <a:close/>
                </a:path>
                <a:path w="6350" h="222250">
                  <a:moveTo>
                    <a:pt x="6350" y="170180"/>
                  </a:moveTo>
                  <a:lnTo>
                    <a:pt x="0" y="170180"/>
                  </a:lnTo>
                  <a:lnTo>
                    <a:pt x="0" y="176529"/>
                  </a:lnTo>
                  <a:lnTo>
                    <a:pt x="6350" y="176529"/>
                  </a:lnTo>
                  <a:lnTo>
                    <a:pt x="6350" y="170180"/>
                  </a:lnTo>
                  <a:close/>
                </a:path>
                <a:path w="6350" h="222250">
                  <a:moveTo>
                    <a:pt x="6350" y="176530"/>
                  </a:moveTo>
                  <a:lnTo>
                    <a:pt x="0" y="176530"/>
                  </a:lnTo>
                  <a:lnTo>
                    <a:pt x="0" y="189229"/>
                  </a:lnTo>
                  <a:lnTo>
                    <a:pt x="6350" y="189229"/>
                  </a:lnTo>
                  <a:lnTo>
                    <a:pt x="6350" y="176530"/>
                  </a:lnTo>
                  <a:close/>
                </a:path>
                <a:path w="6350" h="222250">
                  <a:moveTo>
                    <a:pt x="6350" y="189230"/>
                  </a:moveTo>
                  <a:lnTo>
                    <a:pt x="0" y="189230"/>
                  </a:lnTo>
                  <a:lnTo>
                    <a:pt x="0" y="195579"/>
                  </a:lnTo>
                  <a:lnTo>
                    <a:pt x="6350" y="195579"/>
                  </a:lnTo>
                  <a:lnTo>
                    <a:pt x="6350" y="189230"/>
                  </a:lnTo>
                  <a:close/>
                </a:path>
                <a:path w="6350" h="222250">
                  <a:moveTo>
                    <a:pt x="6350" y="195580"/>
                  </a:moveTo>
                  <a:lnTo>
                    <a:pt x="0" y="195580"/>
                  </a:lnTo>
                  <a:lnTo>
                    <a:pt x="0" y="200659"/>
                  </a:lnTo>
                  <a:lnTo>
                    <a:pt x="6350" y="200659"/>
                  </a:lnTo>
                  <a:lnTo>
                    <a:pt x="6350" y="195580"/>
                  </a:lnTo>
                  <a:close/>
                </a:path>
                <a:path w="6350" h="222250">
                  <a:moveTo>
                    <a:pt x="6350" y="200659"/>
                  </a:moveTo>
                  <a:lnTo>
                    <a:pt x="0" y="200659"/>
                  </a:lnTo>
                  <a:lnTo>
                    <a:pt x="0" y="203199"/>
                  </a:lnTo>
                  <a:lnTo>
                    <a:pt x="6350" y="203199"/>
                  </a:lnTo>
                  <a:lnTo>
                    <a:pt x="6350" y="200659"/>
                  </a:lnTo>
                  <a:close/>
                </a:path>
                <a:path w="6350" h="222250">
                  <a:moveTo>
                    <a:pt x="6350" y="203200"/>
                  </a:moveTo>
                  <a:lnTo>
                    <a:pt x="0" y="203200"/>
                  </a:lnTo>
                  <a:lnTo>
                    <a:pt x="0" y="209549"/>
                  </a:lnTo>
                  <a:lnTo>
                    <a:pt x="6350" y="209549"/>
                  </a:lnTo>
                  <a:lnTo>
                    <a:pt x="6350" y="203200"/>
                  </a:lnTo>
                  <a:close/>
                </a:path>
                <a:path w="6350" h="222250">
                  <a:moveTo>
                    <a:pt x="6350" y="209550"/>
                  </a:moveTo>
                  <a:lnTo>
                    <a:pt x="0" y="209550"/>
                  </a:lnTo>
                  <a:lnTo>
                    <a:pt x="0" y="213359"/>
                  </a:lnTo>
                  <a:lnTo>
                    <a:pt x="6350" y="213359"/>
                  </a:lnTo>
                  <a:lnTo>
                    <a:pt x="6350" y="209550"/>
                  </a:lnTo>
                  <a:close/>
                </a:path>
                <a:path w="6350" h="222250">
                  <a:moveTo>
                    <a:pt x="6350" y="213359"/>
                  </a:moveTo>
                  <a:lnTo>
                    <a:pt x="0" y="213359"/>
                  </a:lnTo>
                  <a:lnTo>
                    <a:pt x="0" y="219709"/>
                  </a:lnTo>
                  <a:lnTo>
                    <a:pt x="2540" y="219709"/>
                  </a:lnTo>
                  <a:lnTo>
                    <a:pt x="2540" y="218439"/>
                  </a:lnTo>
                  <a:lnTo>
                    <a:pt x="3810" y="218439"/>
                  </a:lnTo>
                  <a:lnTo>
                    <a:pt x="3810" y="217169"/>
                  </a:lnTo>
                  <a:lnTo>
                    <a:pt x="5079" y="217169"/>
                  </a:lnTo>
                  <a:lnTo>
                    <a:pt x="5079" y="214629"/>
                  </a:lnTo>
                  <a:lnTo>
                    <a:pt x="6350" y="214629"/>
                  </a:lnTo>
                  <a:lnTo>
                    <a:pt x="6350" y="213359"/>
                  </a:lnTo>
                  <a:close/>
                </a:path>
                <a:path w="6350" h="222250">
                  <a:moveTo>
                    <a:pt x="2539" y="219709"/>
                  </a:moveTo>
                  <a:lnTo>
                    <a:pt x="0" y="219709"/>
                  </a:lnTo>
                  <a:lnTo>
                    <a:pt x="0" y="222249"/>
                  </a:lnTo>
                  <a:lnTo>
                    <a:pt x="1270" y="222249"/>
                  </a:lnTo>
                  <a:lnTo>
                    <a:pt x="1270" y="220979"/>
                  </a:lnTo>
                  <a:lnTo>
                    <a:pt x="2539" y="220979"/>
                  </a:lnTo>
                  <a:lnTo>
                    <a:pt x="2539" y="219709"/>
                  </a:lnTo>
                  <a:close/>
                </a:path>
              </a:pathLst>
            </a:custGeom>
            <a:solidFill>
              <a:srgbClr val="7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6" name="object 51">
              <a:extLst>
                <a:ext uri="{FF2B5EF4-FFF2-40B4-BE49-F238E27FC236}">
                  <a16:creationId xmlns:a16="http://schemas.microsoft.com/office/drawing/2014/main" id="{381829ED-7C5F-40FD-8969-AC33A9B102AA}"/>
                </a:ext>
              </a:extLst>
            </p:cNvPr>
            <p:cNvSpPr/>
            <p:nvPr/>
          </p:nvSpPr>
          <p:spPr>
            <a:xfrm>
              <a:off x="4723130" y="4272914"/>
              <a:ext cx="7620" cy="243840"/>
            </a:xfrm>
            <a:custGeom>
              <a:avLst/>
              <a:gdLst/>
              <a:ahLst/>
              <a:cxnLst/>
              <a:rect l="l" t="t" r="r" b="b"/>
              <a:pathLst>
                <a:path w="7620" h="243839">
                  <a:moveTo>
                    <a:pt x="1269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2539" y="3810"/>
                  </a:lnTo>
                  <a:lnTo>
                    <a:pt x="2539" y="1270"/>
                  </a:lnTo>
                  <a:lnTo>
                    <a:pt x="1269" y="1270"/>
                  </a:lnTo>
                  <a:lnTo>
                    <a:pt x="1269" y="0"/>
                  </a:lnTo>
                  <a:close/>
                </a:path>
                <a:path w="7620" h="243839">
                  <a:moveTo>
                    <a:pt x="3809" y="3810"/>
                  </a:moveTo>
                  <a:lnTo>
                    <a:pt x="0" y="3810"/>
                  </a:lnTo>
                  <a:lnTo>
                    <a:pt x="0" y="10160"/>
                  </a:lnTo>
                  <a:lnTo>
                    <a:pt x="7619" y="10160"/>
                  </a:lnTo>
                  <a:lnTo>
                    <a:pt x="7619" y="8890"/>
                  </a:lnTo>
                  <a:lnTo>
                    <a:pt x="6350" y="8890"/>
                  </a:lnTo>
                  <a:lnTo>
                    <a:pt x="6350" y="7620"/>
                  </a:lnTo>
                  <a:lnTo>
                    <a:pt x="5079" y="7620"/>
                  </a:lnTo>
                  <a:lnTo>
                    <a:pt x="5079" y="5080"/>
                  </a:lnTo>
                  <a:lnTo>
                    <a:pt x="3809" y="5080"/>
                  </a:lnTo>
                  <a:lnTo>
                    <a:pt x="3809" y="3810"/>
                  </a:lnTo>
                  <a:close/>
                </a:path>
                <a:path w="7620" h="243839">
                  <a:moveTo>
                    <a:pt x="7619" y="10160"/>
                  </a:moveTo>
                  <a:lnTo>
                    <a:pt x="0" y="10160"/>
                  </a:lnTo>
                  <a:lnTo>
                    <a:pt x="0" y="16510"/>
                  </a:lnTo>
                  <a:lnTo>
                    <a:pt x="7619" y="16510"/>
                  </a:lnTo>
                  <a:lnTo>
                    <a:pt x="7619" y="10160"/>
                  </a:lnTo>
                  <a:close/>
                </a:path>
                <a:path w="7620" h="243839">
                  <a:moveTo>
                    <a:pt x="7619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7619" y="22860"/>
                  </a:lnTo>
                  <a:lnTo>
                    <a:pt x="7619" y="16510"/>
                  </a:lnTo>
                  <a:close/>
                </a:path>
                <a:path w="7620" h="243839">
                  <a:moveTo>
                    <a:pt x="7619" y="22860"/>
                  </a:moveTo>
                  <a:lnTo>
                    <a:pt x="0" y="22860"/>
                  </a:lnTo>
                  <a:lnTo>
                    <a:pt x="0" y="27940"/>
                  </a:lnTo>
                  <a:lnTo>
                    <a:pt x="7619" y="27940"/>
                  </a:lnTo>
                  <a:lnTo>
                    <a:pt x="7619" y="22860"/>
                  </a:lnTo>
                  <a:close/>
                </a:path>
                <a:path w="7620" h="243839">
                  <a:moveTo>
                    <a:pt x="7619" y="27940"/>
                  </a:moveTo>
                  <a:lnTo>
                    <a:pt x="0" y="27940"/>
                  </a:lnTo>
                  <a:lnTo>
                    <a:pt x="0" y="35560"/>
                  </a:lnTo>
                  <a:lnTo>
                    <a:pt x="7619" y="35560"/>
                  </a:lnTo>
                  <a:lnTo>
                    <a:pt x="7619" y="27940"/>
                  </a:lnTo>
                  <a:close/>
                </a:path>
                <a:path w="7620" h="243839">
                  <a:moveTo>
                    <a:pt x="7619" y="35560"/>
                  </a:moveTo>
                  <a:lnTo>
                    <a:pt x="0" y="35560"/>
                  </a:lnTo>
                  <a:lnTo>
                    <a:pt x="0" y="40640"/>
                  </a:lnTo>
                  <a:lnTo>
                    <a:pt x="7619" y="40640"/>
                  </a:lnTo>
                  <a:lnTo>
                    <a:pt x="7619" y="35560"/>
                  </a:lnTo>
                  <a:close/>
                </a:path>
                <a:path w="7620" h="243839">
                  <a:moveTo>
                    <a:pt x="7619" y="40640"/>
                  </a:moveTo>
                  <a:lnTo>
                    <a:pt x="0" y="40640"/>
                  </a:lnTo>
                  <a:lnTo>
                    <a:pt x="0" y="54610"/>
                  </a:lnTo>
                  <a:lnTo>
                    <a:pt x="7619" y="54610"/>
                  </a:lnTo>
                  <a:lnTo>
                    <a:pt x="7619" y="40640"/>
                  </a:lnTo>
                  <a:close/>
                </a:path>
                <a:path w="7620" h="243839">
                  <a:moveTo>
                    <a:pt x="7619" y="54610"/>
                  </a:moveTo>
                  <a:lnTo>
                    <a:pt x="0" y="54610"/>
                  </a:lnTo>
                  <a:lnTo>
                    <a:pt x="0" y="60960"/>
                  </a:lnTo>
                  <a:lnTo>
                    <a:pt x="7619" y="60960"/>
                  </a:lnTo>
                  <a:lnTo>
                    <a:pt x="7619" y="54610"/>
                  </a:lnTo>
                  <a:close/>
                </a:path>
                <a:path w="7620" h="243839">
                  <a:moveTo>
                    <a:pt x="7619" y="60960"/>
                  </a:moveTo>
                  <a:lnTo>
                    <a:pt x="0" y="60960"/>
                  </a:lnTo>
                  <a:lnTo>
                    <a:pt x="0" y="67310"/>
                  </a:lnTo>
                  <a:lnTo>
                    <a:pt x="7619" y="67310"/>
                  </a:lnTo>
                  <a:lnTo>
                    <a:pt x="7619" y="60960"/>
                  </a:lnTo>
                  <a:close/>
                </a:path>
                <a:path w="7620" h="243839">
                  <a:moveTo>
                    <a:pt x="7619" y="67310"/>
                  </a:moveTo>
                  <a:lnTo>
                    <a:pt x="0" y="67310"/>
                  </a:lnTo>
                  <a:lnTo>
                    <a:pt x="0" y="72390"/>
                  </a:lnTo>
                  <a:lnTo>
                    <a:pt x="7619" y="72390"/>
                  </a:lnTo>
                  <a:lnTo>
                    <a:pt x="7619" y="67310"/>
                  </a:lnTo>
                  <a:close/>
                </a:path>
                <a:path w="7620" h="243839">
                  <a:moveTo>
                    <a:pt x="7619" y="72390"/>
                  </a:moveTo>
                  <a:lnTo>
                    <a:pt x="0" y="72390"/>
                  </a:lnTo>
                  <a:lnTo>
                    <a:pt x="0" y="99060"/>
                  </a:lnTo>
                  <a:lnTo>
                    <a:pt x="7619" y="99060"/>
                  </a:lnTo>
                  <a:lnTo>
                    <a:pt x="7619" y="72390"/>
                  </a:lnTo>
                  <a:close/>
                </a:path>
                <a:path w="7620" h="243839">
                  <a:moveTo>
                    <a:pt x="7619" y="99060"/>
                  </a:moveTo>
                  <a:lnTo>
                    <a:pt x="0" y="99060"/>
                  </a:lnTo>
                  <a:lnTo>
                    <a:pt x="0" y="156210"/>
                  </a:lnTo>
                  <a:lnTo>
                    <a:pt x="7619" y="156210"/>
                  </a:lnTo>
                  <a:lnTo>
                    <a:pt x="7619" y="99060"/>
                  </a:lnTo>
                  <a:close/>
                </a:path>
                <a:path w="7620" h="243839">
                  <a:moveTo>
                    <a:pt x="7619" y="156210"/>
                  </a:moveTo>
                  <a:lnTo>
                    <a:pt x="0" y="156210"/>
                  </a:lnTo>
                  <a:lnTo>
                    <a:pt x="0" y="162560"/>
                  </a:lnTo>
                  <a:lnTo>
                    <a:pt x="7619" y="162560"/>
                  </a:lnTo>
                  <a:lnTo>
                    <a:pt x="7619" y="156210"/>
                  </a:lnTo>
                  <a:close/>
                </a:path>
                <a:path w="7620" h="243839">
                  <a:moveTo>
                    <a:pt x="7619" y="162560"/>
                  </a:moveTo>
                  <a:lnTo>
                    <a:pt x="0" y="162560"/>
                  </a:lnTo>
                  <a:lnTo>
                    <a:pt x="0" y="167640"/>
                  </a:lnTo>
                  <a:lnTo>
                    <a:pt x="7619" y="167640"/>
                  </a:lnTo>
                  <a:lnTo>
                    <a:pt x="7619" y="162560"/>
                  </a:lnTo>
                  <a:close/>
                </a:path>
                <a:path w="7620" h="243839">
                  <a:moveTo>
                    <a:pt x="7619" y="167640"/>
                  </a:moveTo>
                  <a:lnTo>
                    <a:pt x="0" y="167640"/>
                  </a:lnTo>
                  <a:lnTo>
                    <a:pt x="0" y="175260"/>
                  </a:lnTo>
                  <a:lnTo>
                    <a:pt x="7619" y="175260"/>
                  </a:lnTo>
                  <a:lnTo>
                    <a:pt x="7619" y="167640"/>
                  </a:lnTo>
                  <a:close/>
                </a:path>
                <a:path w="7620" h="243839">
                  <a:moveTo>
                    <a:pt x="7619" y="175260"/>
                  </a:moveTo>
                  <a:lnTo>
                    <a:pt x="0" y="175260"/>
                  </a:lnTo>
                  <a:lnTo>
                    <a:pt x="0" y="181610"/>
                  </a:lnTo>
                  <a:lnTo>
                    <a:pt x="7619" y="181610"/>
                  </a:lnTo>
                  <a:lnTo>
                    <a:pt x="7619" y="175260"/>
                  </a:lnTo>
                  <a:close/>
                </a:path>
                <a:path w="7620" h="243839">
                  <a:moveTo>
                    <a:pt x="7619" y="181610"/>
                  </a:moveTo>
                  <a:lnTo>
                    <a:pt x="0" y="181610"/>
                  </a:lnTo>
                  <a:lnTo>
                    <a:pt x="0" y="187960"/>
                  </a:lnTo>
                  <a:lnTo>
                    <a:pt x="7619" y="187960"/>
                  </a:lnTo>
                  <a:lnTo>
                    <a:pt x="7619" y="181610"/>
                  </a:lnTo>
                  <a:close/>
                </a:path>
                <a:path w="7620" h="243839">
                  <a:moveTo>
                    <a:pt x="7619" y="187960"/>
                  </a:moveTo>
                  <a:lnTo>
                    <a:pt x="0" y="187960"/>
                  </a:lnTo>
                  <a:lnTo>
                    <a:pt x="0" y="200660"/>
                  </a:lnTo>
                  <a:lnTo>
                    <a:pt x="7619" y="200660"/>
                  </a:lnTo>
                  <a:lnTo>
                    <a:pt x="7619" y="187960"/>
                  </a:lnTo>
                  <a:close/>
                </a:path>
                <a:path w="7620" h="243839">
                  <a:moveTo>
                    <a:pt x="7619" y="200660"/>
                  </a:moveTo>
                  <a:lnTo>
                    <a:pt x="0" y="200660"/>
                  </a:lnTo>
                  <a:lnTo>
                    <a:pt x="0" y="207010"/>
                  </a:lnTo>
                  <a:lnTo>
                    <a:pt x="7619" y="207010"/>
                  </a:lnTo>
                  <a:lnTo>
                    <a:pt x="7619" y="200660"/>
                  </a:lnTo>
                  <a:close/>
                </a:path>
                <a:path w="7620" h="243839">
                  <a:moveTo>
                    <a:pt x="7619" y="207010"/>
                  </a:moveTo>
                  <a:lnTo>
                    <a:pt x="0" y="207010"/>
                  </a:lnTo>
                  <a:lnTo>
                    <a:pt x="0" y="212090"/>
                  </a:lnTo>
                  <a:lnTo>
                    <a:pt x="7619" y="212090"/>
                  </a:lnTo>
                  <a:lnTo>
                    <a:pt x="7619" y="207010"/>
                  </a:lnTo>
                  <a:close/>
                </a:path>
                <a:path w="7620" h="243839">
                  <a:moveTo>
                    <a:pt x="7619" y="212090"/>
                  </a:moveTo>
                  <a:lnTo>
                    <a:pt x="0" y="212090"/>
                  </a:lnTo>
                  <a:lnTo>
                    <a:pt x="0" y="214630"/>
                  </a:lnTo>
                  <a:lnTo>
                    <a:pt x="7619" y="214630"/>
                  </a:lnTo>
                  <a:lnTo>
                    <a:pt x="7619" y="212090"/>
                  </a:lnTo>
                  <a:close/>
                </a:path>
                <a:path w="7620" h="243839">
                  <a:moveTo>
                    <a:pt x="7619" y="214630"/>
                  </a:moveTo>
                  <a:lnTo>
                    <a:pt x="0" y="214630"/>
                  </a:lnTo>
                  <a:lnTo>
                    <a:pt x="0" y="220980"/>
                  </a:lnTo>
                  <a:lnTo>
                    <a:pt x="7619" y="220980"/>
                  </a:lnTo>
                  <a:lnTo>
                    <a:pt x="7619" y="214630"/>
                  </a:lnTo>
                  <a:close/>
                </a:path>
                <a:path w="7620" h="243839">
                  <a:moveTo>
                    <a:pt x="7619" y="220980"/>
                  </a:moveTo>
                  <a:lnTo>
                    <a:pt x="0" y="220980"/>
                  </a:lnTo>
                  <a:lnTo>
                    <a:pt x="0" y="224790"/>
                  </a:lnTo>
                  <a:lnTo>
                    <a:pt x="7619" y="224790"/>
                  </a:lnTo>
                  <a:lnTo>
                    <a:pt x="7619" y="220980"/>
                  </a:lnTo>
                  <a:close/>
                </a:path>
                <a:path w="7620" h="243839">
                  <a:moveTo>
                    <a:pt x="7619" y="224790"/>
                  </a:moveTo>
                  <a:lnTo>
                    <a:pt x="0" y="224790"/>
                  </a:lnTo>
                  <a:lnTo>
                    <a:pt x="0" y="231140"/>
                  </a:lnTo>
                  <a:lnTo>
                    <a:pt x="7619" y="231140"/>
                  </a:lnTo>
                  <a:lnTo>
                    <a:pt x="7619" y="224790"/>
                  </a:lnTo>
                  <a:close/>
                </a:path>
                <a:path w="7620" h="243839">
                  <a:moveTo>
                    <a:pt x="7619" y="231140"/>
                  </a:moveTo>
                  <a:lnTo>
                    <a:pt x="0" y="231140"/>
                  </a:lnTo>
                  <a:lnTo>
                    <a:pt x="0" y="233680"/>
                  </a:lnTo>
                  <a:lnTo>
                    <a:pt x="7619" y="233680"/>
                  </a:lnTo>
                  <a:lnTo>
                    <a:pt x="7619" y="231140"/>
                  </a:lnTo>
                  <a:close/>
                </a:path>
                <a:path w="7620" h="243839">
                  <a:moveTo>
                    <a:pt x="7619" y="233680"/>
                  </a:moveTo>
                  <a:lnTo>
                    <a:pt x="0" y="233680"/>
                  </a:lnTo>
                  <a:lnTo>
                    <a:pt x="0" y="237490"/>
                  </a:lnTo>
                  <a:lnTo>
                    <a:pt x="6350" y="237490"/>
                  </a:lnTo>
                  <a:lnTo>
                    <a:pt x="6349" y="234950"/>
                  </a:lnTo>
                  <a:lnTo>
                    <a:pt x="7619" y="234950"/>
                  </a:lnTo>
                  <a:lnTo>
                    <a:pt x="7619" y="233680"/>
                  </a:lnTo>
                  <a:close/>
                </a:path>
                <a:path w="7620" h="243839">
                  <a:moveTo>
                    <a:pt x="5079" y="237490"/>
                  </a:moveTo>
                  <a:lnTo>
                    <a:pt x="0" y="237490"/>
                  </a:lnTo>
                  <a:lnTo>
                    <a:pt x="0" y="240030"/>
                  </a:lnTo>
                  <a:lnTo>
                    <a:pt x="3809" y="240030"/>
                  </a:lnTo>
                  <a:lnTo>
                    <a:pt x="3809" y="238760"/>
                  </a:lnTo>
                  <a:lnTo>
                    <a:pt x="5079" y="238760"/>
                  </a:lnTo>
                  <a:lnTo>
                    <a:pt x="5079" y="237490"/>
                  </a:lnTo>
                  <a:close/>
                </a:path>
                <a:path w="7620" h="243839">
                  <a:moveTo>
                    <a:pt x="2539" y="240030"/>
                  </a:moveTo>
                  <a:lnTo>
                    <a:pt x="0" y="240030"/>
                  </a:lnTo>
                  <a:lnTo>
                    <a:pt x="0" y="243840"/>
                  </a:lnTo>
                  <a:lnTo>
                    <a:pt x="1269" y="243840"/>
                  </a:lnTo>
                  <a:lnTo>
                    <a:pt x="1269" y="242570"/>
                  </a:lnTo>
                  <a:lnTo>
                    <a:pt x="2539" y="242570"/>
                  </a:lnTo>
                  <a:lnTo>
                    <a:pt x="2539" y="240030"/>
                  </a:lnTo>
                  <a:close/>
                </a:path>
              </a:pathLst>
            </a:custGeom>
            <a:solidFill>
              <a:srgbClr val="8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7" name="object 52">
              <a:extLst>
                <a:ext uri="{FF2B5EF4-FFF2-40B4-BE49-F238E27FC236}">
                  <a16:creationId xmlns:a16="http://schemas.microsoft.com/office/drawing/2014/main" id="{790A3742-71B7-4E87-B6E4-C8A51406C431}"/>
                </a:ext>
              </a:extLst>
            </p:cNvPr>
            <p:cNvSpPr/>
            <p:nvPr/>
          </p:nvSpPr>
          <p:spPr>
            <a:xfrm>
              <a:off x="4715510" y="4265294"/>
              <a:ext cx="7620" cy="260350"/>
            </a:xfrm>
            <a:custGeom>
              <a:avLst/>
              <a:gdLst/>
              <a:ahLst/>
              <a:cxnLst/>
              <a:rect l="l" t="t" r="r" b="b"/>
              <a:pathLst>
                <a:path w="7620" h="260350">
                  <a:moveTo>
                    <a:pt x="127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5079" y="5079"/>
                  </a:lnTo>
                  <a:lnTo>
                    <a:pt x="5079" y="3809"/>
                  </a:lnTo>
                  <a:lnTo>
                    <a:pt x="3810" y="3809"/>
                  </a:lnTo>
                  <a:lnTo>
                    <a:pt x="3810" y="2539"/>
                  </a:lnTo>
                  <a:lnTo>
                    <a:pt x="2539" y="2539"/>
                  </a:lnTo>
                  <a:lnTo>
                    <a:pt x="2539" y="1269"/>
                  </a:lnTo>
                  <a:lnTo>
                    <a:pt x="1270" y="1269"/>
                  </a:lnTo>
                  <a:lnTo>
                    <a:pt x="1270" y="0"/>
                  </a:lnTo>
                  <a:close/>
                </a:path>
                <a:path w="7620" h="260350">
                  <a:moveTo>
                    <a:pt x="635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7620" y="11429"/>
                  </a:lnTo>
                  <a:lnTo>
                    <a:pt x="7620" y="6350"/>
                  </a:lnTo>
                  <a:lnTo>
                    <a:pt x="6350" y="6350"/>
                  </a:lnTo>
                  <a:lnTo>
                    <a:pt x="6350" y="5080"/>
                  </a:lnTo>
                  <a:close/>
                </a:path>
                <a:path w="7620" h="260350">
                  <a:moveTo>
                    <a:pt x="762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7620" y="17779"/>
                  </a:lnTo>
                  <a:lnTo>
                    <a:pt x="7620" y="11430"/>
                  </a:lnTo>
                  <a:close/>
                </a:path>
                <a:path w="7620" h="260350">
                  <a:moveTo>
                    <a:pt x="762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7620" y="24129"/>
                  </a:lnTo>
                  <a:lnTo>
                    <a:pt x="7620" y="17780"/>
                  </a:lnTo>
                  <a:close/>
                </a:path>
                <a:path w="7620" h="260350">
                  <a:moveTo>
                    <a:pt x="762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7620" y="30479"/>
                  </a:lnTo>
                  <a:lnTo>
                    <a:pt x="7620" y="24130"/>
                  </a:lnTo>
                  <a:close/>
                </a:path>
                <a:path w="7620" h="260350">
                  <a:moveTo>
                    <a:pt x="7620" y="30480"/>
                  </a:moveTo>
                  <a:lnTo>
                    <a:pt x="0" y="30480"/>
                  </a:lnTo>
                  <a:lnTo>
                    <a:pt x="0" y="35559"/>
                  </a:lnTo>
                  <a:lnTo>
                    <a:pt x="7620" y="35559"/>
                  </a:lnTo>
                  <a:lnTo>
                    <a:pt x="7620" y="30480"/>
                  </a:lnTo>
                  <a:close/>
                </a:path>
                <a:path w="7620" h="260350">
                  <a:moveTo>
                    <a:pt x="7620" y="35560"/>
                  </a:moveTo>
                  <a:lnTo>
                    <a:pt x="0" y="35560"/>
                  </a:lnTo>
                  <a:lnTo>
                    <a:pt x="0" y="43179"/>
                  </a:lnTo>
                  <a:lnTo>
                    <a:pt x="7620" y="43179"/>
                  </a:lnTo>
                  <a:lnTo>
                    <a:pt x="7620" y="35560"/>
                  </a:lnTo>
                  <a:close/>
                </a:path>
                <a:path w="7620" h="260350">
                  <a:moveTo>
                    <a:pt x="7620" y="43180"/>
                  </a:moveTo>
                  <a:lnTo>
                    <a:pt x="0" y="43180"/>
                  </a:lnTo>
                  <a:lnTo>
                    <a:pt x="0" y="48259"/>
                  </a:lnTo>
                  <a:lnTo>
                    <a:pt x="7620" y="48259"/>
                  </a:lnTo>
                  <a:lnTo>
                    <a:pt x="7620" y="43180"/>
                  </a:lnTo>
                  <a:close/>
                </a:path>
                <a:path w="7620" h="260350">
                  <a:moveTo>
                    <a:pt x="7620" y="48260"/>
                  </a:moveTo>
                  <a:lnTo>
                    <a:pt x="0" y="48260"/>
                  </a:lnTo>
                  <a:lnTo>
                    <a:pt x="0" y="62229"/>
                  </a:lnTo>
                  <a:lnTo>
                    <a:pt x="7620" y="62229"/>
                  </a:lnTo>
                  <a:lnTo>
                    <a:pt x="7620" y="48260"/>
                  </a:lnTo>
                  <a:close/>
                </a:path>
                <a:path w="7620" h="260350">
                  <a:moveTo>
                    <a:pt x="7620" y="62230"/>
                  </a:moveTo>
                  <a:lnTo>
                    <a:pt x="0" y="62230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62230"/>
                  </a:lnTo>
                  <a:close/>
                </a:path>
                <a:path w="7620" h="260350">
                  <a:moveTo>
                    <a:pt x="7620" y="68580"/>
                  </a:moveTo>
                  <a:lnTo>
                    <a:pt x="0" y="68580"/>
                  </a:lnTo>
                  <a:lnTo>
                    <a:pt x="0" y="74929"/>
                  </a:lnTo>
                  <a:lnTo>
                    <a:pt x="7620" y="74929"/>
                  </a:lnTo>
                  <a:lnTo>
                    <a:pt x="7620" y="68580"/>
                  </a:lnTo>
                  <a:close/>
                </a:path>
                <a:path w="7620" h="260350">
                  <a:moveTo>
                    <a:pt x="7620" y="74930"/>
                  </a:moveTo>
                  <a:lnTo>
                    <a:pt x="0" y="74930"/>
                  </a:lnTo>
                  <a:lnTo>
                    <a:pt x="0" y="80009"/>
                  </a:lnTo>
                  <a:lnTo>
                    <a:pt x="7620" y="80009"/>
                  </a:lnTo>
                  <a:lnTo>
                    <a:pt x="7620" y="74930"/>
                  </a:lnTo>
                  <a:close/>
                </a:path>
                <a:path w="7620" h="260350">
                  <a:moveTo>
                    <a:pt x="7620" y="80010"/>
                  </a:moveTo>
                  <a:lnTo>
                    <a:pt x="0" y="80010"/>
                  </a:lnTo>
                  <a:lnTo>
                    <a:pt x="0" y="106679"/>
                  </a:lnTo>
                  <a:lnTo>
                    <a:pt x="7620" y="106679"/>
                  </a:lnTo>
                  <a:lnTo>
                    <a:pt x="7620" y="80010"/>
                  </a:lnTo>
                  <a:close/>
                </a:path>
                <a:path w="7620" h="260350">
                  <a:moveTo>
                    <a:pt x="7620" y="106680"/>
                  </a:moveTo>
                  <a:lnTo>
                    <a:pt x="0" y="106680"/>
                  </a:lnTo>
                  <a:lnTo>
                    <a:pt x="0" y="163829"/>
                  </a:lnTo>
                  <a:lnTo>
                    <a:pt x="7620" y="163829"/>
                  </a:lnTo>
                  <a:lnTo>
                    <a:pt x="7620" y="106680"/>
                  </a:lnTo>
                  <a:close/>
                </a:path>
                <a:path w="7620" h="260350">
                  <a:moveTo>
                    <a:pt x="7620" y="163830"/>
                  </a:moveTo>
                  <a:lnTo>
                    <a:pt x="0" y="163830"/>
                  </a:lnTo>
                  <a:lnTo>
                    <a:pt x="0" y="170179"/>
                  </a:lnTo>
                  <a:lnTo>
                    <a:pt x="7620" y="170179"/>
                  </a:lnTo>
                  <a:lnTo>
                    <a:pt x="7620" y="163830"/>
                  </a:lnTo>
                  <a:close/>
                </a:path>
                <a:path w="7620" h="260350">
                  <a:moveTo>
                    <a:pt x="7620" y="170180"/>
                  </a:moveTo>
                  <a:lnTo>
                    <a:pt x="0" y="170180"/>
                  </a:lnTo>
                  <a:lnTo>
                    <a:pt x="0" y="175259"/>
                  </a:lnTo>
                  <a:lnTo>
                    <a:pt x="7620" y="175259"/>
                  </a:lnTo>
                  <a:lnTo>
                    <a:pt x="7620" y="170180"/>
                  </a:lnTo>
                  <a:close/>
                </a:path>
                <a:path w="7620" h="260350">
                  <a:moveTo>
                    <a:pt x="7620" y="175260"/>
                  </a:moveTo>
                  <a:lnTo>
                    <a:pt x="0" y="175260"/>
                  </a:lnTo>
                  <a:lnTo>
                    <a:pt x="0" y="182879"/>
                  </a:lnTo>
                  <a:lnTo>
                    <a:pt x="7620" y="182879"/>
                  </a:lnTo>
                  <a:lnTo>
                    <a:pt x="7620" y="175260"/>
                  </a:lnTo>
                  <a:close/>
                </a:path>
                <a:path w="7620" h="260350">
                  <a:moveTo>
                    <a:pt x="7620" y="182880"/>
                  </a:moveTo>
                  <a:lnTo>
                    <a:pt x="0" y="182880"/>
                  </a:lnTo>
                  <a:lnTo>
                    <a:pt x="0" y="189229"/>
                  </a:lnTo>
                  <a:lnTo>
                    <a:pt x="7620" y="189229"/>
                  </a:lnTo>
                  <a:lnTo>
                    <a:pt x="7620" y="182880"/>
                  </a:lnTo>
                  <a:close/>
                </a:path>
                <a:path w="7620" h="260350">
                  <a:moveTo>
                    <a:pt x="7620" y="189230"/>
                  </a:moveTo>
                  <a:lnTo>
                    <a:pt x="0" y="189230"/>
                  </a:lnTo>
                  <a:lnTo>
                    <a:pt x="0" y="195579"/>
                  </a:lnTo>
                  <a:lnTo>
                    <a:pt x="7620" y="195579"/>
                  </a:lnTo>
                  <a:lnTo>
                    <a:pt x="7620" y="189230"/>
                  </a:lnTo>
                  <a:close/>
                </a:path>
                <a:path w="7620" h="260350">
                  <a:moveTo>
                    <a:pt x="7620" y="195580"/>
                  </a:moveTo>
                  <a:lnTo>
                    <a:pt x="0" y="195580"/>
                  </a:lnTo>
                  <a:lnTo>
                    <a:pt x="0" y="208279"/>
                  </a:lnTo>
                  <a:lnTo>
                    <a:pt x="7620" y="208279"/>
                  </a:lnTo>
                  <a:lnTo>
                    <a:pt x="7620" y="195580"/>
                  </a:lnTo>
                  <a:close/>
                </a:path>
                <a:path w="7620" h="260350">
                  <a:moveTo>
                    <a:pt x="7620" y="208280"/>
                  </a:moveTo>
                  <a:lnTo>
                    <a:pt x="0" y="208280"/>
                  </a:lnTo>
                  <a:lnTo>
                    <a:pt x="0" y="214629"/>
                  </a:lnTo>
                  <a:lnTo>
                    <a:pt x="7620" y="214629"/>
                  </a:lnTo>
                  <a:lnTo>
                    <a:pt x="7620" y="208280"/>
                  </a:lnTo>
                  <a:close/>
                </a:path>
                <a:path w="7620" h="260350">
                  <a:moveTo>
                    <a:pt x="7620" y="214630"/>
                  </a:moveTo>
                  <a:lnTo>
                    <a:pt x="0" y="214630"/>
                  </a:lnTo>
                  <a:lnTo>
                    <a:pt x="0" y="219709"/>
                  </a:lnTo>
                  <a:lnTo>
                    <a:pt x="7620" y="219709"/>
                  </a:lnTo>
                  <a:lnTo>
                    <a:pt x="7620" y="214630"/>
                  </a:lnTo>
                  <a:close/>
                </a:path>
                <a:path w="7620" h="260350">
                  <a:moveTo>
                    <a:pt x="7620" y="219709"/>
                  </a:moveTo>
                  <a:lnTo>
                    <a:pt x="0" y="219709"/>
                  </a:lnTo>
                  <a:lnTo>
                    <a:pt x="0" y="222249"/>
                  </a:lnTo>
                  <a:lnTo>
                    <a:pt x="7620" y="222249"/>
                  </a:lnTo>
                  <a:lnTo>
                    <a:pt x="7620" y="219709"/>
                  </a:lnTo>
                  <a:close/>
                </a:path>
                <a:path w="7620" h="260350">
                  <a:moveTo>
                    <a:pt x="7620" y="222250"/>
                  </a:moveTo>
                  <a:lnTo>
                    <a:pt x="0" y="222250"/>
                  </a:lnTo>
                  <a:lnTo>
                    <a:pt x="0" y="228599"/>
                  </a:lnTo>
                  <a:lnTo>
                    <a:pt x="7620" y="228599"/>
                  </a:lnTo>
                  <a:lnTo>
                    <a:pt x="7620" y="222250"/>
                  </a:lnTo>
                  <a:close/>
                </a:path>
                <a:path w="7620" h="260350">
                  <a:moveTo>
                    <a:pt x="7620" y="228600"/>
                  </a:moveTo>
                  <a:lnTo>
                    <a:pt x="0" y="228600"/>
                  </a:lnTo>
                  <a:lnTo>
                    <a:pt x="0" y="232409"/>
                  </a:lnTo>
                  <a:lnTo>
                    <a:pt x="7620" y="232409"/>
                  </a:lnTo>
                  <a:lnTo>
                    <a:pt x="7620" y="228600"/>
                  </a:lnTo>
                  <a:close/>
                </a:path>
                <a:path w="7620" h="260350">
                  <a:moveTo>
                    <a:pt x="7620" y="232409"/>
                  </a:moveTo>
                  <a:lnTo>
                    <a:pt x="0" y="232409"/>
                  </a:lnTo>
                  <a:lnTo>
                    <a:pt x="0" y="238759"/>
                  </a:lnTo>
                  <a:lnTo>
                    <a:pt x="7620" y="238759"/>
                  </a:lnTo>
                  <a:lnTo>
                    <a:pt x="7620" y="232409"/>
                  </a:lnTo>
                  <a:close/>
                </a:path>
                <a:path w="7620" h="260350">
                  <a:moveTo>
                    <a:pt x="7620" y="238759"/>
                  </a:moveTo>
                  <a:lnTo>
                    <a:pt x="0" y="238759"/>
                  </a:lnTo>
                  <a:lnTo>
                    <a:pt x="0" y="241299"/>
                  </a:lnTo>
                  <a:lnTo>
                    <a:pt x="7620" y="241299"/>
                  </a:lnTo>
                  <a:lnTo>
                    <a:pt x="7620" y="238759"/>
                  </a:lnTo>
                  <a:close/>
                </a:path>
                <a:path w="7620" h="260350">
                  <a:moveTo>
                    <a:pt x="7620" y="241300"/>
                  </a:moveTo>
                  <a:lnTo>
                    <a:pt x="0" y="241300"/>
                  </a:lnTo>
                  <a:lnTo>
                    <a:pt x="0" y="245109"/>
                  </a:lnTo>
                  <a:lnTo>
                    <a:pt x="7620" y="245109"/>
                  </a:lnTo>
                  <a:lnTo>
                    <a:pt x="7620" y="241300"/>
                  </a:lnTo>
                  <a:close/>
                </a:path>
                <a:path w="7620" h="260350">
                  <a:moveTo>
                    <a:pt x="7620" y="245109"/>
                  </a:moveTo>
                  <a:lnTo>
                    <a:pt x="0" y="245109"/>
                  </a:lnTo>
                  <a:lnTo>
                    <a:pt x="0" y="247649"/>
                  </a:lnTo>
                  <a:lnTo>
                    <a:pt x="7620" y="247649"/>
                  </a:lnTo>
                  <a:lnTo>
                    <a:pt x="7620" y="245109"/>
                  </a:lnTo>
                  <a:close/>
                </a:path>
                <a:path w="7620" h="260350">
                  <a:moveTo>
                    <a:pt x="7620" y="247650"/>
                  </a:moveTo>
                  <a:lnTo>
                    <a:pt x="0" y="247650"/>
                  </a:lnTo>
                  <a:lnTo>
                    <a:pt x="0" y="251459"/>
                  </a:lnTo>
                  <a:lnTo>
                    <a:pt x="7620" y="251459"/>
                  </a:lnTo>
                  <a:lnTo>
                    <a:pt x="7620" y="247650"/>
                  </a:lnTo>
                  <a:close/>
                </a:path>
                <a:path w="7620" h="260350">
                  <a:moveTo>
                    <a:pt x="7620" y="251459"/>
                  </a:moveTo>
                  <a:lnTo>
                    <a:pt x="0" y="251459"/>
                  </a:lnTo>
                  <a:lnTo>
                    <a:pt x="0" y="253999"/>
                  </a:lnTo>
                  <a:lnTo>
                    <a:pt x="6350" y="253999"/>
                  </a:lnTo>
                  <a:lnTo>
                    <a:pt x="6350" y="252729"/>
                  </a:lnTo>
                  <a:lnTo>
                    <a:pt x="7620" y="252729"/>
                  </a:lnTo>
                  <a:lnTo>
                    <a:pt x="7620" y="251459"/>
                  </a:lnTo>
                  <a:close/>
                </a:path>
                <a:path w="7620" h="260350">
                  <a:moveTo>
                    <a:pt x="5079" y="254000"/>
                  </a:moveTo>
                  <a:lnTo>
                    <a:pt x="0" y="254000"/>
                  </a:lnTo>
                  <a:lnTo>
                    <a:pt x="0" y="260349"/>
                  </a:lnTo>
                  <a:lnTo>
                    <a:pt x="1270" y="260349"/>
                  </a:lnTo>
                  <a:lnTo>
                    <a:pt x="1270" y="259079"/>
                  </a:lnTo>
                  <a:lnTo>
                    <a:pt x="2539" y="259079"/>
                  </a:lnTo>
                  <a:lnTo>
                    <a:pt x="2539" y="256539"/>
                  </a:lnTo>
                  <a:lnTo>
                    <a:pt x="3810" y="256539"/>
                  </a:lnTo>
                  <a:lnTo>
                    <a:pt x="3810" y="255269"/>
                  </a:lnTo>
                  <a:lnTo>
                    <a:pt x="5079" y="255269"/>
                  </a:lnTo>
                  <a:lnTo>
                    <a:pt x="5079" y="254000"/>
                  </a:lnTo>
                  <a:close/>
                </a:path>
              </a:pathLst>
            </a:custGeom>
            <a:solidFill>
              <a:srgbClr val="8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8" name="object 53">
              <a:extLst>
                <a:ext uri="{FF2B5EF4-FFF2-40B4-BE49-F238E27FC236}">
                  <a16:creationId xmlns:a16="http://schemas.microsoft.com/office/drawing/2014/main" id="{533260CD-A35F-4B51-AD2D-ADC53AA50B83}"/>
                </a:ext>
              </a:extLst>
            </p:cNvPr>
            <p:cNvSpPr/>
            <p:nvPr/>
          </p:nvSpPr>
          <p:spPr>
            <a:xfrm>
              <a:off x="4709160" y="4258944"/>
              <a:ext cx="6350" cy="273050"/>
            </a:xfrm>
            <a:custGeom>
              <a:avLst/>
              <a:gdLst/>
              <a:ahLst/>
              <a:cxnLst/>
              <a:rect l="l" t="t" r="r" b="b"/>
              <a:pathLst>
                <a:path w="6350" h="273050">
                  <a:moveTo>
                    <a:pt x="127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5079" y="5079"/>
                  </a:lnTo>
                  <a:lnTo>
                    <a:pt x="5079" y="3809"/>
                  </a:lnTo>
                  <a:lnTo>
                    <a:pt x="3810" y="3809"/>
                  </a:lnTo>
                  <a:lnTo>
                    <a:pt x="3810" y="2539"/>
                  </a:lnTo>
                  <a:lnTo>
                    <a:pt x="2539" y="2539"/>
                  </a:lnTo>
                  <a:lnTo>
                    <a:pt x="2539" y="1269"/>
                  </a:lnTo>
                  <a:lnTo>
                    <a:pt x="1270" y="1269"/>
                  </a:lnTo>
                  <a:lnTo>
                    <a:pt x="1270" y="0"/>
                  </a:lnTo>
                  <a:close/>
                </a:path>
                <a:path w="6350" h="273050">
                  <a:moveTo>
                    <a:pt x="635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6350" y="11429"/>
                  </a:lnTo>
                  <a:lnTo>
                    <a:pt x="6350" y="5080"/>
                  </a:lnTo>
                  <a:close/>
                </a:path>
                <a:path w="6350" h="273050">
                  <a:moveTo>
                    <a:pt x="635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6350" y="17779"/>
                  </a:lnTo>
                  <a:lnTo>
                    <a:pt x="6350" y="11430"/>
                  </a:lnTo>
                  <a:close/>
                </a:path>
                <a:path w="6350" h="273050">
                  <a:moveTo>
                    <a:pt x="635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6350" y="24129"/>
                  </a:lnTo>
                  <a:lnTo>
                    <a:pt x="6350" y="17780"/>
                  </a:lnTo>
                  <a:close/>
                </a:path>
                <a:path w="6350" h="273050">
                  <a:moveTo>
                    <a:pt x="635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6350" y="30479"/>
                  </a:lnTo>
                  <a:lnTo>
                    <a:pt x="6350" y="24130"/>
                  </a:lnTo>
                  <a:close/>
                </a:path>
                <a:path w="6350" h="273050">
                  <a:moveTo>
                    <a:pt x="6350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6350" y="36829"/>
                  </a:lnTo>
                  <a:lnTo>
                    <a:pt x="6350" y="30480"/>
                  </a:lnTo>
                  <a:close/>
                </a:path>
                <a:path w="6350" h="273050">
                  <a:moveTo>
                    <a:pt x="6350" y="36830"/>
                  </a:moveTo>
                  <a:lnTo>
                    <a:pt x="0" y="36830"/>
                  </a:lnTo>
                  <a:lnTo>
                    <a:pt x="0" y="41909"/>
                  </a:lnTo>
                  <a:lnTo>
                    <a:pt x="6350" y="41909"/>
                  </a:lnTo>
                  <a:lnTo>
                    <a:pt x="6350" y="36830"/>
                  </a:lnTo>
                  <a:close/>
                </a:path>
                <a:path w="6350" h="273050">
                  <a:moveTo>
                    <a:pt x="6350" y="41910"/>
                  </a:moveTo>
                  <a:lnTo>
                    <a:pt x="0" y="41910"/>
                  </a:lnTo>
                  <a:lnTo>
                    <a:pt x="0" y="49529"/>
                  </a:lnTo>
                  <a:lnTo>
                    <a:pt x="6350" y="49529"/>
                  </a:lnTo>
                  <a:lnTo>
                    <a:pt x="6350" y="41910"/>
                  </a:lnTo>
                  <a:close/>
                </a:path>
                <a:path w="6350" h="273050">
                  <a:moveTo>
                    <a:pt x="6350" y="49530"/>
                  </a:moveTo>
                  <a:lnTo>
                    <a:pt x="0" y="49530"/>
                  </a:lnTo>
                  <a:lnTo>
                    <a:pt x="0" y="54609"/>
                  </a:lnTo>
                  <a:lnTo>
                    <a:pt x="6350" y="54609"/>
                  </a:lnTo>
                  <a:lnTo>
                    <a:pt x="6350" y="49530"/>
                  </a:lnTo>
                  <a:close/>
                </a:path>
                <a:path w="6350" h="273050">
                  <a:moveTo>
                    <a:pt x="6350" y="54610"/>
                  </a:moveTo>
                  <a:lnTo>
                    <a:pt x="0" y="54610"/>
                  </a:lnTo>
                  <a:lnTo>
                    <a:pt x="0" y="68579"/>
                  </a:lnTo>
                  <a:lnTo>
                    <a:pt x="6350" y="68579"/>
                  </a:lnTo>
                  <a:lnTo>
                    <a:pt x="6350" y="54610"/>
                  </a:lnTo>
                  <a:close/>
                </a:path>
                <a:path w="6350" h="273050">
                  <a:moveTo>
                    <a:pt x="6350" y="68580"/>
                  </a:moveTo>
                  <a:lnTo>
                    <a:pt x="0" y="68580"/>
                  </a:lnTo>
                  <a:lnTo>
                    <a:pt x="0" y="74929"/>
                  </a:lnTo>
                  <a:lnTo>
                    <a:pt x="6350" y="74929"/>
                  </a:lnTo>
                  <a:lnTo>
                    <a:pt x="6350" y="68580"/>
                  </a:lnTo>
                  <a:close/>
                </a:path>
                <a:path w="6350" h="273050">
                  <a:moveTo>
                    <a:pt x="6350" y="74930"/>
                  </a:moveTo>
                  <a:lnTo>
                    <a:pt x="0" y="74930"/>
                  </a:lnTo>
                  <a:lnTo>
                    <a:pt x="0" y="81279"/>
                  </a:lnTo>
                  <a:lnTo>
                    <a:pt x="6350" y="81279"/>
                  </a:lnTo>
                  <a:lnTo>
                    <a:pt x="6350" y="74930"/>
                  </a:lnTo>
                  <a:close/>
                </a:path>
                <a:path w="6350" h="273050">
                  <a:moveTo>
                    <a:pt x="6350" y="81280"/>
                  </a:moveTo>
                  <a:lnTo>
                    <a:pt x="0" y="81280"/>
                  </a:lnTo>
                  <a:lnTo>
                    <a:pt x="0" y="86359"/>
                  </a:lnTo>
                  <a:lnTo>
                    <a:pt x="6350" y="86359"/>
                  </a:lnTo>
                  <a:lnTo>
                    <a:pt x="6350" y="81280"/>
                  </a:lnTo>
                  <a:close/>
                </a:path>
                <a:path w="6350" h="273050">
                  <a:moveTo>
                    <a:pt x="6350" y="86360"/>
                  </a:moveTo>
                  <a:lnTo>
                    <a:pt x="0" y="86360"/>
                  </a:lnTo>
                  <a:lnTo>
                    <a:pt x="0" y="113029"/>
                  </a:lnTo>
                  <a:lnTo>
                    <a:pt x="6350" y="113029"/>
                  </a:lnTo>
                  <a:lnTo>
                    <a:pt x="6350" y="86360"/>
                  </a:lnTo>
                  <a:close/>
                </a:path>
                <a:path w="6350" h="273050">
                  <a:moveTo>
                    <a:pt x="6350" y="113030"/>
                  </a:moveTo>
                  <a:lnTo>
                    <a:pt x="0" y="113030"/>
                  </a:lnTo>
                  <a:lnTo>
                    <a:pt x="0" y="170179"/>
                  </a:lnTo>
                  <a:lnTo>
                    <a:pt x="6350" y="170179"/>
                  </a:lnTo>
                  <a:lnTo>
                    <a:pt x="6350" y="113030"/>
                  </a:lnTo>
                  <a:close/>
                </a:path>
                <a:path w="6350" h="273050">
                  <a:moveTo>
                    <a:pt x="6350" y="170180"/>
                  </a:moveTo>
                  <a:lnTo>
                    <a:pt x="0" y="170180"/>
                  </a:lnTo>
                  <a:lnTo>
                    <a:pt x="0" y="176529"/>
                  </a:lnTo>
                  <a:lnTo>
                    <a:pt x="6350" y="176529"/>
                  </a:lnTo>
                  <a:lnTo>
                    <a:pt x="6350" y="170180"/>
                  </a:lnTo>
                  <a:close/>
                </a:path>
                <a:path w="6350" h="273050">
                  <a:moveTo>
                    <a:pt x="6350" y="176530"/>
                  </a:moveTo>
                  <a:lnTo>
                    <a:pt x="0" y="176530"/>
                  </a:lnTo>
                  <a:lnTo>
                    <a:pt x="0" y="181609"/>
                  </a:lnTo>
                  <a:lnTo>
                    <a:pt x="6350" y="181609"/>
                  </a:lnTo>
                  <a:lnTo>
                    <a:pt x="6350" y="176530"/>
                  </a:lnTo>
                  <a:close/>
                </a:path>
                <a:path w="6350" h="273050">
                  <a:moveTo>
                    <a:pt x="6350" y="181610"/>
                  </a:moveTo>
                  <a:lnTo>
                    <a:pt x="0" y="181610"/>
                  </a:lnTo>
                  <a:lnTo>
                    <a:pt x="0" y="189229"/>
                  </a:lnTo>
                  <a:lnTo>
                    <a:pt x="6350" y="189229"/>
                  </a:lnTo>
                  <a:lnTo>
                    <a:pt x="6350" y="181610"/>
                  </a:lnTo>
                  <a:close/>
                </a:path>
                <a:path w="6350" h="273050">
                  <a:moveTo>
                    <a:pt x="6350" y="189230"/>
                  </a:moveTo>
                  <a:lnTo>
                    <a:pt x="0" y="189230"/>
                  </a:lnTo>
                  <a:lnTo>
                    <a:pt x="0" y="195579"/>
                  </a:lnTo>
                  <a:lnTo>
                    <a:pt x="6350" y="195579"/>
                  </a:lnTo>
                  <a:lnTo>
                    <a:pt x="6350" y="189230"/>
                  </a:lnTo>
                  <a:close/>
                </a:path>
                <a:path w="6350" h="273050">
                  <a:moveTo>
                    <a:pt x="6350" y="195580"/>
                  </a:moveTo>
                  <a:lnTo>
                    <a:pt x="0" y="195580"/>
                  </a:lnTo>
                  <a:lnTo>
                    <a:pt x="0" y="201929"/>
                  </a:lnTo>
                  <a:lnTo>
                    <a:pt x="6350" y="201929"/>
                  </a:lnTo>
                  <a:lnTo>
                    <a:pt x="6350" y="195580"/>
                  </a:lnTo>
                  <a:close/>
                </a:path>
                <a:path w="6350" h="273050">
                  <a:moveTo>
                    <a:pt x="6350" y="201930"/>
                  </a:moveTo>
                  <a:lnTo>
                    <a:pt x="0" y="201930"/>
                  </a:lnTo>
                  <a:lnTo>
                    <a:pt x="0" y="214629"/>
                  </a:lnTo>
                  <a:lnTo>
                    <a:pt x="6350" y="214629"/>
                  </a:lnTo>
                  <a:lnTo>
                    <a:pt x="6350" y="201930"/>
                  </a:lnTo>
                  <a:close/>
                </a:path>
                <a:path w="6350" h="273050">
                  <a:moveTo>
                    <a:pt x="6350" y="214630"/>
                  </a:moveTo>
                  <a:lnTo>
                    <a:pt x="0" y="214630"/>
                  </a:lnTo>
                  <a:lnTo>
                    <a:pt x="0" y="220979"/>
                  </a:lnTo>
                  <a:lnTo>
                    <a:pt x="6350" y="220979"/>
                  </a:lnTo>
                  <a:lnTo>
                    <a:pt x="6350" y="214630"/>
                  </a:lnTo>
                  <a:close/>
                </a:path>
                <a:path w="6350" h="273050">
                  <a:moveTo>
                    <a:pt x="6350" y="220980"/>
                  </a:moveTo>
                  <a:lnTo>
                    <a:pt x="0" y="220980"/>
                  </a:lnTo>
                  <a:lnTo>
                    <a:pt x="0" y="226059"/>
                  </a:lnTo>
                  <a:lnTo>
                    <a:pt x="6350" y="226059"/>
                  </a:lnTo>
                  <a:lnTo>
                    <a:pt x="6350" y="220980"/>
                  </a:lnTo>
                  <a:close/>
                </a:path>
                <a:path w="6350" h="273050">
                  <a:moveTo>
                    <a:pt x="6350" y="226059"/>
                  </a:moveTo>
                  <a:lnTo>
                    <a:pt x="0" y="226059"/>
                  </a:lnTo>
                  <a:lnTo>
                    <a:pt x="0" y="228599"/>
                  </a:lnTo>
                  <a:lnTo>
                    <a:pt x="6350" y="228599"/>
                  </a:lnTo>
                  <a:lnTo>
                    <a:pt x="6350" y="226059"/>
                  </a:lnTo>
                  <a:close/>
                </a:path>
                <a:path w="6350" h="273050">
                  <a:moveTo>
                    <a:pt x="6350" y="228600"/>
                  </a:moveTo>
                  <a:lnTo>
                    <a:pt x="0" y="228600"/>
                  </a:lnTo>
                  <a:lnTo>
                    <a:pt x="0" y="234949"/>
                  </a:lnTo>
                  <a:lnTo>
                    <a:pt x="6350" y="234949"/>
                  </a:lnTo>
                  <a:lnTo>
                    <a:pt x="6350" y="228600"/>
                  </a:lnTo>
                  <a:close/>
                </a:path>
                <a:path w="6350" h="273050">
                  <a:moveTo>
                    <a:pt x="6350" y="234950"/>
                  </a:moveTo>
                  <a:lnTo>
                    <a:pt x="0" y="234950"/>
                  </a:lnTo>
                  <a:lnTo>
                    <a:pt x="0" y="238759"/>
                  </a:lnTo>
                  <a:lnTo>
                    <a:pt x="6350" y="238759"/>
                  </a:lnTo>
                  <a:lnTo>
                    <a:pt x="6350" y="234950"/>
                  </a:lnTo>
                  <a:close/>
                </a:path>
                <a:path w="6350" h="273050">
                  <a:moveTo>
                    <a:pt x="6350" y="238759"/>
                  </a:moveTo>
                  <a:lnTo>
                    <a:pt x="0" y="238759"/>
                  </a:lnTo>
                  <a:lnTo>
                    <a:pt x="0" y="245109"/>
                  </a:lnTo>
                  <a:lnTo>
                    <a:pt x="6350" y="245109"/>
                  </a:lnTo>
                  <a:lnTo>
                    <a:pt x="6350" y="238759"/>
                  </a:lnTo>
                  <a:close/>
                </a:path>
                <a:path w="6350" h="273050">
                  <a:moveTo>
                    <a:pt x="6350" y="245109"/>
                  </a:moveTo>
                  <a:lnTo>
                    <a:pt x="0" y="245109"/>
                  </a:lnTo>
                  <a:lnTo>
                    <a:pt x="0" y="247649"/>
                  </a:lnTo>
                  <a:lnTo>
                    <a:pt x="6350" y="247649"/>
                  </a:lnTo>
                  <a:lnTo>
                    <a:pt x="6350" y="245109"/>
                  </a:lnTo>
                  <a:close/>
                </a:path>
                <a:path w="6350" h="273050">
                  <a:moveTo>
                    <a:pt x="6350" y="247650"/>
                  </a:moveTo>
                  <a:lnTo>
                    <a:pt x="0" y="247650"/>
                  </a:lnTo>
                  <a:lnTo>
                    <a:pt x="0" y="251459"/>
                  </a:lnTo>
                  <a:lnTo>
                    <a:pt x="6350" y="251459"/>
                  </a:lnTo>
                  <a:lnTo>
                    <a:pt x="6350" y="247650"/>
                  </a:lnTo>
                  <a:close/>
                </a:path>
                <a:path w="6350" h="273050">
                  <a:moveTo>
                    <a:pt x="6350" y="251459"/>
                  </a:moveTo>
                  <a:lnTo>
                    <a:pt x="0" y="251459"/>
                  </a:lnTo>
                  <a:lnTo>
                    <a:pt x="0" y="253999"/>
                  </a:lnTo>
                  <a:lnTo>
                    <a:pt x="6350" y="253999"/>
                  </a:lnTo>
                  <a:lnTo>
                    <a:pt x="6350" y="251459"/>
                  </a:lnTo>
                  <a:close/>
                </a:path>
                <a:path w="6350" h="273050">
                  <a:moveTo>
                    <a:pt x="6350" y="254000"/>
                  </a:moveTo>
                  <a:lnTo>
                    <a:pt x="0" y="254000"/>
                  </a:lnTo>
                  <a:lnTo>
                    <a:pt x="0" y="257809"/>
                  </a:lnTo>
                  <a:lnTo>
                    <a:pt x="6350" y="257809"/>
                  </a:lnTo>
                  <a:lnTo>
                    <a:pt x="6350" y="254000"/>
                  </a:lnTo>
                  <a:close/>
                </a:path>
                <a:path w="6350" h="273050">
                  <a:moveTo>
                    <a:pt x="6350" y="257809"/>
                  </a:moveTo>
                  <a:lnTo>
                    <a:pt x="0" y="257809"/>
                  </a:lnTo>
                  <a:lnTo>
                    <a:pt x="0" y="260349"/>
                  </a:lnTo>
                  <a:lnTo>
                    <a:pt x="6350" y="260349"/>
                  </a:lnTo>
                  <a:lnTo>
                    <a:pt x="6350" y="257809"/>
                  </a:lnTo>
                  <a:close/>
                </a:path>
                <a:path w="6350" h="273050">
                  <a:moveTo>
                    <a:pt x="6350" y="260350"/>
                  </a:moveTo>
                  <a:lnTo>
                    <a:pt x="0" y="260350"/>
                  </a:lnTo>
                  <a:lnTo>
                    <a:pt x="0" y="266699"/>
                  </a:lnTo>
                  <a:lnTo>
                    <a:pt x="6350" y="266699"/>
                  </a:lnTo>
                  <a:lnTo>
                    <a:pt x="6350" y="260350"/>
                  </a:lnTo>
                  <a:close/>
                </a:path>
                <a:path w="6350" h="273050">
                  <a:moveTo>
                    <a:pt x="6350" y="266700"/>
                  </a:moveTo>
                  <a:lnTo>
                    <a:pt x="0" y="266700"/>
                  </a:lnTo>
                  <a:lnTo>
                    <a:pt x="0" y="270509"/>
                  </a:lnTo>
                  <a:lnTo>
                    <a:pt x="3810" y="270509"/>
                  </a:lnTo>
                  <a:lnTo>
                    <a:pt x="3810" y="269239"/>
                  </a:lnTo>
                  <a:lnTo>
                    <a:pt x="5079" y="269239"/>
                  </a:lnTo>
                  <a:lnTo>
                    <a:pt x="5079" y="267969"/>
                  </a:lnTo>
                  <a:lnTo>
                    <a:pt x="6350" y="267969"/>
                  </a:lnTo>
                  <a:lnTo>
                    <a:pt x="6350" y="266700"/>
                  </a:lnTo>
                  <a:close/>
                </a:path>
                <a:path w="6350" h="273050">
                  <a:moveTo>
                    <a:pt x="2539" y="270509"/>
                  </a:moveTo>
                  <a:lnTo>
                    <a:pt x="0" y="270509"/>
                  </a:lnTo>
                  <a:lnTo>
                    <a:pt x="0" y="273049"/>
                  </a:lnTo>
                  <a:lnTo>
                    <a:pt x="1270" y="273049"/>
                  </a:lnTo>
                  <a:lnTo>
                    <a:pt x="1270" y="271779"/>
                  </a:lnTo>
                  <a:lnTo>
                    <a:pt x="2539" y="271779"/>
                  </a:lnTo>
                  <a:lnTo>
                    <a:pt x="2539" y="270509"/>
                  </a:lnTo>
                  <a:close/>
                </a:path>
              </a:pathLst>
            </a:custGeom>
            <a:solidFill>
              <a:srgbClr val="85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59" name="object 54">
              <a:extLst>
                <a:ext uri="{FF2B5EF4-FFF2-40B4-BE49-F238E27FC236}">
                  <a16:creationId xmlns:a16="http://schemas.microsoft.com/office/drawing/2014/main" id="{6B851F2E-2F0D-4FB7-B820-F4637373477C}"/>
                </a:ext>
              </a:extLst>
            </p:cNvPr>
            <p:cNvSpPr/>
            <p:nvPr/>
          </p:nvSpPr>
          <p:spPr>
            <a:xfrm>
              <a:off x="4701539" y="4252594"/>
              <a:ext cx="7620" cy="285750"/>
            </a:xfrm>
            <a:custGeom>
              <a:avLst/>
              <a:gdLst/>
              <a:ahLst/>
              <a:cxnLst/>
              <a:rect l="l" t="t" r="r" b="b"/>
              <a:pathLst>
                <a:path w="7620" h="285750">
                  <a:moveTo>
                    <a:pt x="127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6350" y="5079"/>
                  </a:lnTo>
                  <a:lnTo>
                    <a:pt x="6350" y="3809"/>
                  </a:lnTo>
                  <a:lnTo>
                    <a:pt x="5080" y="3809"/>
                  </a:lnTo>
                  <a:lnTo>
                    <a:pt x="5080" y="2539"/>
                  </a:lnTo>
                  <a:lnTo>
                    <a:pt x="2539" y="2539"/>
                  </a:lnTo>
                  <a:lnTo>
                    <a:pt x="2539" y="1269"/>
                  </a:lnTo>
                  <a:lnTo>
                    <a:pt x="1270" y="1269"/>
                  </a:lnTo>
                  <a:lnTo>
                    <a:pt x="1270" y="0"/>
                  </a:lnTo>
                  <a:close/>
                </a:path>
                <a:path w="7620" h="285750">
                  <a:moveTo>
                    <a:pt x="762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7620" y="11429"/>
                  </a:lnTo>
                  <a:lnTo>
                    <a:pt x="7620" y="5080"/>
                  </a:lnTo>
                  <a:close/>
                </a:path>
                <a:path w="7620" h="285750">
                  <a:moveTo>
                    <a:pt x="762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7620" y="17779"/>
                  </a:lnTo>
                  <a:lnTo>
                    <a:pt x="7620" y="11430"/>
                  </a:lnTo>
                  <a:close/>
                </a:path>
                <a:path w="7620" h="285750">
                  <a:moveTo>
                    <a:pt x="762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7620" y="24129"/>
                  </a:lnTo>
                  <a:lnTo>
                    <a:pt x="7620" y="17780"/>
                  </a:lnTo>
                  <a:close/>
                </a:path>
                <a:path w="7620" h="285750">
                  <a:moveTo>
                    <a:pt x="762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7620" y="30479"/>
                  </a:lnTo>
                  <a:lnTo>
                    <a:pt x="7620" y="24130"/>
                  </a:lnTo>
                  <a:close/>
                </a:path>
                <a:path w="7620" h="285750">
                  <a:moveTo>
                    <a:pt x="7620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7620" y="36829"/>
                  </a:lnTo>
                  <a:lnTo>
                    <a:pt x="7620" y="30480"/>
                  </a:lnTo>
                  <a:close/>
                </a:path>
                <a:path w="7620" h="285750">
                  <a:moveTo>
                    <a:pt x="7620" y="36830"/>
                  </a:moveTo>
                  <a:lnTo>
                    <a:pt x="0" y="36830"/>
                  </a:lnTo>
                  <a:lnTo>
                    <a:pt x="0" y="43179"/>
                  </a:lnTo>
                  <a:lnTo>
                    <a:pt x="7620" y="43179"/>
                  </a:lnTo>
                  <a:lnTo>
                    <a:pt x="7620" y="36830"/>
                  </a:lnTo>
                  <a:close/>
                </a:path>
                <a:path w="7620" h="285750">
                  <a:moveTo>
                    <a:pt x="7620" y="43180"/>
                  </a:moveTo>
                  <a:lnTo>
                    <a:pt x="0" y="43180"/>
                  </a:lnTo>
                  <a:lnTo>
                    <a:pt x="0" y="48259"/>
                  </a:lnTo>
                  <a:lnTo>
                    <a:pt x="7620" y="48259"/>
                  </a:lnTo>
                  <a:lnTo>
                    <a:pt x="7620" y="43180"/>
                  </a:lnTo>
                  <a:close/>
                </a:path>
                <a:path w="7620" h="285750">
                  <a:moveTo>
                    <a:pt x="7620" y="48260"/>
                  </a:moveTo>
                  <a:lnTo>
                    <a:pt x="0" y="48260"/>
                  </a:lnTo>
                  <a:lnTo>
                    <a:pt x="0" y="55879"/>
                  </a:lnTo>
                  <a:lnTo>
                    <a:pt x="7620" y="55879"/>
                  </a:lnTo>
                  <a:lnTo>
                    <a:pt x="7620" y="48260"/>
                  </a:lnTo>
                  <a:close/>
                </a:path>
                <a:path w="7620" h="285750">
                  <a:moveTo>
                    <a:pt x="7620" y="55880"/>
                  </a:moveTo>
                  <a:lnTo>
                    <a:pt x="0" y="55880"/>
                  </a:lnTo>
                  <a:lnTo>
                    <a:pt x="0" y="60959"/>
                  </a:lnTo>
                  <a:lnTo>
                    <a:pt x="7620" y="60959"/>
                  </a:lnTo>
                  <a:lnTo>
                    <a:pt x="7620" y="55880"/>
                  </a:lnTo>
                  <a:close/>
                </a:path>
                <a:path w="7620" h="285750">
                  <a:moveTo>
                    <a:pt x="7620" y="60960"/>
                  </a:moveTo>
                  <a:lnTo>
                    <a:pt x="0" y="60960"/>
                  </a:lnTo>
                  <a:lnTo>
                    <a:pt x="0" y="74929"/>
                  </a:lnTo>
                  <a:lnTo>
                    <a:pt x="7620" y="74929"/>
                  </a:lnTo>
                  <a:lnTo>
                    <a:pt x="7620" y="60960"/>
                  </a:lnTo>
                  <a:close/>
                </a:path>
                <a:path w="7620" h="285750">
                  <a:moveTo>
                    <a:pt x="7620" y="74930"/>
                  </a:moveTo>
                  <a:lnTo>
                    <a:pt x="0" y="74930"/>
                  </a:lnTo>
                  <a:lnTo>
                    <a:pt x="0" y="81279"/>
                  </a:lnTo>
                  <a:lnTo>
                    <a:pt x="7620" y="81279"/>
                  </a:lnTo>
                  <a:lnTo>
                    <a:pt x="7620" y="74930"/>
                  </a:lnTo>
                  <a:close/>
                </a:path>
                <a:path w="7620" h="285750">
                  <a:moveTo>
                    <a:pt x="7620" y="81280"/>
                  </a:moveTo>
                  <a:lnTo>
                    <a:pt x="0" y="81280"/>
                  </a:lnTo>
                  <a:lnTo>
                    <a:pt x="0" y="87629"/>
                  </a:lnTo>
                  <a:lnTo>
                    <a:pt x="7620" y="87629"/>
                  </a:lnTo>
                  <a:lnTo>
                    <a:pt x="7620" y="81280"/>
                  </a:lnTo>
                  <a:close/>
                </a:path>
                <a:path w="7620" h="285750">
                  <a:moveTo>
                    <a:pt x="7620" y="87630"/>
                  </a:moveTo>
                  <a:lnTo>
                    <a:pt x="0" y="87630"/>
                  </a:lnTo>
                  <a:lnTo>
                    <a:pt x="0" y="92709"/>
                  </a:lnTo>
                  <a:lnTo>
                    <a:pt x="7620" y="92709"/>
                  </a:lnTo>
                  <a:lnTo>
                    <a:pt x="7620" y="87630"/>
                  </a:lnTo>
                  <a:close/>
                </a:path>
                <a:path w="7620" h="285750">
                  <a:moveTo>
                    <a:pt x="7620" y="92710"/>
                  </a:moveTo>
                  <a:lnTo>
                    <a:pt x="0" y="92710"/>
                  </a:lnTo>
                  <a:lnTo>
                    <a:pt x="0" y="119379"/>
                  </a:lnTo>
                  <a:lnTo>
                    <a:pt x="7620" y="119379"/>
                  </a:lnTo>
                  <a:lnTo>
                    <a:pt x="7620" y="92710"/>
                  </a:lnTo>
                  <a:close/>
                </a:path>
                <a:path w="7620" h="285750">
                  <a:moveTo>
                    <a:pt x="7620" y="119380"/>
                  </a:moveTo>
                  <a:lnTo>
                    <a:pt x="0" y="119380"/>
                  </a:lnTo>
                  <a:lnTo>
                    <a:pt x="0" y="176529"/>
                  </a:lnTo>
                  <a:lnTo>
                    <a:pt x="7620" y="176529"/>
                  </a:lnTo>
                  <a:lnTo>
                    <a:pt x="7620" y="119380"/>
                  </a:lnTo>
                  <a:close/>
                </a:path>
                <a:path w="7620" h="285750">
                  <a:moveTo>
                    <a:pt x="7620" y="176530"/>
                  </a:moveTo>
                  <a:lnTo>
                    <a:pt x="0" y="176530"/>
                  </a:lnTo>
                  <a:lnTo>
                    <a:pt x="0" y="182879"/>
                  </a:lnTo>
                  <a:lnTo>
                    <a:pt x="7620" y="182879"/>
                  </a:lnTo>
                  <a:lnTo>
                    <a:pt x="7620" y="176530"/>
                  </a:lnTo>
                  <a:close/>
                </a:path>
                <a:path w="7620" h="285750">
                  <a:moveTo>
                    <a:pt x="7620" y="182880"/>
                  </a:moveTo>
                  <a:lnTo>
                    <a:pt x="0" y="182880"/>
                  </a:lnTo>
                  <a:lnTo>
                    <a:pt x="0" y="187959"/>
                  </a:lnTo>
                  <a:lnTo>
                    <a:pt x="7620" y="187959"/>
                  </a:lnTo>
                  <a:lnTo>
                    <a:pt x="7620" y="182880"/>
                  </a:lnTo>
                  <a:close/>
                </a:path>
                <a:path w="7620" h="285750">
                  <a:moveTo>
                    <a:pt x="7620" y="187960"/>
                  </a:moveTo>
                  <a:lnTo>
                    <a:pt x="0" y="187960"/>
                  </a:lnTo>
                  <a:lnTo>
                    <a:pt x="0" y="195579"/>
                  </a:lnTo>
                  <a:lnTo>
                    <a:pt x="7620" y="195579"/>
                  </a:lnTo>
                  <a:lnTo>
                    <a:pt x="7620" y="187960"/>
                  </a:lnTo>
                  <a:close/>
                </a:path>
                <a:path w="7620" h="285750">
                  <a:moveTo>
                    <a:pt x="7620" y="195580"/>
                  </a:moveTo>
                  <a:lnTo>
                    <a:pt x="0" y="195580"/>
                  </a:lnTo>
                  <a:lnTo>
                    <a:pt x="0" y="201929"/>
                  </a:lnTo>
                  <a:lnTo>
                    <a:pt x="7620" y="201929"/>
                  </a:lnTo>
                  <a:lnTo>
                    <a:pt x="7620" y="195580"/>
                  </a:lnTo>
                  <a:close/>
                </a:path>
                <a:path w="7620" h="285750">
                  <a:moveTo>
                    <a:pt x="7620" y="201930"/>
                  </a:moveTo>
                  <a:lnTo>
                    <a:pt x="0" y="201930"/>
                  </a:lnTo>
                  <a:lnTo>
                    <a:pt x="0" y="208279"/>
                  </a:lnTo>
                  <a:lnTo>
                    <a:pt x="7620" y="208279"/>
                  </a:lnTo>
                  <a:lnTo>
                    <a:pt x="7620" y="201930"/>
                  </a:lnTo>
                  <a:close/>
                </a:path>
                <a:path w="7620" h="285750">
                  <a:moveTo>
                    <a:pt x="7620" y="208280"/>
                  </a:moveTo>
                  <a:lnTo>
                    <a:pt x="0" y="208280"/>
                  </a:lnTo>
                  <a:lnTo>
                    <a:pt x="0" y="220979"/>
                  </a:lnTo>
                  <a:lnTo>
                    <a:pt x="7620" y="220979"/>
                  </a:lnTo>
                  <a:lnTo>
                    <a:pt x="7620" y="208280"/>
                  </a:lnTo>
                  <a:close/>
                </a:path>
                <a:path w="7620" h="285750">
                  <a:moveTo>
                    <a:pt x="7620" y="220980"/>
                  </a:moveTo>
                  <a:lnTo>
                    <a:pt x="0" y="220980"/>
                  </a:lnTo>
                  <a:lnTo>
                    <a:pt x="0" y="227329"/>
                  </a:lnTo>
                  <a:lnTo>
                    <a:pt x="7620" y="227329"/>
                  </a:lnTo>
                  <a:lnTo>
                    <a:pt x="7620" y="220980"/>
                  </a:lnTo>
                  <a:close/>
                </a:path>
                <a:path w="7620" h="285750">
                  <a:moveTo>
                    <a:pt x="7620" y="227330"/>
                  </a:moveTo>
                  <a:lnTo>
                    <a:pt x="0" y="227330"/>
                  </a:lnTo>
                  <a:lnTo>
                    <a:pt x="0" y="232409"/>
                  </a:lnTo>
                  <a:lnTo>
                    <a:pt x="7620" y="232409"/>
                  </a:lnTo>
                  <a:lnTo>
                    <a:pt x="7620" y="227330"/>
                  </a:lnTo>
                  <a:close/>
                </a:path>
                <a:path w="7620" h="285750">
                  <a:moveTo>
                    <a:pt x="7620" y="232409"/>
                  </a:moveTo>
                  <a:lnTo>
                    <a:pt x="0" y="232409"/>
                  </a:lnTo>
                  <a:lnTo>
                    <a:pt x="0" y="234949"/>
                  </a:lnTo>
                  <a:lnTo>
                    <a:pt x="7620" y="234949"/>
                  </a:lnTo>
                  <a:lnTo>
                    <a:pt x="7620" y="232409"/>
                  </a:lnTo>
                  <a:close/>
                </a:path>
                <a:path w="7620" h="285750">
                  <a:moveTo>
                    <a:pt x="7620" y="234950"/>
                  </a:moveTo>
                  <a:lnTo>
                    <a:pt x="0" y="234950"/>
                  </a:lnTo>
                  <a:lnTo>
                    <a:pt x="0" y="241299"/>
                  </a:lnTo>
                  <a:lnTo>
                    <a:pt x="7620" y="241299"/>
                  </a:lnTo>
                  <a:lnTo>
                    <a:pt x="7620" y="234950"/>
                  </a:lnTo>
                  <a:close/>
                </a:path>
                <a:path w="7620" h="285750">
                  <a:moveTo>
                    <a:pt x="7620" y="241300"/>
                  </a:moveTo>
                  <a:lnTo>
                    <a:pt x="0" y="241300"/>
                  </a:lnTo>
                  <a:lnTo>
                    <a:pt x="0" y="245109"/>
                  </a:lnTo>
                  <a:lnTo>
                    <a:pt x="7620" y="245109"/>
                  </a:lnTo>
                  <a:lnTo>
                    <a:pt x="7620" y="241300"/>
                  </a:lnTo>
                  <a:close/>
                </a:path>
                <a:path w="7620" h="285750">
                  <a:moveTo>
                    <a:pt x="7620" y="245109"/>
                  </a:moveTo>
                  <a:lnTo>
                    <a:pt x="0" y="245109"/>
                  </a:lnTo>
                  <a:lnTo>
                    <a:pt x="0" y="251459"/>
                  </a:lnTo>
                  <a:lnTo>
                    <a:pt x="7620" y="251459"/>
                  </a:lnTo>
                  <a:lnTo>
                    <a:pt x="7620" y="245109"/>
                  </a:lnTo>
                  <a:close/>
                </a:path>
                <a:path w="7620" h="285750">
                  <a:moveTo>
                    <a:pt x="7620" y="251459"/>
                  </a:moveTo>
                  <a:lnTo>
                    <a:pt x="0" y="251459"/>
                  </a:lnTo>
                  <a:lnTo>
                    <a:pt x="0" y="253999"/>
                  </a:lnTo>
                  <a:lnTo>
                    <a:pt x="7620" y="253999"/>
                  </a:lnTo>
                  <a:lnTo>
                    <a:pt x="7620" y="251459"/>
                  </a:lnTo>
                  <a:close/>
                </a:path>
                <a:path w="7620" h="285750">
                  <a:moveTo>
                    <a:pt x="7620" y="254000"/>
                  </a:moveTo>
                  <a:lnTo>
                    <a:pt x="0" y="254000"/>
                  </a:lnTo>
                  <a:lnTo>
                    <a:pt x="0" y="257809"/>
                  </a:lnTo>
                  <a:lnTo>
                    <a:pt x="7620" y="257809"/>
                  </a:lnTo>
                  <a:lnTo>
                    <a:pt x="7620" y="254000"/>
                  </a:lnTo>
                  <a:close/>
                </a:path>
                <a:path w="7620" h="285750">
                  <a:moveTo>
                    <a:pt x="7620" y="257809"/>
                  </a:moveTo>
                  <a:lnTo>
                    <a:pt x="0" y="257809"/>
                  </a:lnTo>
                  <a:lnTo>
                    <a:pt x="0" y="260349"/>
                  </a:lnTo>
                  <a:lnTo>
                    <a:pt x="7620" y="260349"/>
                  </a:lnTo>
                  <a:lnTo>
                    <a:pt x="7620" y="257809"/>
                  </a:lnTo>
                  <a:close/>
                </a:path>
                <a:path w="7620" h="285750">
                  <a:moveTo>
                    <a:pt x="7620" y="260350"/>
                  </a:moveTo>
                  <a:lnTo>
                    <a:pt x="0" y="260350"/>
                  </a:lnTo>
                  <a:lnTo>
                    <a:pt x="0" y="264159"/>
                  </a:lnTo>
                  <a:lnTo>
                    <a:pt x="7620" y="264159"/>
                  </a:lnTo>
                  <a:lnTo>
                    <a:pt x="7620" y="260350"/>
                  </a:lnTo>
                  <a:close/>
                </a:path>
                <a:path w="7620" h="285750">
                  <a:moveTo>
                    <a:pt x="7620" y="264159"/>
                  </a:moveTo>
                  <a:lnTo>
                    <a:pt x="0" y="264159"/>
                  </a:lnTo>
                  <a:lnTo>
                    <a:pt x="0" y="266699"/>
                  </a:lnTo>
                  <a:lnTo>
                    <a:pt x="7620" y="266699"/>
                  </a:lnTo>
                  <a:lnTo>
                    <a:pt x="7620" y="264159"/>
                  </a:lnTo>
                  <a:close/>
                </a:path>
                <a:path w="7620" h="285750">
                  <a:moveTo>
                    <a:pt x="7620" y="266700"/>
                  </a:moveTo>
                  <a:lnTo>
                    <a:pt x="0" y="266700"/>
                  </a:lnTo>
                  <a:lnTo>
                    <a:pt x="0" y="273049"/>
                  </a:lnTo>
                  <a:lnTo>
                    <a:pt x="7620" y="273049"/>
                  </a:lnTo>
                  <a:lnTo>
                    <a:pt x="7620" y="266700"/>
                  </a:lnTo>
                  <a:close/>
                </a:path>
                <a:path w="7620" h="285750">
                  <a:moveTo>
                    <a:pt x="7620" y="273050"/>
                  </a:moveTo>
                  <a:lnTo>
                    <a:pt x="0" y="273050"/>
                  </a:lnTo>
                  <a:lnTo>
                    <a:pt x="0" y="276859"/>
                  </a:lnTo>
                  <a:lnTo>
                    <a:pt x="7620" y="276859"/>
                  </a:lnTo>
                  <a:lnTo>
                    <a:pt x="7620" y="273050"/>
                  </a:lnTo>
                  <a:close/>
                </a:path>
                <a:path w="7620" h="285750">
                  <a:moveTo>
                    <a:pt x="7620" y="276859"/>
                  </a:moveTo>
                  <a:lnTo>
                    <a:pt x="0" y="276859"/>
                  </a:lnTo>
                  <a:lnTo>
                    <a:pt x="0" y="279399"/>
                  </a:lnTo>
                  <a:lnTo>
                    <a:pt x="7620" y="279399"/>
                  </a:lnTo>
                  <a:lnTo>
                    <a:pt x="7620" y="276859"/>
                  </a:lnTo>
                  <a:close/>
                </a:path>
                <a:path w="7620" h="285750">
                  <a:moveTo>
                    <a:pt x="7620" y="279400"/>
                  </a:moveTo>
                  <a:lnTo>
                    <a:pt x="0" y="279400"/>
                  </a:lnTo>
                  <a:lnTo>
                    <a:pt x="0" y="283209"/>
                  </a:lnTo>
                  <a:lnTo>
                    <a:pt x="5080" y="283209"/>
                  </a:lnTo>
                  <a:lnTo>
                    <a:pt x="5080" y="281939"/>
                  </a:lnTo>
                  <a:lnTo>
                    <a:pt x="6350" y="281939"/>
                  </a:lnTo>
                  <a:lnTo>
                    <a:pt x="6350" y="280669"/>
                  </a:lnTo>
                  <a:lnTo>
                    <a:pt x="7620" y="280669"/>
                  </a:lnTo>
                  <a:lnTo>
                    <a:pt x="7620" y="279400"/>
                  </a:lnTo>
                  <a:close/>
                </a:path>
                <a:path w="7620" h="285750">
                  <a:moveTo>
                    <a:pt x="3810" y="283209"/>
                  </a:moveTo>
                  <a:lnTo>
                    <a:pt x="0" y="283209"/>
                  </a:lnTo>
                  <a:lnTo>
                    <a:pt x="0" y="285749"/>
                  </a:lnTo>
                  <a:lnTo>
                    <a:pt x="1270" y="285749"/>
                  </a:lnTo>
                  <a:lnTo>
                    <a:pt x="1270" y="284479"/>
                  </a:lnTo>
                  <a:lnTo>
                    <a:pt x="3810" y="284479"/>
                  </a:lnTo>
                  <a:lnTo>
                    <a:pt x="3810" y="283209"/>
                  </a:lnTo>
                  <a:close/>
                </a:path>
              </a:pathLst>
            </a:custGeom>
            <a:solidFill>
              <a:srgbClr val="88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0" name="object 55">
              <a:extLst>
                <a:ext uri="{FF2B5EF4-FFF2-40B4-BE49-F238E27FC236}">
                  <a16:creationId xmlns:a16="http://schemas.microsoft.com/office/drawing/2014/main" id="{C00699CF-461E-4A23-9DC4-6C582774CE04}"/>
                </a:ext>
              </a:extLst>
            </p:cNvPr>
            <p:cNvSpPr/>
            <p:nvPr/>
          </p:nvSpPr>
          <p:spPr>
            <a:xfrm>
              <a:off x="4693919" y="4246244"/>
              <a:ext cx="7620" cy="298450"/>
            </a:xfrm>
            <a:custGeom>
              <a:avLst/>
              <a:gdLst/>
              <a:ahLst/>
              <a:cxnLst/>
              <a:rect l="l" t="t" r="r" b="b"/>
              <a:pathLst>
                <a:path w="7620" h="298450">
                  <a:moveTo>
                    <a:pt x="253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6350" y="5079"/>
                  </a:lnTo>
                  <a:lnTo>
                    <a:pt x="6350" y="3809"/>
                  </a:lnTo>
                  <a:lnTo>
                    <a:pt x="5079" y="3809"/>
                  </a:lnTo>
                  <a:lnTo>
                    <a:pt x="5079" y="2539"/>
                  </a:lnTo>
                  <a:lnTo>
                    <a:pt x="3809" y="2539"/>
                  </a:lnTo>
                  <a:lnTo>
                    <a:pt x="3809" y="1269"/>
                  </a:lnTo>
                  <a:lnTo>
                    <a:pt x="2539" y="1269"/>
                  </a:lnTo>
                  <a:lnTo>
                    <a:pt x="2539" y="0"/>
                  </a:lnTo>
                  <a:close/>
                </a:path>
                <a:path w="7620" h="298450">
                  <a:moveTo>
                    <a:pt x="7619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7619" y="11429"/>
                  </a:lnTo>
                  <a:lnTo>
                    <a:pt x="7619" y="5080"/>
                  </a:lnTo>
                  <a:close/>
                </a:path>
                <a:path w="7620" h="298450">
                  <a:moveTo>
                    <a:pt x="7619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7619" y="17779"/>
                  </a:lnTo>
                  <a:lnTo>
                    <a:pt x="7619" y="11430"/>
                  </a:lnTo>
                  <a:close/>
                </a:path>
                <a:path w="7620" h="298450">
                  <a:moveTo>
                    <a:pt x="7619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7619" y="24129"/>
                  </a:lnTo>
                  <a:lnTo>
                    <a:pt x="7619" y="17780"/>
                  </a:lnTo>
                  <a:close/>
                </a:path>
                <a:path w="7620" h="298450">
                  <a:moveTo>
                    <a:pt x="7619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7619" y="30479"/>
                  </a:lnTo>
                  <a:lnTo>
                    <a:pt x="7619" y="24130"/>
                  </a:lnTo>
                  <a:close/>
                </a:path>
                <a:path w="7620" h="298450">
                  <a:moveTo>
                    <a:pt x="7619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7619" y="36829"/>
                  </a:lnTo>
                  <a:lnTo>
                    <a:pt x="7619" y="30480"/>
                  </a:lnTo>
                  <a:close/>
                </a:path>
                <a:path w="7620" h="298450">
                  <a:moveTo>
                    <a:pt x="7619" y="36830"/>
                  </a:moveTo>
                  <a:lnTo>
                    <a:pt x="0" y="36830"/>
                  </a:lnTo>
                  <a:lnTo>
                    <a:pt x="0" y="43179"/>
                  </a:lnTo>
                  <a:lnTo>
                    <a:pt x="7619" y="43179"/>
                  </a:lnTo>
                  <a:lnTo>
                    <a:pt x="7619" y="36830"/>
                  </a:lnTo>
                  <a:close/>
                </a:path>
                <a:path w="7620" h="298450">
                  <a:moveTo>
                    <a:pt x="7619" y="43180"/>
                  </a:moveTo>
                  <a:lnTo>
                    <a:pt x="0" y="43180"/>
                  </a:lnTo>
                  <a:lnTo>
                    <a:pt x="0" y="49529"/>
                  </a:lnTo>
                  <a:lnTo>
                    <a:pt x="7619" y="49529"/>
                  </a:lnTo>
                  <a:lnTo>
                    <a:pt x="7619" y="43180"/>
                  </a:lnTo>
                  <a:close/>
                </a:path>
                <a:path w="7620" h="298450">
                  <a:moveTo>
                    <a:pt x="7619" y="49530"/>
                  </a:moveTo>
                  <a:lnTo>
                    <a:pt x="0" y="49530"/>
                  </a:lnTo>
                  <a:lnTo>
                    <a:pt x="0" y="54609"/>
                  </a:lnTo>
                  <a:lnTo>
                    <a:pt x="7619" y="54609"/>
                  </a:lnTo>
                  <a:lnTo>
                    <a:pt x="7619" y="49530"/>
                  </a:lnTo>
                  <a:close/>
                </a:path>
                <a:path w="7620" h="298450">
                  <a:moveTo>
                    <a:pt x="7619" y="54610"/>
                  </a:moveTo>
                  <a:lnTo>
                    <a:pt x="0" y="54610"/>
                  </a:lnTo>
                  <a:lnTo>
                    <a:pt x="0" y="62229"/>
                  </a:lnTo>
                  <a:lnTo>
                    <a:pt x="7619" y="62229"/>
                  </a:lnTo>
                  <a:lnTo>
                    <a:pt x="7619" y="54610"/>
                  </a:lnTo>
                  <a:close/>
                </a:path>
                <a:path w="7620" h="298450">
                  <a:moveTo>
                    <a:pt x="7619" y="62230"/>
                  </a:moveTo>
                  <a:lnTo>
                    <a:pt x="0" y="62230"/>
                  </a:lnTo>
                  <a:lnTo>
                    <a:pt x="0" y="67309"/>
                  </a:lnTo>
                  <a:lnTo>
                    <a:pt x="7619" y="67309"/>
                  </a:lnTo>
                  <a:lnTo>
                    <a:pt x="7619" y="62230"/>
                  </a:lnTo>
                  <a:close/>
                </a:path>
                <a:path w="7620" h="298450">
                  <a:moveTo>
                    <a:pt x="7619" y="67310"/>
                  </a:moveTo>
                  <a:lnTo>
                    <a:pt x="0" y="67310"/>
                  </a:lnTo>
                  <a:lnTo>
                    <a:pt x="0" y="81279"/>
                  </a:lnTo>
                  <a:lnTo>
                    <a:pt x="7619" y="81279"/>
                  </a:lnTo>
                  <a:lnTo>
                    <a:pt x="7619" y="67310"/>
                  </a:lnTo>
                  <a:close/>
                </a:path>
                <a:path w="7620" h="298450">
                  <a:moveTo>
                    <a:pt x="7619" y="81280"/>
                  </a:moveTo>
                  <a:lnTo>
                    <a:pt x="0" y="81280"/>
                  </a:lnTo>
                  <a:lnTo>
                    <a:pt x="0" y="87629"/>
                  </a:lnTo>
                  <a:lnTo>
                    <a:pt x="7619" y="87629"/>
                  </a:lnTo>
                  <a:lnTo>
                    <a:pt x="7619" y="81280"/>
                  </a:lnTo>
                  <a:close/>
                </a:path>
                <a:path w="7620" h="298450">
                  <a:moveTo>
                    <a:pt x="7619" y="87630"/>
                  </a:moveTo>
                  <a:lnTo>
                    <a:pt x="0" y="87630"/>
                  </a:lnTo>
                  <a:lnTo>
                    <a:pt x="0" y="93979"/>
                  </a:lnTo>
                  <a:lnTo>
                    <a:pt x="7619" y="93979"/>
                  </a:lnTo>
                  <a:lnTo>
                    <a:pt x="7619" y="87630"/>
                  </a:lnTo>
                  <a:close/>
                </a:path>
                <a:path w="7620" h="298450">
                  <a:moveTo>
                    <a:pt x="7619" y="93980"/>
                  </a:moveTo>
                  <a:lnTo>
                    <a:pt x="0" y="93980"/>
                  </a:lnTo>
                  <a:lnTo>
                    <a:pt x="0" y="99059"/>
                  </a:lnTo>
                  <a:lnTo>
                    <a:pt x="7619" y="99059"/>
                  </a:lnTo>
                  <a:lnTo>
                    <a:pt x="7619" y="93980"/>
                  </a:lnTo>
                  <a:close/>
                </a:path>
                <a:path w="7620" h="298450">
                  <a:moveTo>
                    <a:pt x="7619" y="99060"/>
                  </a:moveTo>
                  <a:lnTo>
                    <a:pt x="0" y="99060"/>
                  </a:lnTo>
                  <a:lnTo>
                    <a:pt x="0" y="125729"/>
                  </a:lnTo>
                  <a:lnTo>
                    <a:pt x="7619" y="125729"/>
                  </a:lnTo>
                  <a:lnTo>
                    <a:pt x="7619" y="99060"/>
                  </a:lnTo>
                  <a:close/>
                </a:path>
                <a:path w="7620" h="298450">
                  <a:moveTo>
                    <a:pt x="7619" y="125730"/>
                  </a:moveTo>
                  <a:lnTo>
                    <a:pt x="0" y="125730"/>
                  </a:lnTo>
                  <a:lnTo>
                    <a:pt x="0" y="182879"/>
                  </a:lnTo>
                  <a:lnTo>
                    <a:pt x="7619" y="182879"/>
                  </a:lnTo>
                  <a:lnTo>
                    <a:pt x="7619" y="125730"/>
                  </a:lnTo>
                  <a:close/>
                </a:path>
                <a:path w="7620" h="298450">
                  <a:moveTo>
                    <a:pt x="7619" y="182880"/>
                  </a:moveTo>
                  <a:lnTo>
                    <a:pt x="0" y="182880"/>
                  </a:lnTo>
                  <a:lnTo>
                    <a:pt x="0" y="189229"/>
                  </a:lnTo>
                  <a:lnTo>
                    <a:pt x="7619" y="189229"/>
                  </a:lnTo>
                  <a:lnTo>
                    <a:pt x="7619" y="182880"/>
                  </a:lnTo>
                  <a:close/>
                </a:path>
                <a:path w="7620" h="298450">
                  <a:moveTo>
                    <a:pt x="7619" y="189230"/>
                  </a:moveTo>
                  <a:lnTo>
                    <a:pt x="0" y="189230"/>
                  </a:lnTo>
                  <a:lnTo>
                    <a:pt x="0" y="194309"/>
                  </a:lnTo>
                  <a:lnTo>
                    <a:pt x="7619" y="194309"/>
                  </a:lnTo>
                  <a:lnTo>
                    <a:pt x="7619" y="189230"/>
                  </a:lnTo>
                  <a:close/>
                </a:path>
                <a:path w="7620" h="298450">
                  <a:moveTo>
                    <a:pt x="7619" y="194310"/>
                  </a:moveTo>
                  <a:lnTo>
                    <a:pt x="0" y="194310"/>
                  </a:lnTo>
                  <a:lnTo>
                    <a:pt x="0" y="201929"/>
                  </a:lnTo>
                  <a:lnTo>
                    <a:pt x="7619" y="201929"/>
                  </a:lnTo>
                  <a:lnTo>
                    <a:pt x="7619" y="194310"/>
                  </a:lnTo>
                  <a:close/>
                </a:path>
                <a:path w="7620" h="298450">
                  <a:moveTo>
                    <a:pt x="7619" y="201930"/>
                  </a:moveTo>
                  <a:lnTo>
                    <a:pt x="0" y="201930"/>
                  </a:lnTo>
                  <a:lnTo>
                    <a:pt x="0" y="208279"/>
                  </a:lnTo>
                  <a:lnTo>
                    <a:pt x="7619" y="208279"/>
                  </a:lnTo>
                  <a:lnTo>
                    <a:pt x="7619" y="201930"/>
                  </a:lnTo>
                  <a:close/>
                </a:path>
                <a:path w="7620" h="298450">
                  <a:moveTo>
                    <a:pt x="7619" y="208280"/>
                  </a:moveTo>
                  <a:lnTo>
                    <a:pt x="0" y="208280"/>
                  </a:lnTo>
                  <a:lnTo>
                    <a:pt x="0" y="214629"/>
                  </a:lnTo>
                  <a:lnTo>
                    <a:pt x="7619" y="214629"/>
                  </a:lnTo>
                  <a:lnTo>
                    <a:pt x="7619" y="208280"/>
                  </a:lnTo>
                  <a:close/>
                </a:path>
                <a:path w="7620" h="298450">
                  <a:moveTo>
                    <a:pt x="7619" y="214630"/>
                  </a:moveTo>
                  <a:lnTo>
                    <a:pt x="0" y="214630"/>
                  </a:lnTo>
                  <a:lnTo>
                    <a:pt x="0" y="227329"/>
                  </a:lnTo>
                  <a:lnTo>
                    <a:pt x="7619" y="227329"/>
                  </a:lnTo>
                  <a:lnTo>
                    <a:pt x="7619" y="214630"/>
                  </a:lnTo>
                  <a:close/>
                </a:path>
                <a:path w="7620" h="298450">
                  <a:moveTo>
                    <a:pt x="7619" y="227330"/>
                  </a:moveTo>
                  <a:lnTo>
                    <a:pt x="0" y="227330"/>
                  </a:lnTo>
                  <a:lnTo>
                    <a:pt x="0" y="233679"/>
                  </a:lnTo>
                  <a:lnTo>
                    <a:pt x="7619" y="233679"/>
                  </a:lnTo>
                  <a:lnTo>
                    <a:pt x="7619" y="227330"/>
                  </a:lnTo>
                  <a:close/>
                </a:path>
                <a:path w="7620" h="298450">
                  <a:moveTo>
                    <a:pt x="7619" y="233680"/>
                  </a:moveTo>
                  <a:lnTo>
                    <a:pt x="0" y="233680"/>
                  </a:lnTo>
                  <a:lnTo>
                    <a:pt x="0" y="238759"/>
                  </a:lnTo>
                  <a:lnTo>
                    <a:pt x="7619" y="238759"/>
                  </a:lnTo>
                  <a:lnTo>
                    <a:pt x="7619" y="233680"/>
                  </a:lnTo>
                  <a:close/>
                </a:path>
                <a:path w="7620" h="298450">
                  <a:moveTo>
                    <a:pt x="7619" y="238759"/>
                  </a:moveTo>
                  <a:lnTo>
                    <a:pt x="0" y="238759"/>
                  </a:lnTo>
                  <a:lnTo>
                    <a:pt x="0" y="241299"/>
                  </a:lnTo>
                  <a:lnTo>
                    <a:pt x="7619" y="241299"/>
                  </a:lnTo>
                  <a:lnTo>
                    <a:pt x="7619" y="238759"/>
                  </a:lnTo>
                  <a:close/>
                </a:path>
                <a:path w="7620" h="298450">
                  <a:moveTo>
                    <a:pt x="7619" y="241300"/>
                  </a:moveTo>
                  <a:lnTo>
                    <a:pt x="0" y="241300"/>
                  </a:lnTo>
                  <a:lnTo>
                    <a:pt x="0" y="247649"/>
                  </a:lnTo>
                  <a:lnTo>
                    <a:pt x="7619" y="247649"/>
                  </a:lnTo>
                  <a:lnTo>
                    <a:pt x="7619" y="241300"/>
                  </a:lnTo>
                  <a:close/>
                </a:path>
                <a:path w="7620" h="298450">
                  <a:moveTo>
                    <a:pt x="7619" y="247650"/>
                  </a:moveTo>
                  <a:lnTo>
                    <a:pt x="0" y="247650"/>
                  </a:lnTo>
                  <a:lnTo>
                    <a:pt x="0" y="251459"/>
                  </a:lnTo>
                  <a:lnTo>
                    <a:pt x="7619" y="251459"/>
                  </a:lnTo>
                  <a:lnTo>
                    <a:pt x="7619" y="247650"/>
                  </a:lnTo>
                  <a:close/>
                </a:path>
                <a:path w="7620" h="298450">
                  <a:moveTo>
                    <a:pt x="7619" y="251459"/>
                  </a:moveTo>
                  <a:lnTo>
                    <a:pt x="0" y="251459"/>
                  </a:lnTo>
                  <a:lnTo>
                    <a:pt x="0" y="257809"/>
                  </a:lnTo>
                  <a:lnTo>
                    <a:pt x="7619" y="257809"/>
                  </a:lnTo>
                  <a:lnTo>
                    <a:pt x="7619" y="251459"/>
                  </a:lnTo>
                  <a:close/>
                </a:path>
                <a:path w="7620" h="298450">
                  <a:moveTo>
                    <a:pt x="7619" y="257809"/>
                  </a:moveTo>
                  <a:lnTo>
                    <a:pt x="0" y="257809"/>
                  </a:lnTo>
                  <a:lnTo>
                    <a:pt x="0" y="260349"/>
                  </a:lnTo>
                  <a:lnTo>
                    <a:pt x="7619" y="260349"/>
                  </a:lnTo>
                  <a:lnTo>
                    <a:pt x="7619" y="257809"/>
                  </a:lnTo>
                  <a:close/>
                </a:path>
                <a:path w="7620" h="298450">
                  <a:moveTo>
                    <a:pt x="7619" y="260350"/>
                  </a:moveTo>
                  <a:lnTo>
                    <a:pt x="0" y="260350"/>
                  </a:lnTo>
                  <a:lnTo>
                    <a:pt x="0" y="264159"/>
                  </a:lnTo>
                  <a:lnTo>
                    <a:pt x="7619" y="264159"/>
                  </a:lnTo>
                  <a:lnTo>
                    <a:pt x="7619" y="260350"/>
                  </a:lnTo>
                  <a:close/>
                </a:path>
                <a:path w="7620" h="298450">
                  <a:moveTo>
                    <a:pt x="7619" y="264159"/>
                  </a:moveTo>
                  <a:lnTo>
                    <a:pt x="0" y="264159"/>
                  </a:lnTo>
                  <a:lnTo>
                    <a:pt x="0" y="266699"/>
                  </a:lnTo>
                  <a:lnTo>
                    <a:pt x="7619" y="266699"/>
                  </a:lnTo>
                  <a:lnTo>
                    <a:pt x="7619" y="264159"/>
                  </a:lnTo>
                  <a:close/>
                </a:path>
                <a:path w="7620" h="298450">
                  <a:moveTo>
                    <a:pt x="7619" y="266700"/>
                  </a:moveTo>
                  <a:lnTo>
                    <a:pt x="0" y="266700"/>
                  </a:lnTo>
                  <a:lnTo>
                    <a:pt x="0" y="270509"/>
                  </a:lnTo>
                  <a:lnTo>
                    <a:pt x="7619" y="270509"/>
                  </a:lnTo>
                  <a:lnTo>
                    <a:pt x="7619" y="266700"/>
                  </a:lnTo>
                  <a:close/>
                </a:path>
                <a:path w="7620" h="298450">
                  <a:moveTo>
                    <a:pt x="7619" y="270509"/>
                  </a:moveTo>
                  <a:lnTo>
                    <a:pt x="0" y="270509"/>
                  </a:lnTo>
                  <a:lnTo>
                    <a:pt x="0" y="273049"/>
                  </a:lnTo>
                  <a:lnTo>
                    <a:pt x="7619" y="273049"/>
                  </a:lnTo>
                  <a:lnTo>
                    <a:pt x="7619" y="270509"/>
                  </a:lnTo>
                  <a:close/>
                </a:path>
                <a:path w="7620" h="298450">
                  <a:moveTo>
                    <a:pt x="7619" y="273050"/>
                  </a:moveTo>
                  <a:lnTo>
                    <a:pt x="0" y="273050"/>
                  </a:lnTo>
                  <a:lnTo>
                    <a:pt x="0" y="279399"/>
                  </a:lnTo>
                  <a:lnTo>
                    <a:pt x="7619" y="279399"/>
                  </a:lnTo>
                  <a:lnTo>
                    <a:pt x="7619" y="273050"/>
                  </a:lnTo>
                  <a:close/>
                </a:path>
                <a:path w="7620" h="298450">
                  <a:moveTo>
                    <a:pt x="7619" y="279400"/>
                  </a:moveTo>
                  <a:lnTo>
                    <a:pt x="0" y="279400"/>
                  </a:lnTo>
                  <a:lnTo>
                    <a:pt x="0" y="283209"/>
                  </a:lnTo>
                  <a:lnTo>
                    <a:pt x="7619" y="283209"/>
                  </a:lnTo>
                  <a:lnTo>
                    <a:pt x="7619" y="279400"/>
                  </a:lnTo>
                  <a:close/>
                </a:path>
                <a:path w="7620" h="298450">
                  <a:moveTo>
                    <a:pt x="7619" y="283209"/>
                  </a:moveTo>
                  <a:lnTo>
                    <a:pt x="0" y="283209"/>
                  </a:lnTo>
                  <a:lnTo>
                    <a:pt x="0" y="285749"/>
                  </a:lnTo>
                  <a:lnTo>
                    <a:pt x="7619" y="285749"/>
                  </a:lnTo>
                  <a:lnTo>
                    <a:pt x="7619" y="283209"/>
                  </a:lnTo>
                  <a:close/>
                </a:path>
                <a:path w="7620" h="298450">
                  <a:moveTo>
                    <a:pt x="7619" y="285750"/>
                  </a:moveTo>
                  <a:lnTo>
                    <a:pt x="0" y="285750"/>
                  </a:lnTo>
                  <a:lnTo>
                    <a:pt x="0" y="289559"/>
                  </a:lnTo>
                  <a:lnTo>
                    <a:pt x="7619" y="289559"/>
                  </a:lnTo>
                  <a:lnTo>
                    <a:pt x="7619" y="285750"/>
                  </a:lnTo>
                  <a:close/>
                </a:path>
                <a:path w="7620" h="298450">
                  <a:moveTo>
                    <a:pt x="7619" y="289559"/>
                  </a:moveTo>
                  <a:lnTo>
                    <a:pt x="0" y="289559"/>
                  </a:lnTo>
                  <a:lnTo>
                    <a:pt x="0" y="292099"/>
                  </a:lnTo>
                  <a:lnTo>
                    <a:pt x="7619" y="292099"/>
                  </a:lnTo>
                  <a:lnTo>
                    <a:pt x="7619" y="289559"/>
                  </a:lnTo>
                  <a:close/>
                </a:path>
                <a:path w="7620" h="298450">
                  <a:moveTo>
                    <a:pt x="7619" y="292100"/>
                  </a:moveTo>
                  <a:lnTo>
                    <a:pt x="0" y="292100"/>
                  </a:lnTo>
                  <a:lnTo>
                    <a:pt x="0" y="295909"/>
                  </a:lnTo>
                  <a:lnTo>
                    <a:pt x="5079" y="295909"/>
                  </a:lnTo>
                  <a:lnTo>
                    <a:pt x="5079" y="294639"/>
                  </a:lnTo>
                  <a:lnTo>
                    <a:pt x="6350" y="294639"/>
                  </a:lnTo>
                  <a:lnTo>
                    <a:pt x="6350" y="293369"/>
                  </a:lnTo>
                  <a:lnTo>
                    <a:pt x="7619" y="293369"/>
                  </a:lnTo>
                  <a:lnTo>
                    <a:pt x="7619" y="292100"/>
                  </a:lnTo>
                  <a:close/>
                </a:path>
                <a:path w="7620" h="298450">
                  <a:moveTo>
                    <a:pt x="3809" y="295909"/>
                  </a:moveTo>
                  <a:lnTo>
                    <a:pt x="0" y="295909"/>
                  </a:lnTo>
                  <a:lnTo>
                    <a:pt x="0" y="298449"/>
                  </a:lnTo>
                  <a:lnTo>
                    <a:pt x="2539" y="298449"/>
                  </a:lnTo>
                  <a:lnTo>
                    <a:pt x="2539" y="297179"/>
                  </a:lnTo>
                  <a:lnTo>
                    <a:pt x="3809" y="297179"/>
                  </a:lnTo>
                  <a:lnTo>
                    <a:pt x="3809" y="295909"/>
                  </a:lnTo>
                  <a:close/>
                </a:path>
              </a:pathLst>
            </a:custGeom>
            <a:solidFill>
              <a:srgbClr val="8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1" name="object 56">
              <a:extLst>
                <a:ext uri="{FF2B5EF4-FFF2-40B4-BE49-F238E27FC236}">
                  <a16:creationId xmlns:a16="http://schemas.microsoft.com/office/drawing/2014/main" id="{0DED5B82-C805-472D-8DE8-03705D71AFB7}"/>
                </a:ext>
              </a:extLst>
            </p:cNvPr>
            <p:cNvSpPr/>
            <p:nvPr/>
          </p:nvSpPr>
          <p:spPr>
            <a:xfrm>
              <a:off x="4687569" y="4239894"/>
              <a:ext cx="6350" cy="309880"/>
            </a:xfrm>
            <a:custGeom>
              <a:avLst/>
              <a:gdLst/>
              <a:ahLst/>
              <a:cxnLst/>
              <a:rect l="l" t="t" r="r" b="b"/>
              <a:pathLst>
                <a:path w="6350" h="309879">
                  <a:moveTo>
                    <a:pt x="126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5079" y="5079"/>
                  </a:lnTo>
                  <a:lnTo>
                    <a:pt x="5079" y="3809"/>
                  </a:lnTo>
                  <a:lnTo>
                    <a:pt x="3809" y="3809"/>
                  </a:lnTo>
                  <a:lnTo>
                    <a:pt x="3809" y="2539"/>
                  </a:lnTo>
                  <a:lnTo>
                    <a:pt x="2539" y="2539"/>
                  </a:lnTo>
                  <a:lnTo>
                    <a:pt x="2539" y="1269"/>
                  </a:lnTo>
                  <a:lnTo>
                    <a:pt x="1269" y="1269"/>
                  </a:lnTo>
                  <a:lnTo>
                    <a:pt x="1269" y="0"/>
                  </a:lnTo>
                  <a:close/>
                </a:path>
                <a:path w="6350" h="309879">
                  <a:moveTo>
                    <a:pt x="635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6350" y="11429"/>
                  </a:lnTo>
                  <a:lnTo>
                    <a:pt x="6350" y="5080"/>
                  </a:lnTo>
                  <a:close/>
                </a:path>
                <a:path w="6350" h="309879">
                  <a:moveTo>
                    <a:pt x="635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6350" y="17779"/>
                  </a:lnTo>
                  <a:lnTo>
                    <a:pt x="6350" y="11430"/>
                  </a:lnTo>
                  <a:close/>
                </a:path>
                <a:path w="6350" h="309879">
                  <a:moveTo>
                    <a:pt x="635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6350" y="24129"/>
                  </a:lnTo>
                  <a:lnTo>
                    <a:pt x="6350" y="17780"/>
                  </a:lnTo>
                  <a:close/>
                </a:path>
                <a:path w="6350" h="309879">
                  <a:moveTo>
                    <a:pt x="635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6350" y="30479"/>
                  </a:lnTo>
                  <a:lnTo>
                    <a:pt x="6350" y="24130"/>
                  </a:lnTo>
                  <a:close/>
                </a:path>
                <a:path w="6350" h="309879">
                  <a:moveTo>
                    <a:pt x="6350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6350" y="36829"/>
                  </a:lnTo>
                  <a:lnTo>
                    <a:pt x="6350" y="30480"/>
                  </a:lnTo>
                  <a:close/>
                </a:path>
                <a:path w="6350" h="309879">
                  <a:moveTo>
                    <a:pt x="6350" y="36830"/>
                  </a:moveTo>
                  <a:lnTo>
                    <a:pt x="0" y="36830"/>
                  </a:lnTo>
                  <a:lnTo>
                    <a:pt x="0" y="43179"/>
                  </a:lnTo>
                  <a:lnTo>
                    <a:pt x="6350" y="43179"/>
                  </a:lnTo>
                  <a:lnTo>
                    <a:pt x="6350" y="36830"/>
                  </a:lnTo>
                  <a:close/>
                </a:path>
                <a:path w="6350" h="309879">
                  <a:moveTo>
                    <a:pt x="6350" y="43180"/>
                  </a:moveTo>
                  <a:lnTo>
                    <a:pt x="0" y="43180"/>
                  </a:lnTo>
                  <a:lnTo>
                    <a:pt x="0" y="49529"/>
                  </a:lnTo>
                  <a:lnTo>
                    <a:pt x="6350" y="49529"/>
                  </a:lnTo>
                  <a:lnTo>
                    <a:pt x="6350" y="43180"/>
                  </a:lnTo>
                  <a:close/>
                </a:path>
                <a:path w="6350" h="309879">
                  <a:moveTo>
                    <a:pt x="6350" y="49530"/>
                  </a:moveTo>
                  <a:lnTo>
                    <a:pt x="0" y="49530"/>
                  </a:lnTo>
                  <a:lnTo>
                    <a:pt x="0" y="55879"/>
                  </a:lnTo>
                  <a:lnTo>
                    <a:pt x="6350" y="55879"/>
                  </a:lnTo>
                  <a:lnTo>
                    <a:pt x="6350" y="49530"/>
                  </a:lnTo>
                  <a:close/>
                </a:path>
                <a:path w="6350" h="309879">
                  <a:moveTo>
                    <a:pt x="6350" y="55880"/>
                  </a:moveTo>
                  <a:lnTo>
                    <a:pt x="0" y="55880"/>
                  </a:lnTo>
                  <a:lnTo>
                    <a:pt x="0" y="60959"/>
                  </a:lnTo>
                  <a:lnTo>
                    <a:pt x="6350" y="60959"/>
                  </a:lnTo>
                  <a:lnTo>
                    <a:pt x="6350" y="55880"/>
                  </a:lnTo>
                  <a:close/>
                </a:path>
                <a:path w="6350" h="309879">
                  <a:moveTo>
                    <a:pt x="6350" y="60960"/>
                  </a:moveTo>
                  <a:lnTo>
                    <a:pt x="0" y="60960"/>
                  </a:lnTo>
                  <a:lnTo>
                    <a:pt x="0" y="68579"/>
                  </a:lnTo>
                  <a:lnTo>
                    <a:pt x="6350" y="68579"/>
                  </a:lnTo>
                  <a:lnTo>
                    <a:pt x="6350" y="60960"/>
                  </a:lnTo>
                  <a:close/>
                </a:path>
                <a:path w="6350" h="309879">
                  <a:moveTo>
                    <a:pt x="6350" y="68580"/>
                  </a:moveTo>
                  <a:lnTo>
                    <a:pt x="0" y="68580"/>
                  </a:lnTo>
                  <a:lnTo>
                    <a:pt x="0" y="73659"/>
                  </a:lnTo>
                  <a:lnTo>
                    <a:pt x="6350" y="73659"/>
                  </a:lnTo>
                  <a:lnTo>
                    <a:pt x="6350" y="68580"/>
                  </a:lnTo>
                  <a:close/>
                </a:path>
                <a:path w="6350" h="309879">
                  <a:moveTo>
                    <a:pt x="6350" y="73660"/>
                  </a:moveTo>
                  <a:lnTo>
                    <a:pt x="0" y="73660"/>
                  </a:lnTo>
                  <a:lnTo>
                    <a:pt x="0" y="87629"/>
                  </a:lnTo>
                  <a:lnTo>
                    <a:pt x="6350" y="87629"/>
                  </a:lnTo>
                  <a:lnTo>
                    <a:pt x="6350" y="73660"/>
                  </a:lnTo>
                  <a:close/>
                </a:path>
                <a:path w="6350" h="309879">
                  <a:moveTo>
                    <a:pt x="6350" y="87630"/>
                  </a:moveTo>
                  <a:lnTo>
                    <a:pt x="0" y="87630"/>
                  </a:lnTo>
                  <a:lnTo>
                    <a:pt x="0" y="93979"/>
                  </a:lnTo>
                  <a:lnTo>
                    <a:pt x="6350" y="93979"/>
                  </a:lnTo>
                  <a:lnTo>
                    <a:pt x="6350" y="87630"/>
                  </a:lnTo>
                  <a:close/>
                </a:path>
                <a:path w="6350" h="309879">
                  <a:moveTo>
                    <a:pt x="6350" y="93980"/>
                  </a:moveTo>
                  <a:lnTo>
                    <a:pt x="0" y="93980"/>
                  </a:lnTo>
                  <a:lnTo>
                    <a:pt x="0" y="100329"/>
                  </a:lnTo>
                  <a:lnTo>
                    <a:pt x="6350" y="100329"/>
                  </a:lnTo>
                  <a:lnTo>
                    <a:pt x="6350" y="93980"/>
                  </a:lnTo>
                  <a:close/>
                </a:path>
                <a:path w="6350" h="309879">
                  <a:moveTo>
                    <a:pt x="6350" y="100330"/>
                  </a:moveTo>
                  <a:lnTo>
                    <a:pt x="0" y="100330"/>
                  </a:lnTo>
                  <a:lnTo>
                    <a:pt x="0" y="105409"/>
                  </a:lnTo>
                  <a:lnTo>
                    <a:pt x="6350" y="105409"/>
                  </a:lnTo>
                  <a:lnTo>
                    <a:pt x="6350" y="100330"/>
                  </a:lnTo>
                  <a:close/>
                </a:path>
                <a:path w="6350" h="309879">
                  <a:moveTo>
                    <a:pt x="6350" y="105410"/>
                  </a:moveTo>
                  <a:lnTo>
                    <a:pt x="0" y="105410"/>
                  </a:lnTo>
                  <a:lnTo>
                    <a:pt x="0" y="132079"/>
                  </a:lnTo>
                  <a:lnTo>
                    <a:pt x="6350" y="132079"/>
                  </a:lnTo>
                  <a:lnTo>
                    <a:pt x="6350" y="105410"/>
                  </a:lnTo>
                  <a:close/>
                </a:path>
                <a:path w="6350" h="309879">
                  <a:moveTo>
                    <a:pt x="6350" y="132080"/>
                  </a:moveTo>
                  <a:lnTo>
                    <a:pt x="0" y="132080"/>
                  </a:lnTo>
                  <a:lnTo>
                    <a:pt x="0" y="189229"/>
                  </a:lnTo>
                  <a:lnTo>
                    <a:pt x="6350" y="189229"/>
                  </a:lnTo>
                  <a:lnTo>
                    <a:pt x="6350" y="132080"/>
                  </a:lnTo>
                  <a:close/>
                </a:path>
                <a:path w="6350" h="309879">
                  <a:moveTo>
                    <a:pt x="6350" y="189230"/>
                  </a:moveTo>
                  <a:lnTo>
                    <a:pt x="0" y="189230"/>
                  </a:lnTo>
                  <a:lnTo>
                    <a:pt x="0" y="195579"/>
                  </a:lnTo>
                  <a:lnTo>
                    <a:pt x="6350" y="195579"/>
                  </a:lnTo>
                  <a:lnTo>
                    <a:pt x="6350" y="189230"/>
                  </a:lnTo>
                  <a:close/>
                </a:path>
                <a:path w="6350" h="309879">
                  <a:moveTo>
                    <a:pt x="6350" y="195580"/>
                  </a:moveTo>
                  <a:lnTo>
                    <a:pt x="0" y="195580"/>
                  </a:lnTo>
                  <a:lnTo>
                    <a:pt x="0" y="200659"/>
                  </a:lnTo>
                  <a:lnTo>
                    <a:pt x="6350" y="200659"/>
                  </a:lnTo>
                  <a:lnTo>
                    <a:pt x="6350" y="195580"/>
                  </a:lnTo>
                  <a:close/>
                </a:path>
                <a:path w="6350" h="309879">
                  <a:moveTo>
                    <a:pt x="6350" y="200660"/>
                  </a:moveTo>
                  <a:lnTo>
                    <a:pt x="0" y="200660"/>
                  </a:lnTo>
                  <a:lnTo>
                    <a:pt x="0" y="208279"/>
                  </a:lnTo>
                  <a:lnTo>
                    <a:pt x="6350" y="208279"/>
                  </a:lnTo>
                  <a:lnTo>
                    <a:pt x="6350" y="200660"/>
                  </a:lnTo>
                  <a:close/>
                </a:path>
                <a:path w="6350" h="309879">
                  <a:moveTo>
                    <a:pt x="6350" y="208280"/>
                  </a:moveTo>
                  <a:lnTo>
                    <a:pt x="0" y="208280"/>
                  </a:lnTo>
                  <a:lnTo>
                    <a:pt x="0" y="214629"/>
                  </a:lnTo>
                  <a:lnTo>
                    <a:pt x="6350" y="214629"/>
                  </a:lnTo>
                  <a:lnTo>
                    <a:pt x="6350" y="208280"/>
                  </a:lnTo>
                  <a:close/>
                </a:path>
                <a:path w="6350" h="309879">
                  <a:moveTo>
                    <a:pt x="6350" y="214630"/>
                  </a:moveTo>
                  <a:lnTo>
                    <a:pt x="0" y="214630"/>
                  </a:lnTo>
                  <a:lnTo>
                    <a:pt x="0" y="220979"/>
                  </a:lnTo>
                  <a:lnTo>
                    <a:pt x="6350" y="220979"/>
                  </a:lnTo>
                  <a:lnTo>
                    <a:pt x="6350" y="214630"/>
                  </a:lnTo>
                  <a:close/>
                </a:path>
                <a:path w="6350" h="309879">
                  <a:moveTo>
                    <a:pt x="6350" y="220980"/>
                  </a:moveTo>
                  <a:lnTo>
                    <a:pt x="0" y="220980"/>
                  </a:lnTo>
                  <a:lnTo>
                    <a:pt x="0" y="233679"/>
                  </a:lnTo>
                  <a:lnTo>
                    <a:pt x="6350" y="233679"/>
                  </a:lnTo>
                  <a:lnTo>
                    <a:pt x="6350" y="220980"/>
                  </a:lnTo>
                  <a:close/>
                </a:path>
                <a:path w="6350" h="309879">
                  <a:moveTo>
                    <a:pt x="6350" y="233680"/>
                  </a:moveTo>
                  <a:lnTo>
                    <a:pt x="0" y="233680"/>
                  </a:lnTo>
                  <a:lnTo>
                    <a:pt x="0" y="240029"/>
                  </a:lnTo>
                  <a:lnTo>
                    <a:pt x="6350" y="240029"/>
                  </a:lnTo>
                  <a:lnTo>
                    <a:pt x="6350" y="233680"/>
                  </a:lnTo>
                  <a:close/>
                </a:path>
                <a:path w="6350" h="309879">
                  <a:moveTo>
                    <a:pt x="6350" y="240030"/>
                  </a:moveTo>
                  <a:lnTo>
                    <a:pt x="0" y="240030"/>
                  </a:lnTo>
                  <a:lnTo>
                    <a:pt x="0" y="245109"/>
                  </a:lnTo>
                  <a:lnTo>
                    <a:pt x="6350" y="245109"/>
                  </a:lnTo>
                  <a:lnTo>
                    <a:pt x="6350" y="240030"/>
                  </a:lnTo>
                  <a:close/>
                </a:path>
                <a:path w="6350" h="309879">
                  <a:moveTo>
                    <a:pt x="6350" y="245109"/>
                  </a:moveTo>
                  <a:lnTo>
                    <a:pt x="0" y="245109"/>
                  </a:lnTo>
                  <a:lnTo>
                    <a:pt x="0" y="247649"/>
                  </a:lnTo>
                  <a:lnTo>
                    <a:pt x="6350" y="247649"/>
                  </a:lnTo>
                  <a:lnTo>
                    <a:pt x="6350" y="245109"/>
                  </a:lnTo>
                  <a:close/>
                </a:path>
                <a:path w="6350" h="309879">
                  <a:moveTo>
                    <a:pt x="6350" y="247650"/>
                  </a:moveTo>
                  <a:lnTo>
                    <a:pt x="0" y="247650"/>
                  </a:lnTo>
                  <a:lnTo>
                    <a:pt x="0" y="253999"/>
                  </a:lnTo>
                  <a:lnTo>
                    <a:pt x="6350" y="253999"/>
                  </a:lnTo>
                  <a:lnTo>
                    <a:pt x="6350" y="247650"/>
                  </a:lnTo>
                  <a:close/>
                </a:path>
                <a:path w="6350" h="309879">
                  <a:moveTo>
                    <a:pt x="6350" y="254000"/>
                  </a:moveTo>
                  <a:lnTo>
                    <a:pt x="0" y="254000"/>
                  </a:lnTo>
                  <a:lnTo>
                    <a:pt x="0" y="257809"/>
                  </a:lnTo>
                  <a:lnTo>
                    <a:pt x="6350" y="257809"/>
                  </a:lnTo>
                  <a:lnTo>
                    <a:pt x="6350" y="254000"/>
                  </a:lnTo>
                  <a:close/>
                </a:path>
                <a:path w="6350" h="309879">
                  <a:moveTo>
                    <a:pt x="6350" y="257809"/>
                  </a:moveTo>
                  <a:lnTo>
                    <a:pt x="0" y="257809"/>
                  </a:lnTo>
                  <a:lnTo>
                    <a:pt x="0" y="264159"/>
                  </a:lnTo>
                  <a:lnTo>
                    <a:pt x="6350" y="264159"/>
                  </a:lnTo>
                  <a:lnTo>
                    <a:pt x="6350" y="257809"/>
                  </a:lnTo>
                  <a:close/>
                </a:path>
                <a:path w="6350" h="309879">
                  <a:moveTo>
                    <a:pt x="6350" y="264159"/>
                  </a:moveTo>
                  <a:lnTo>
                    <a:pt x="0" y="264159"/>
                  </a:lnTo>
                  <a:lnTo>
                    <a:pt x="0" y="266699"/>
                  </a:lnTo>
                  <a:lnTo>
                    <a:pt x="6350" y="266699"/>
                  </a:lnTo>
                  <a:lnTo>
                    <a:pt x="6350" y="264159"/>
                  </a:lnTo>
                  <a:close/>
                </a:path>
                <a:path w="6350" h="309879">
                  <a:moveTo>
                    <a:pt x="6350" y="266700"/>
                  </a:moveTo>
                  <a:lnTo>
                    <a:pt x="0" y="266700"/>
                  </a:lnTo>
                  <a:lnTo>
                    <a:pt x="0" y="270509"/>
                  </a:lnTo>
                  <a:lnTo>
                    <a:pt x="6350" y="270509"/>
                  </a:lnTo>
                  <a:lnTo>
                    <a:pt x="6350" y="266700"/>
                  </a:lnTo>
                  <a:close/>
                </a:path>
                <a:path w="6350" h="309879">
                  <a:moveTo>
                    <a:pt x="6350" y="270509"/>
                  </a:moveTo>
                  <a:lnTo>
                    <a:pt x="0" y="270509"/>
                  </a:lnTo>
                  <a:lnTo>
                    <a:pt x="0" y="273049"/>
                  </a:lnTo>
                  <a:lnTo>
                    <a:pt x="6350" y="273049"/>
                  </a:lnTo>
                  <a:lnTo>
                    <a:pt x="6350" y="270509"/>
                  </a:lnTo>
                  <a:close/>
                </a:path>
                <a:path w="6350" h="309879">
                  <a:moveTo>
                    <a:pt x="6350" y="273050"/>
                  </a:moveTo>
                  <a:lnTo>
                    <a:pt x="0" y="273050"/>
                  </a:lnTo>
                  <a:lnTo>
                    <a:pt x="0" y="276859"/>
                  </a:lnTo>
                  <a:lnTo>
                    <a:pt x="6350" y="276859"/>
                  </a:lnTo>
                  <a:lnTo>
                    <a:pt x="6350" y="273050"/>
                  </a:lnTo>
                  <a:close/>
                </a:path>
                <a:path w="6350" h="309879">
                  <a:moveTo>
                    <a:pt x="6350" y="276859"/>
                  </a:moveTo>
                  <a:lnTo>
                    <a:pt x="0" y="276859"/>
                  </a:lnTo>
                  <a:lnTo>
                    <a:pt x="0" y="279399"/>
                  </a:lnTo>
                  <a:lnTo>
                    <a:pt x="6350" y="279399"/>
                  </a:lnTo>
                  <a:lnTo>
                    <a:pt x="6350" y="276859"/>
                  </a:lnTo>
                  <a:close/>
                </a:path>
                <a:path w="6350" h="309879">
                  <a:moveTo>
                    <a:pt x="6350" y="279400"/>
                  </a:moveTo>
                  <a:lnTo>
                    <a:pt x="0" y="279400"/>
                  </a:lnTo>
                  <a:lnTo>
                    <a:pt x="0" y="285749"/>
                  </a:lnTo>
                  <a:lnTo>
                    <a:pt x="6350" y="285749"/>
                  </a:lnTo>
                  <a:lnTo>
                    <a:pt x="6350" y="279400"/>
                  </a:lnTo>
                  <a:close/>
                </a:path>
                <a:path w="6350" h="309879">
                  <a:moveTo>
                    <a:pt x="6350" y="285750"/>
                  </a:moveTo>
                  <a:lnTo>
                    <a:pt x="0" y="285750"/>
                  </a:lnTo>
                  <a:lnTo>
                    <a:pt x="0" y="289559"/>
                  </a:lnTo>
                  <a:lnTo>
                    <a:pt x="6350" y="289559"/>
                  </a:lnTo>
                  <a:lnTo>
                    <a:pt x="6350" y="285750"/>
                  </a:lnTo>
                  <a:close/>
                </a:path>
                <a:path w="6350" h="309879">
                  <a:moveTo>
                    <a:pt x="6350" y="289559"/>
                  </a:moveTo>
                  <a:lnTo>
                    <a:pt x="0" y="289559"/>
                  </a:lnTo>
                  <a:lnTo>
                    <a:pt x="0" y="292099"/>
                  </a:lnTo>
                  <a:lnTo>
                    <a:pt x="6350" y="292099"/>
                  </a:lnTo>
                  <a:lnTo>
                    <a:pt x="6350" y="289559"/>
                  </a:lnTo>
                  <a:close/>
                </a:path>
                <a:path w="6350" h="309879">
                  <a:moveTo>
                    <a:pt x="6350" y="292100"/>
                  </a:moveTo>
                  <a:lnTo>
                    <a:pt x="0" y="292100"/>
                  </a:lnTo>
                  <a:lnTo>
                    <a:pt x="0" y="295909"/>
                  </a:lnTo>
                  <a:lnTo>
                    <a:pt x="6350" y="295909"/>
                  </a:lnTo>
                  <a:lnTo>
                    <a:pt x="6350" y="292100"/>
                  </a:lnTo>
                  <a:close/>
                </a:path>
                <a:path w="6350" h="309879">
                  <a:moveTo>
                    <a:pt x="6350" y="295909"/>
                  </a:moveTo>
                  <a:lnTo>
                    <a:pt x="0" y="295909"/>
                  </a:lnTo>
                  <a:lnTo>
                    <a:pt x="0" y="298449"/>
                  </a:lnTo>
                  <a:lnTo>
                    <a:pt x="6350" y="298449"/>
                  </a:lnTo>
                  <a:lnTo>
                    <a:pt x="6350" y="295909"/>
                  </a:lnTo>
                  <a:close/>
                </a:path>
                <a:path w="6350" h="309879">
                  <a:moveTo>
                    <a:pt x="6350" y="298450"/>
                  </a:moveTo>
                  <a:lnTo>
                    <a:pt x="0" y="298450"/>
                  </a:lnTo>
                  <a:lnTo>
                    <a:pt x="0" y="302259"/>
                  </a:lnTo>
                  <a:lnTo>
                    <a:pt x="6350" y="302259"/>
                  </a:lnTo>
                  <a:lnTo>
                    <a:pt x="6350" y="298450"/>
                  </a:lnTo>
                  <a:close/>
                </a:path>
                <a:path w="6350" h="309879">
                  <a:moveTo>
                    <a:pt x="6350" y="302259"/>
                  </a:moveTo>
                  <a:lnTo>
                    <a:pt x="0" y="302259"/>
                  </a:lnTo>
                  <a:lnTo>
                    <a:pt x="0" y="304799"/>
                  </a:lnTo>
                  <a:lnTo>
                    <a:pt x="6350" y="304799"/>
                  </a:lnTo>
                  <a:lnTo>
                    <a:pt x="6350" y="302259"/>
                  </a:lnTo>
                  <a:close/>
                </a:path>
                <a:path w="6350" h="309879">
                  <a:moveTo>
                    <a:pt x="6350" y="304800"/>
                  </a:moveTo>
                  <a:lnTo>
                    <a:pt x="0" y="304800"/>
                  </a:lnTo>
                  <a:lnTo>
                    <a:pt x="0" y="308609"/>
                  </a:lnTo>
                  <a:lnTo>
                    <a:pt x="3810" y="308609"/>
                  </a:lnTo>
                  <a:lnTo>
                    <a:pt x="3810" y="307339"/>
                  </a:lnTo>
                  <a:lnTo>
                    <a:pt x="5079" y="307339"/>
                  </a:lnTo>
                  <a:lnTo>
                    <a:pt x="5079" y="306069"/>
                  </a:lnTo>
                  <a:lnTo>
                    <a:pt x="6350" y="306069"/>
                  </a:lnTo>
                  <a:lnTo>
                    <a:pt x="6350" y="304800"/>
                  </a:lnTo>
                  <a:close/>
                </a:path>
                <a:path w="6350" h="309879">
                  <a:moveTo>
                    <a:pt x="1269" y="308609"/>
                  </a:moveTo>
                  <a:lnTo>
                    <a:pt x="0" y="308609"/>
                  </a:lnTo>
                  <a:lnTo>
                    <a:pt x="0" y="309879"/>
                  </a:lnTo>
                  <a:lnTo>
                    <a:pt x="1269" y="309879"/>
                  </a:lnTo>
                  <a:lnTo>
                    <a:pt x="1269" y="308609"/>
                  </a:lnTo>
                  <a:close/>
                </a:path>
              </a:pathLst>
            </a:custGeom>
            <a:solidFill>
              <a:srgbClr val="8D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2" name="object 57">
              <a:extLst>
                <a:ext uri="{FF2B5EF4-FFF2-40B4-BE49-F238E27FC236}">
                  <a16:creationId xmlns:a16="http://schemas.microsoft.com/office/drawing/2014/main" id="{8269C825-3A04-40EA-B453-D28ADCDFD878}"/>
                </a:ext>
              </a:extLst>
            </p:cNvPr>
            <p:cNvSpPr/>
            <p:nvPr/>
          </p:nvSpPr>
          <p:spPr>
            <a:xfrm>
              <a:off x="4679950" y="4234814"/>
              <a:ext cx="7620" cy="320040"/>
            </a:xfrm>
            <a:custGeom>
              <a:avLst/>
              <a:gdLst/>
              <a:ahLst/>
              <a:cxnLst/>
              <a:rect l="l" t="t" r="r" b="b"/>
              <a:pathLst>
                <a:path w="7620" h="320039">
                  <a:moveTo>
                    <a:pt x="127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5079" y="3810"/>
                  </a:lnTo>
                  <a:lnTo>
                    <a:pt x="5079" y="2540"/>
                  </a:lnTo>
                  <a:lnTo>
                    <a:pt x="3810" y="2540"/>
                  </a:lnTo>
                  <a:lnTo>
                    <a:pt x="3810" y="1270"/>
                  </a:lnTo>
                  <a:lnTo>
                    <a:pt x="1270" y="1270"/>
                  </a:lnTo>
                  <a:lnTo>
                    <a:pt x="1270" y="0"/>
                  </a:lnTo>
                  <a:close/>
                </a:path>
                <a:path w="7620" h="320039">
                  <a:moveTo>
                    <a:pt x="6350" y="3810"/>
                  </a:moveTo>
                  <a:lnTo>
                    <a:pt x="0" y="3810"/>
                  </a:lnTo>
                  <a:lnTo>
                    <a:pt x="0" y="10160"/>
                  </a:lnTo>
                  <a:lnTo>
                    <a:pt x="7620" y="10160"/>
                  </a:lnTo>
                  <a:lnTo>
                    <a:pt x="7620" y="5080"/>
                  </a:lnTo>
                  <a:lnTo>
                    <a:pt x="6350" y="5080"/>
                  </a:lnTo>
                  <a:lnTo>
                    <a:pt x="6350" y="3810"/>
                  </a:lnTo>
                  <a:close/>
                </a:path>
                <a:path w="7620" h="320039">
                  <a:moveTo>
                    <a:pt x="7620" y="10160"/>
                  </a:moveTo>
                  <a:lnTo>
                    <a:pt x="0" y="10160"/>
                  </a:lnTo>
                  <a:lnTo>
                    <a:pt x="0" y="16510"/>
                  </a:lnTo>
                  <a:lnTo>
                    <a:pt x="7620" y="16510"/>
                  </a:lnTo>
                  <a:lnTo>
                    <a:pt x="7620" y="10160"/>
                  </a:lnTo>
                  <a:close/>
                </a:path>
                <a:path w="7620" h="320039">
                  <a:moveTo>
                    <a:pt x="7620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7620" y="22860"/>
                  </a:lnTo>
                  <a:lnTo>
                    <a:pt x="7620" y="16510"/>
                  </a:lnTo>
                  <a:close/>
                </a:path>
                <a:path w="7620" h="320039">
                  <a:moveTo>
                    <a:pt x="7620" y="22860"/>
                  </a:moveTo>
                  <a:lnTo>
                    <a:pt x="0" y="22860"/>
                  </a:lnTo>
                  <a:lnTo>
                    <a:pt x="0" y="29210"/>
                  </a:lnTo>
                  <a:lnTo>
                    <a:pt x="7620" y="29210"/>
                  </a:lnTo>
                  <a:lnTo>
                    <a:pt x="7620" y="22860"/>
                  </a:lnTo>
                  <a:close/>
                </a:path>
                <a:path w="7620" h="320039">
                  <a:moveTo>
                    <a:pt x="7620" y="29210"/>
                  </a:moveTo>
                  <a:lnTo>
                    <a:pt x="0" y="29210"/>
                  </a:lnTo>
                  <a:lnTo>
                    <a:pt x="0" y="35560"/>
                  </a:lnTo>
                  <a:lnTo>
                    <a:pt x="7620" y="35560"/>
                  </a:lnTo>
                  <a:lnTo>
                    <a:pt x="7620" y="29210"/>
                  </a:lnTo>
                  <a:close/>
                </a:path>
                <a:path w="7620" h="320039">
                  <a:moveTo>
                    <a:pt x="7620" y="35560"/>
                  </a:moveTo>
                  <a:lnTo>
                    <a:pt x="0" y="35560"/>
                  </a:lnTo>
                  <a:lnTo>
                    <a:pt x="0" y="41910"/>
                  </a:lnTo>
                  <a:lnTo>
                    <a:pt x="7620" y="41910"/>
                  </a:lnTo>
                  <a:lnTo>
                    <a:pt x="7620" y="35560"/>
                  </a:lnTo>
                  <a:close/>
                </a:path>
                <a:path w="7620" h="320039">
                  <a:moveTo>
                    <a:pt x="7620" y="41910"/>
                  </a:moveTo>
                  <a:lnTo>
                    <a:pt x="0" y="41910"/>
                  </a:lnTo>
                  <a:lnTo>
                    <a:pt x="0" y="48260"/>
                  </a:lnTo>
                  <a:lnTo>
                    <a:pt x="7620" y="48260"/>
                  </a:lnTo>
                  <a:lnTo>
                    <a:pt x="7620" y="41910"/>
                  </a:lnTo>
                  <a:close/>
                </a:path>
                <a:path w="7620" h="320039">
                  <a:moveTo>
                    <a:pt x="7620" y="48260"/>
                  </a:moveTo>
                  <a:lnTo>
                    <a:pt x="0" y="48260"/>
                  </a:lnTo>
                  <a:lnTo>
                    <a:pt x="0" y="54610"/>
                  </a:lnTo>
                  <a:lnTo>
                    <a:pt x="7620" y="54610"/>
                  </a:lnTo>
                  <a:lnTo>
                    <a:pt x="7620" y="48260"/>
                  </a:lnTo>
                  <a:close/>
                </a:path>
                <a:path w="7620" h="320039">
                  <a:moveTo>
                    <a:pt x="7620" y="54610"/>
                  </a:moveTo>
                  <a:lnTo>
                    <a:pt x="0" y="54610"/>
                  </a:lnTo>
                  <a:lnTo>
                    <a:pt x="0" y="60960"/>
                  </a:lnTo>
                  <a:lnTo>
                    <a:pt x="7620" y="60960"/>
                  </a:lnTo>
                  <a:lnTo>
                    <a:pt x="7620" y="54610"/>
                  </a:lnTo>
                  <a:close/>
                </a:path>
                <a:path w="7620" h="320039">
                  <a:moveTo>
                    <a:pt x="7620" y="60960"/>
                  </a:moveTo>
                  <a:lnTo>
                    <a:pt x="0" y="60960"/>
                  </a:lnTo>
                  <a:lnTo>
                    <a:pt x="0" y="66040"/>
                  </a:lnTo>
                  <a:lnTo>
                    <a:pt x="7620" y="66040"/>
                  </a:lnTo>
                  <a:lnTo>
                    <a:pt x="7620" y="60960"/>
                  </a:lnTo>
                  <a:close/>
                </a:path>
                <a:path w="7620" h="320039">
                  <a:moveTo>
                    <a:pt x="7620" y="66040"/>
                  </a:moveTo>
                  <a:lnTo>
                    <a:pt x="0" y="66040"/>
                  </a:lnTo>
                  <a:lnTo>
                    <a:pt x="0" y="73660"/>
                  </a:lnTo>
                  <a:lnTo>
                    <a:pt x="7620" y="73660"/>
                  </a:lnTo>
                  <a:lnTo>
                    <a:pt x="7620" y="66040"/>
                  </a:lnTo>
                  <a:close/>
                </a:path>
                <a:path w="7620" h="320039">
                  <a:moveTo>
                    <a:pt x="7620" y="73660"/>
                  </a:moveTo>
                  <a:lnTo>
                    <a:pt x="0" y="73660"/>
                  </a:lnTo>
                  <a:lnTo>
                    <a:pt x="0" y="78740"/>
                  </a:lnTo>
                  <a:lnTo>
                    <a:pt x="7620" y="78740"/>
                  </a:lnTo>
                  <a:lnTo>
                    <a:pt x="7620" y="73660"/>
                  </a:lnTo>
                  <a:close/>
                </a:path>
                <a:path w="7620" h="320039">
                  <a:moveTo>
                    <a:pt x="7620" y="78740"/>
                  </a:moveTo>
                  <a:lnTo>
                    <a:pt x="0" y="78740"/>
                  </a:lnTo>
                  <a:lnTo>
                    <a:pt x="0" y="92710"/>
                  </a:lnTo>
                  <a:lnTo>
                    <a:pt x="7620" y="92710"/>
                  </a:lnTo>
                  <a:lnTo>
                    <a:pt x="7620" y="78740"/>
                  </a:lnTo>
                  <a:close/>
                </a:path>
                <a:path w="7620" h="320039">
                  <a:moveTo>
                    <a:pt x="7620" y="92710"/>
                  </a:moveTo>
                  <a:lnTo>
                    <a:pt x="0" y="92710"/>
                  </a:lnTo>
                  <a:lnTo>
                    <a:pt x="0" y="99060"/>
                  </a:lnTo>
                  <a:lnTo>
                    <a:pt x="7620" y="99060"/>
                  </a:lnTo>
                  <a:lnTo>
                    <a:pt x="7620" y="92710"/>
                  </a:lnTo>
                  <a:close/>
                </a:path>
                <a:path w="7620" h="320039">
                  <a:moveTo>
                    <a:pt x="7620" y="99060"/>
                  </a:moveTo>
                  <a:lnTo>
                    <a:pt x="0" y="99060"/>
                  </a:lnTo>
                  <a:lnTo>
                    <a:pt x="0" y="105410"/>
                  </a:lnTo>
                  <a:lnTo>
                    <a:pt x="7620" y="105410"/>
                  </a:lnTo>
                  <a:lnTo>
                    <a:pt x="7620" y="99060"/>
                  </a:lnTo>
                  <a:close/>
                </a:path>
                <a:path w="7620" h="320039">
                  <a:moveTo>
                    <a:pt x="7620" y="105410"/>
                  </a:moveTo>
                  <a:lnTo>
                    <a:pt x="0" y="105410"/>
                  </a:lnTo>
                  <a:lnTo>
                    <a:pt x="0" y="110490"/>
                  </a:lnTo>
                  <a:lnTo>
                    <a:pt x="7620" y="110490"/>
                  </a:lnTo>
                  <a:lnTo>
                    <a:pt x="7620" y="105410"/>
                  </a:lnTo>
                  <a:close/>
                </a:path>
                <a:path w="7620" h="320039">
                  <a:moveTo>
                    <a:pt x="7620" y="110490"/>
                  </a:moveTo>
                  <a:lnTo>
                    <a:pt x="0" y="11049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110490"/>
                  </a:lnTo>
                  <a:close/>
                </a:path>
                <a:path w="7620" h="320039">
                  <a:moveTo>
                    <a:pt x="7620" y="137160"/>
                  </a:moveTo>
                  <a:lnTo>
                    <a:pt x="0" y="137160"/>
                  </a:lnTo>
                  <a:lnTo>
                    <a:pt x="0" y="194310"/>
                  </a:lnTo>
                  <a:lnTo>
                    <a:pt x="7620" y="194310"/>
                  </a:lnTo>
                  <a:lnTo>
                    <a:pt x="7620" y="137160"/>
                  </a:lnTo>
                  <a:close/>
                </a:path>
                <a:path w="7620" h="320039">
                  <a:moveTo>
                    <a:pt x="7620" y="194310"/>
                  </a:moveTo>
                  <a:lnTo>
                    <a:pt x="0" y="194310"/>
                  </a:lnTo>
                  <a:lnTo>
                    <a:pt x="0" y="200660"/>
                  </a:lnTo>
                  <a:lnTo>
                    <a:pt x="7620" y="200660"/>
                  </a:lnTo>
                  <a:lnTo>
                    <a:pt x="7620" y="194310"/>
                  </a:lnTo>
                  <a:close/>
                </a:path>
                <a:path w="7620" h="320039">
                  <a:moveTo>
                    <a:pt x="7620" y="200660"/>
                  </a:moveTo>
                  <a:lnTo>
                    <a:pt x="0" y="200660"/>
                  </a:lnTo>
                  <a:lnTo>
                    <a:pt x="0" y="205740"/>
                  </a:lnTo>
                  <a:lnTo>
                    <a:pt x="7620" y="205740"/>
                  </a:lnTo>
                  <a:lnTo>
                    <a:pt x="7620" y="200660"/>
                  </a:lnTo>
                  <a:close/>
                </a:path>
                <a:path w="7620" h="320039">
                  <a:moveTo>
                    <a:pt x="7620" y="205740"/>
                  </a:moveTo>
                  <a:lnTo>
                    <a:pt x="0" y="205740"/>
                  </a:lnTo>
                  <a:lnTo>
                    <a:pt x="0" y="213360"/>
                  </a:lnTo>
                  <a:lnTo>
                    <a:pt x="7620" y="213360"/>
                  </a:lnTo>
                  <a:lnTo>
                    <a:pt x="7620" y="205740"/>
                  </a:lnTo>
                  <a:close/>
                </a:path>
                <a:path w="7620" h="320039">
                  <a:moveTo>
                    <a:pt x="7620" y="213360"/>
                  </a:moveTo>
                  <a:lnTo>
                    <a:pt x="0" y="213360"/>
                  </a:lnTo>
                  <a:lnTo>
                    <a:pt x="0" y="219710"/>
                  </a:lnTo>
                  <a:lnTo>
                    <a:pt x="7620" y="219710"/>
                  </a:lnTo>
                  <a:lnTo>
                    <a:pt x="7620" y="213360"/>
                  </a:lnTo>
                  <a:close/>
                </a:path>
                <a:path w="7620" h="320039">
                  <a:moveTo>
                    <a:pt x="7620" y="219710"/>
                  </a:moveTo>
                  <a:lnTo>
                    <a:pt x="0" y="219710"/>
                  </a:lnTo>
                  <a:lnTo>
                    <a:pt x="0" y="226060"/>
                  </a:lnTo>
                  <a:lnTo>
                    <a:pt x="7620" y="226060"/>
                  </a:lnTo>
                  <a:lnTo>
                    <a:pt x="7620" y="219710"/>
                  </a:lnTo>
                  <a:close/>
                </a:path>
                <a:path w="7620" h="320039">
                  <a:moveTo>
                    <a:pt x="7620" y="226060"/>
                  </a:moveTo>
                  <a:lnTo>
                    <a:pt x="0" y="226060"/>
                  </a:lnTo>
                  <a:lnTo>
                    <a:pt x="0" y="238760"/>
                  </a:lnTo>
                  <a:lnTo>
                    <a:pt x="7620" y="238760"/>
                  </a:lnTo>
                  <a:lnTo>
                    <a:pt x="7620" y="226060"/>
                  </a:lnTo>
                  <a:close/>
                </a:path>
                <a:path w="7620" h="320039">
                  <a:moveTo>
                    <a:pt x="7620" y="238760"/>
                  </a:moveTo>
                  <a:lnTo>
                    <a:pt x="0" y="238760"/>
                  </a:lnTo>
                  <a:lnTo>
                    <a:pt x="0" y="245110"/>
                  </a:lnTo>
                  <a:lnTo>
                    <a:pt x="7620" y="245110"/>
                  </a:lnTo>
                  <a:lnTo>
                    <a:pt x="7620" y="238760"/>
                  </a:lnTo>
                  <a:close/>
                </a:path>
                <a:path w="7620" h="320039">
                  <a:moveTo>
                    <a:pt x="7620" y="245110"/>
                  </a:moveTo>
                  <a:lnTo>
                    <a:pt x="0" y="245110"/>
                  </a:lnTo>
                  <a:lnTo>
                    <a:pt x="0" y="250190"/>
                  </a:lnTo>
                  <a:lnTo>
                    <a:pt x="7620" y="250190"/>
                  </a:lnTo>
                  <a:lnTo>
                    <a:pt x="7620" y="245110"/>
                  </a:lnTo>
                  <a:close/>
                </a:path>
                <a:path w="7620" h="320039">
                  <a:moveTo>
                    <a:pt x="7620" y="250190"/>
                  </a:moveTo>
                  <a:lnTo>
                    <a:pt x="0" y="250190"/>
                  </a:lnTo>
                  <a:lnTo>
                    <a:pt x="0" y="252730"/>
                  </a:lnTo>
                  <a:lnTo>
                    <a:pt x="7620" y="252730"/>
                  </a:lnTo>
                  <a:lnTo>
                    <a:pt x="7620" y="250190"/>
                  </a:lnTo>
                  <a:close/>
                </a:path>
                <a:path w="7620" h="320039">
                  <a:moveTo>
                    <a:pt x="7620" y="252730"/>
                  </a:moveTo>
                  <a:lnTo>
                    <a:pt x="0" y="252730"/>
                  </a:lnTo>
                  <a:lnTo>
                    <a:pt x="0" y="259080"/>
                  </a:lnTo>
                  <a:lnTo>
                    <a:pt x="7620" y="259080"/>
                  </a:lnTo>
                  <a:lnTo>
                    <a:pt x="7620" y="252730"/>
                  </a:lnTo>
                  <a:close/>
                </a:path>
                <a:path w="7620" h="320039">
                  <a:moveTo>
                    <a:pt x="7620" y="259080"/>
                  </a:moveTo>
                  <a:lnTo>
                    <a:pt x="0" y="259080"/>
                  </a:lnTo>
                  <a:lnTo>
                    <a:pt x="0" y="262890"/>
                  </a:lnTo>
                  <a:lnTo>
                    <a:pt x="7620" y="262890"/>
                  </a:lnTo>
                  <a:lnTo>
                    <a:pt x="7620" y="259080"/>
                  </a:lnTo>
                  <a:close/>
                </a:path>
                <a:path w="7620" h="320039">
                  <a:moveTo>
                    <a:pt x="7620" y="262890"/>
                  </a:moveTo>
                  <a:lnTo>
                    <a:pt x="0" y="262890"/>
                  </a:lnTo>
                  <a:lnTo>
                    <a:pt x="0" y="269240"/>
                  </a:lnTo>
                  <a:lnTo>
                    <a:pt x="7620" y="269240"/>
                  </a:lnTo>
                  <a:lnTo>
                    <a:pt x="7620" y="262890"/>
                  </a:lnTo>
                  <a:close/>
                </a:path>
                <a:path w="7620" h="320039">
                  <a:moveTo>
                    <a:pt x="7620" y="269240"/>
                  </a:moveTo>
                  <a:lnTo>
                    <a:pt x="0" y="269240"/>
                  </a:lnTo>
                  <a:lnTo>
                    <a:pt x="0" y="271780"/>
                  </a:lnTo>
                  <a:lnTo>
                    <a:pt x="7620" y="271780"/>
                  </a:lnTo>
                  <a:lnTo>
                    <a:pt x="7620" y="269240"/>
                  </a:lnTo>
                  <a:close/>
                </a:path>
                <a:path w="7620" h="320039">
                  <a:moveTo>
                    <a:pt x="7620" y="271780"/>
                  </a:moveTo>
                  <a:lnTo>
                    <a:pt x="0" y="271780"/>
                  </a:lnTo>
                  <a:lnTo>
                    <a:pt x="0" y="275590"/>
                  </a:lnTo>
                  <a:lnTo>
                    <a:pt x="7620" y="275590"/>
                  </a:lnTo>
                  <a:lnTo>
                    <a:pt x="7620" y="271780"/>
                  </a:lnTo>
                  <a:close/>
                </a:path>
                <a:path w="7620" h="320039">
                  <a:moveTo>
                    <a:pt x="7620" y="275590"/>
                  </a:moveTo>
                  <a:lnTo>
                    <a:pt x="0" y="275590"/>
                  </a:lnTo>
                  <a:lnTo>
                    <a:pt x="0" y="278130"/>
                  </a:lnTo>
                  <a:lnTo>
                    <a:pt x="7620" y="278130"/>
                  </a:lnTo>
                  <a:lnTo>
                    <a:pt x="7620" y="275590"/>
                  </a:lnTo>
                  <a:close/>
                </a:path>
                <a:path w="7620" h="320039">
                  <a:moveTo>
                    <a:pt x="7620" y="278130"/>
                  </a:moveTo>
                  <a:lnTo>
                    <a:pt x="0" y="278130"/>
                  </a:lnTo>
                  <a:lnTo>
                    <a:pt x="0" y="281940"/>
                  </a:lnTo>
                  <a:lnTo>
                    <a:pt x="7620" y="281940"/>
                  </a:lnTo>
                  <a:lnTo>
                    <a:pt x="7620" y="278130"/>
                  </a:lnTo>
                  <a:close/>
                </a:path>
                <a:path w="7620" h="320039">
                  <a:moveTo>
                    <a:pt x="7620" y="281940"/>
                  </a:moveTo>
                  <a:lnTo>
                    <a:pt x="0" y="281940"/>
                  </a:lnTo>
                  <a:lnTo>
                    <a:pt x="0" y="284480"/>
                  </a:lnTo>
                  <a:lnTo>
                    <a:pt x="7620" y="284480"/>
                  </a:lnTo>
                  <a:lnTo>
                    <a:pt x="7620" y="281940"/>
                  </a:lnTo>
                  <a:close/>
                </a:path>
                <a:path w="7620" h="320039">
                  <a:moveTo>
                    <a:pt x="7620" y="284480"/>
                  </a:moveTo>
                  <a:lnTo>
                    <a:pt x="0" y="284480"/>
                  </a:lnTo>
                  <a:lnTo>
                    <a:pt x="0" y="290830"/>
                  </a:lnTo>
                  <a:lnTo>
                    <a:pt x="7620" y="290830"/>
                  </a:lnTo>
                  <a:lnTo>
                    <a:pt x="7620" y="284480"/>
                  </a:lnTo>
                  <a:close/>
                </a:path>
                <a:path w="7620" h="320039">
                  <a:moveTo>
                    <a:pt x="7620" y="290830"/>
                  </a:moveTo>
                  <a:lnTo>
                    <a:pt x="0" y="290830"/>
                  </a:lnTo>
                  <a:lnTo>
                    <a:pt x="0" y="294640"/>
                  </a:lnTo>
                  <a:lnTo>
                    <a:pt x="7620" y="294640"/>
                  </a:lnTo>
                  <a:lnTo>
                    <a:pt x="7620" y="290830"/>
                  </a:lnTo>
                  <a:close/>
                </a:path>
                <a:path w="7620" h="320039">
                  <a:moveTo>
                    <a:pt x="7620" y="294640"/>
                  </a:moveTo>
                  <a:lnTo>
                    <a:pt x="0" y="294640"/>
                  </a:lnTo>
                  <a:lnTo>
                    <a:pt x="0" y="297180"/>
                  </a:lnTo>
                  <a:lnTo>
                    <a:pt x="7620" y="297180"/>
                  </a:lnTo>
                  <a:lnTo>
                    <a:pt x="7620" y="294640"/>
                  </a:lnTo>
                  <a:close/>
                </a:path>
                <a:path w="7620" h="320039">
                  <a:moveTo>
                    <a:pt x="7620" y="297180"/>
                  </a:moveTo>
                  <a:lnTo>
                    <a:pt x="0" y="297180"/>
                  </a:lnTo>
                  <a:lnTo>
                    <a:pt x="0" y="300990"/>
                  </a:lnTo>
                  <a:lnTo>
                    <a:pt x="7620" y="300990"/>
                  </a:lnTo>
                  <a:lnTo>
                    <a:pt x="7620" y="297180"/>
                  </a:lnTo>
                  <a:close/>
                </a:path>
                <a:path w="7620" h="320039">
                  <a:moveTo>
                    <a:pt x="7620" y="300990"/>
                  </a:moveTo>
                  <a:lnTo>
                    <a:pt x="0" y="300990"/>
                  </a:lnTo>
                  <a:lnTo>
                    <a:pt x="0" y="303530"/>
                  </a:lnTo>
                  <a:lnTo>
                    <a:pt x="7620" y="303530"/>
                  </a:lnTo>
                  <a:lnTo>
                    <a:pt x="7620" y="300990"/>
                  </a:lnTo>
                  <a:close/>
                </a:path>
                <a:path w="7620" h="320039">
                  <a:moveTo>
                    <a:pt x="7620" y="303530"/>
                  </a:moveTo>
                  <a:lnTo>
                    <a:pt x="0" y="303530"/>
                  </a:lnTo>
                  <a:lnTo>
                    <a:pt x="0" y="307340"/>
                  </a:lnTo>
                  <a:lnTo>
                    <a:pt x="7620" y="307340"/>
                  </a:lnTo>
                  <a:lnTo>
                    <a:pt x="7620" y="303530"/>
                  </a:lnTo>
                  <a:close/>
                </a:path>
                <a:path w="7620" h="320039">
                  <a:moveTo>
                    <a:pt x="7620" y="307340"/>
                  </a:moveTo>
                  <a:lnTo>
                    <a:pt x="0" y="307340"/>
                  </a:lnTo>
                  <a:lnTo>
                    <a:pt x="0" y="309880"/>
                  </a:lnTo>
                  <a:lnTo>
                    <a:pt x="7620" y="309880"/>
                  </a:lnTo>
                  <a:lnTo>
                    <a:pt x="7620" y="307340"/>
                  </a:lnTo>
                  <a:close/>
                </a:path>
                <a:path w="7620" h="320039">
                  <a:moveTo>
                    <a:pt x="7620" y="309880"/>
                  </a:moveTo>
                  <a:lnTo>
                    <a:pt x="0" y="309880"/>
                  </a:lnTo>
                  <a:lnTo>
                    <a:pt x="0" y="313690"/>
                  </a:lnTo>
                  <a:lnTo>
                    <a:pt x="7620" y="313690"/>
                  </a:lnTo>
                  <a:lnTo>
                    <a:pt x="7620" y="309880"/>
                  </a:lnTo>
                  <a:close/>
                </a:path>
                <a:path w="7620" h="320039">
                  <a:moveTo>
                    <a:pt x="7620" y="313690"/>
                  </a:moveTo>
                  <a:lnTo>
                    <a:pt x="0" y="313690"/>
                  </a:lnTo>
                  <a:lnTo>
                    <a:pt x="0" y="316230"/>
                  </a:lnTo>
                  <a:lnTo>
                    <a:pt x="7620" y="316230"/>
                  </a:lnTo>
                  <a:lnTo>
                    <a:pt x="7620" y="313690"/>
                  </a:lnTo>
                  <a:close/>
                </a:path>
                <a:path w="7620" h="320039">
                  <a:moveTo>
                    <a:pt x="6350" y="316230"/>
                  </a:moveTo>
                  <a:lnTo>
                    <a:pt x="0" y="316230"/>
                  </a:lnTo>
                  <a:lnTo>
                    <a:pt x="0" y="320040"/>
                  </a:lnTo>
                  <a:lnTo>
                    <a:pt x="2540" y="320040"/>
                  </a:lnTo>
                  <a:lnTo>
                    <a:pt x="2540" y="318770"/>
                  </a:lnTo>
                  <a:lnTo>
                    <a:pt x="3810" y="318770"/>
                  </a:lnTo>
                  <a:lnTo>
                    <a:pt x="3810" y="317500"/>
                  </a:lnTo>
                  <a:lnTo>
                    <a:pt x="6350" y="317500"/>
                  </a:lnTo>
                  <a:lnTo>
                    <a:pt x="6350" y="316230"/>
                  </a:lnTo>
                  <a:close/>
                </a:path>
              </a:pathLst>
            </a:custGeom>
            <a:solidFill>
              <a:srgbClr val="9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3" name="object 58">
              <a:extLst>
                <a:ext uri="{FF2B5EF4-FFF2-40B4-BE49-F238E27FC236}">
                  <a16:creationId xmlns:a16="http://schemas.microsoft.com/office/drawing/2014/main" id="{9D4BC0A9-5163-43C5-A6BD-CD9E42C8743F}"/>
                </a:ext>
              </a:extLst>
            </p:cNvPr>
            <p:cNvSpPr/>
            <p:nvPr/>
          </p:nvSpPr>
          <p:spPr>
            <a:xfrm>
              <a:off x="4672330" y="4231005"/>
              <a:ext cx="7620" cy="328930"/>
            </a:xfrm>
            <a:custGeom>
              <a:avLst/>
              <a:gdLst/>
              <a:ahLst/>
              <a:cxnLst/>
              <a:rect l="l" t="t" r="r" b="b"/>
              <a:pathLst>
                <a:path w="7620" h="328929">
                  <a:moveTo>
                    <a:pt x="2539" y="0"/>
                  </a:moveTo>
                  <a:lnTo>
                    <a:pt x="0" y="0"/>
                  </a:lnTo>
                  <a:lnTo>
                    <a:pt x="0" y="1269"/>
                  </a:lnTo>
                  <a:lnTo>
                    <a:pt x="2539" y="1269"/>
                  </a:lnTo>
                  <a:lnTo>
                    <a:pt x="2539" y="0"/>
                  </a:lnTo>
                  <a:close/>
                </a:path>
                <a:path w="7620" h="328929">
                  <a:moveTo>
                    <a:pt x="3810" y="1269"/>
                  </a:moveTo>
                  <a:lnTo>
                    <a:pt x="0" y="1269"/>
                  </a:lnTo>
                  <a:lnTo>
                    <a:pt x="0" y="7619"/>
                  </a:lnTo>
                  <a:lnTo>
                    <a:pt x="7619" y="7619"/>
                  </a:lnTo>
                  <a:lnTo>
                    <a:pt x="7619" y="3809"/>
                  </a:lnTo>
                  <a:lnTo>
                    <a:pt x="6349" y="3809"/>
                  </a:lnTo>
                  <a:lnTo>
                    <a:pt x="6349" y="2539"/>
                  </a:lnTo>
                  <a:lnTo>
                    <a:pt x="3810" y="2539"/>
                  </a:lnTo>
                  <a:lnTo>
                    <a:pt x="3810" y="1269"/>
                  </a:lnTo>
                  <a:close/>
                </a:path>
                <a:path w="7620" h="328929">
                  <a:moveTo>
                    <a:pt x="7619" y="7619"/>
                  </a:moveTo>
                  <a:lnTo>
                    <a:pt x="0" y="7619"/>
                  </a:lnTo>
                  <a:lnTo>
                    <a:pt x="0" y="13969"/>
                  </a:lnTo>
                  <a:lnTo>
                    <a:pt x="7619" y="13969"/>
                  </a:lnTo>
                  <a:lnTo>
                    <a:pt x="7619" y="7619"/>
                  </a:lnTo>
                  <a:close/>
                </a:path>
                <a:path w="7620" h="328929">
                  <a:moveTo>
                    <a:pt x="7619" y="13969"/>
                  </a:moveTo>
                  <a:lnTo>
                    <a:pt x="0" y="13969"/>
                  </a:lnTo>
                  <a:lnTo>
                    <a:pt x="0" y="20319"/>
                  </a:lnTo>
                  <a:lnTo>
                    <a:pt x="7619" y="20319"/>
                  </a:lnTo>
                  <a:lnTo>
                    <a:pt x="7619" y="13969"/>
                  </a:lnTo>
                  <a:close/>
                </a:path>
                <a:path w="7620" h="328929">
                  <a:moveTo>
                    <a:pt x="7619" y="20319"/>
                  </a:moveTo>
                  <a:lnTo>
                    <a:pt x="0" y="20319"/>
                  </a:lnTo>
                  <a:lnTo>
                    <a:pt x="0" y="26669"/>
                  </a:lnTo>
                  <a:lnTo>
                    <a:pt x="7619" y="26669"/>
                  </a:lnTo>
                  <a:lnTo>
                    <a:pt x="7619" y="20319"/>
                  </a:lnTo>
                  <a:close/>
                </a:path>
                <a:path w="7620" h="328929">
                  <a:moveTo>
                    <a:pt x="7619" y="26669"/>
                  </a:moveTo>
                  <a:lnTo>
                    <a:pt x="0" y="26669"/>
                  </a:lnTo>
                  <a:lnTo>
                    <a:pt x="0" y="33019"/>
                  </a:lnTo>
                  <a:lnTo>
                    <a:pt x="7619" y="33019"/>
                  </a:lnTo>
                  <a:lnTo>
                    <a:pt x="7619" y="26669"/>
                  </a:lnTo>
                  <a:close/>
                </a:path>
                <a:path w="7620" h="328929">
                  <a:moveTo>
                    <a:pt x="7619" y="33019"/>
                  </a:moveTo>
                  <a:lnTo>
                    <a:pt x="0" y="33019"/>
                  </a:lnTo>
                  <a:lnTo>
                    <a:pt x="0" y="39369"/>
                  </a:lnTo>
                  <a:lnTo>
                    <a:pt x="7619" y="39369"/>
                  </a:lnTo>
                  <a:lnTo>
                    <a:pt x="7619" y="33019"/>
                  </a:lnTo>
                  <a:close/>
                </a:path>
                <a:path w="7620" h="328929">
                  <a:moveTo>
                    <a:pt x="7619" y="39369"/>
                  </a:moveTo>
                  <a:lnTo>
                    <a:pt x="0" y="39369"/>
                  </a:lnTo>
                  <a:lnTo>
                    <a:pt x="0" y="45719"/>
                  </a:lnTo>
                  <a:lnTo>
                    <a:pt x="7619" y="45719"/>
                  </a:lnTo>
                  <a:lnTo>
                    <a:pt x="7619" y="39369"/>
                  </a:lnTo>
                  <a:close/>
                </a:path>
                <a:path w="7620" h="328929">
                  <a:moveTo>
                    <a:pt x="7619" y="45719"/>
                  </a:moveTo>
                  <a:lnTo>
                    <a:pt x="0" y="45719"/>
                  </a:lnTo>
                  <a:lnTo>
                    <a:pt x="0" y="52069"/>
                  </a:lnTo>
                  <a:lnTo>
                    <a:pt x="7619" y="52069"/>
                  </a:lnTo>
                  <a:lnTo>
                    <a:pt x="7619" y="45719"/>
                  </a:lnTo>
                  <a:close/>
                </a:path>
                <a:path w="7620" h="328929">
                  <a:moveTo>
                    <a:pt x="7619" y="52069"/>
                  </a:moveTo>
                  <a:lnTo>
                    <a:pt x="0" y="52069"/>
                  </a:lnTo>
                  <a:lnTo>
                    <a:pt x="0" y="58419"/>
                  </a:lnTo>
                  <a:lnTo>
                    <a:pt x="7619" y="58419"/>
                  </a:lnTo>
                  <a:lnTo>
                    <a:pt x="7619" y="52069"/>
                  </a:lnTo>
                  <a:close/>
                </a:path>
                <a:path w="7620" h="328929">
                  <a:moveTo>
                    <a:pt x="7619" y="58419"/>
                  </a:moveTo>
                  <a:lnTo>
                    <a:pt x="0" y="58419"/>
                  </a:lnTo>
                  <a:lnTo>
                    <a:pt x="0" y="64769"/>
                  </a:lnTo>
                  <a:lnTo>
                    <a:pt x="7619" y="64769"/>
                  </a:lnTo>
                  <a:lnTo>
                    <a:pt x="7619" y="58419"/>
                  </a:lnTo>
                  <a:close/>
                </a:path>
                <a:path w="7620" h="328929">
                  <a:moveTo>
                    <a:pt x="7619" y="64769"/>
                  </a:moveTo>
                  <a:lnTo>
                    <a:pt x="0" y="64769"/>
                  </a:lnTo>
                  <a:lnTo>
                    <a:pt x="0" y="69849"/>
                  </a:lnTo>
                  <a:lnTo>
                    <a:pt x="7619" y="69849"/>
                  </a:lnTo>
                  <a:lnTo>
                    <a:pt x="7619" y="64769"/>
                  </a:lnTo>
                  <a:close/>
                </a:path>
                <a:path w="7620" h="328929">
                  <a:moveTo>
                    <a:pt x="7619" y="69850"/>
                  </a:moveTo>
                  <a:lnTo>
                    <a:pt x="0" y="69850"/>
                  </a:lnTo>
                  <a:lnTo>
                    <a:pt x="0" y="77469"/>
                  </a:lnTo>
                  <a:lnTo>
                    <a:pt x="7619" y="77469"/>
                  </a:lnTo>
                  <a:lnTo>
                    <a:pt x="7619" y="69850"/>
                  </a:lnTo>
                  <a:close/>
                </a:path>
                <a:path w="7620" h="328929">
                  <a:moveTo>
                    <a:pt x="7619" y="77469"/>
                  </a:moveTo>
                  <a:lnTo>
                    <a:pt x="0" y="77469"/>
                  </a:lnTo>
                  <a:lnTo>
                    <a:pt x="0" y="82549"/>
                  </a:lnTo>
                  <a:lnTo>
                    <a:pt x="7619" y="82549"/>
                  </a:lnTo>
                  <a:lnTo>
                    <a:pt x="7619" y="77469"/>
                  </a:lnTo>
                  <a:close/>
                </a:path>
                <a:path w="7620" h="328929">
                  <a:moveTo>
                    <a:pt x="7619" y="82550"/>
                  </a:moveTo>
                  <a:lnTo>
                    <a:pt x="0" y="82550"/>
                  </a:lnTo>
                  <a:lnTo>
                    <a:pt x="0" y="96519"/>
                  </a:lnTo>
                  <a:lnTo>
                    <a:pt x="7619" y="96519"/>
                  </a:lnTo>
                  <a:lnTo>
                    <a:pt x="7619" y="82550"/>
                  </a:lnTo>
                  <a:close/>
                </a:path>
                <a:path w="7620" h="328929">
                  <a:moveTo>
                    <a:pt x="7619" y="96519"/>
                  </a:moveTo>
                  <a:lnTo>
                    <a:pt x="0" y="96519"/>
                  </a:lnTo>
                  <a:lnTo>
                    <a:pt x="0" y="102869"/>
                  </a:lnTo>
                  <a:lnTo>
                    <a:pt x="7619" y="102869"/>
                  </a:lnTo>
                  <a:lnTo>
                    <a:pt x="7619" y="96519"/>
                  </a:lnTo>
                  <a:close/>
                </a:path>
                <a:path w="7620" h="328929">
                  <a:moveTo>
                    <a:pt x="7619" y="102869"/>
                  </a:moveTo>
                  <a:lnTo>
                    <a:pt x="0" y="102869"/>
                  </a:lnTo>
                  <a:lnTo>
                    <a:pt x="0" y="109219"/>
                  </a:lnTo>
                  <a:lnTo>
                    <a:pt x="7619" y="109219"/>
                  </a:lnTo>
                  <a:lnTo>
                    <a:pt x="7619" y="102869"/>
                  </a:lnTo>
                  <a:close/>
                </a:path>
                <a:path w="7620" h="328929">
                  <a:moveTo>
                    <a:pt x="7619" y="109219"/>
                  </a:moveTo>
                  <a:lnTo>
                    <a:pt x="0" y="109219"/>
                  </a:lnTo>
                  <a:lnTo>
                    <a:pt x="0" y="114299"/>
                  </a:lnTo>
                  <a:lnTo>
                    <a:pt x="7619" y="114299"/>
                  </a:lnTo>
                  <a:lnTo>
                    <a:pt x="7619" y="109219"/>
                  </a:lnTo>
                  <a:close/>
                </a:path>
                <a:path w="7620" h="328929">
                  <a:moveTo>
                    <a:pt x="7619" y="114300"/>
                  </a:moveTo>
                  <a:lnTo>
                    <a:pt x="0" y="114300"/>
                  </a:lnTo>
                  <a:lnTo>
                    <a:pt x="0" y="140969"/>
                  </a:lnTo>
                  <a:lnTo>
                    <a:pt x="7619" y="140969"/>
                  </a:lnTo>
                  <a:lnTo>
                    <a:pt x="7619" y="114300"/>
                  </a:lnTo>
                  <a:close/>
                </a:path>
                <a:path w="7620" h="328929">
                  <a:moveTo>
                    <a:pt x="7619" y="140969"/>
                  </a:moveTo>
                  <a:lnTo>
                    <a:pt x="0" y="140969"/>
                  </a:lnTo>
                  <a:lnTo>
                    <a:pt x="0" y="198119"/>
                  </a:lnTo>
                  <a:lnTo>
                    <a:pt x="7619" y="198119"/>
                  </a:lnTo>
                  <a:lnTo>
                    <a:pt x="7619" y="140969"/>
                  </a:lnTo>
                  <a:close/>
                </a:path>
                <a:path w="7620" h="328929">
                  <a:moveTo>
                    <a:pt x="7619" y="198119"/>
                  </a:moveTo>
                  <a:lnTo>
                    <a:pt x="0" y="198119"/>
                  </a:lnTo>
                  <a:lnTo>
                    <a:pt x="0" y="204469"/>
                  </a:lnTo>
                  <a:lnTo>
                    <a:pt x="7619" y="204469"/>
                  </a:lnTo>
                  <a:lnTo>
                    <a:pt x="7619" y="198119"/>
                  </a:lnTo>
                  <a:close/>
                </a:path>
                <a:path w="7620" h="328929">
                  <a:moveTo>
                    <a:pt x="7619" y="204469"/>
                  </a:moveTo>
                  <a:lnTo>
                    <a:pt x="0" y="204469"/>
                  </a:lnTo>
                  <a:lnTo>
                    <a:pt x="0" y="209549"/>
                  </a:lnTo>
                  <a:lnTo>
                    <a:pt x="7619" y="209549"/>
                  </a:lnTo>
                  <a:lnTo>
                    <a:pt x="7619" y="204469"/>
                  </a:lnTo>
                  <a:close/>
                </a:path>
                <a:path w="7620" h="328929">
                  <a:moveTo>
                    <a:pt x="7619" y="209550"/>
                  </a:moveTo>
                  <a:lnTo>
                    <a:pt x="0" y="209550"/>
                  </a:lnTo>
                  <a:lnTo>
                    <a:pt x="0" y="217169"/>
                  </a:lnTo>
                  <a:lnTo>
                    <a:pt x="7619" y="217169"/>
                  </a:lnTo>
                  <a:lnTo>
                    <a:pt x="7619" y="209550"/>
                  </a:lnTo>
                  <a:close/>
                </a:path>
                <a:path w="7620" h="328929">
                  <a:moveTo>
                    <a:pt x="7619" y="217169"/>
                  </a:moveTo>
                  <a:lnTo>
                    <a:pt x="0" y="217169"/>
                  </a:lnTo>
                  <a:lnTo>
                    <a:pt x="0" y="223519"/>
                  </a:lnTo>
                  <a:lnTo>
                    <a:pt x="7619" y="223519"/>
                  </a:lnTo>
                  <a:lnTo>
                    <a:pt x="7619" y="217169"/>
                  </a:lnTo>
                  <a:close/>
                </a:path>
                <a:path w="7620" h="328929">
                  <a:moveTo>
                    <a:pt x="7619" y="223519"/>
                  </a:moveTo>
                  <a:lnTo>
                    <a:pt x="0" y="223519"/>
                  </a:lnTo>
                  <a:lnTo>
                    <a:pt x="0" y="229869"/>
                  </a:lnTo>
                  <a:lnTo>
                    <a:pt x="7619" y="229869"/>
                  </a:lnTo>
                  <a:lnTo>
                    <a:pt x="7619" y="223519"/>
                  </a:lnTo>
                  <a:close/>
                </a:path>
                <a:path w="7620" h="328929">
                  <a:moveTo>
                    <a:pt x="7619" y="229869"/>
                  </a:moveTo>
                  <a:lnTo>
                    <a:pt x="0" y="229869"/>
                  </a:lnTo>
                  <a:lnTo>
                    <a:pt x="0" y="242569"/>
                  </a:lnTo>
                  <a:lnTo>
                    <a:pt x="7619" y="242569"/>
                  </a:lnTo>
                  <a:lnTo>
                    <a:pt x="7619" y="229869"/>
                  </a:lnTo>
                  <a:close/>
                </a:path>
                <a:path w="7620" h="328929">
                  <a:moveTo>
                    <a:pt x="7619" y="242569"/>
                  </a:moveTo>
                  <a:lnTo>
                    <a:pt x="0" y="242569"/>
                  </a:lnTo>
                  <a:lnTo>
                    <a:pt x="0" y="248919"/>
                  </a:lnTo>
                  <a:lnTo>
                    <a:pt x="7619" y="248919"/>
                  </a:lnTo>
                  <a:lnTo>
                    <a:pt x="7619" y="242569"/>
                  </a:lnTo>
                  <a:close/>
                </a:path>
                <a:path w="7620" h="328929">
                  <a:moveTo>
                    <a:pt x="7619" y="248919"/>
                  </a:moveTo>
                  <a:lnTo>
                    <a:pt x="0" y="248919"/>
                  </a:lnTo>
                  <a:lnTo>
                    <a:pt x="0" y="253999"/>
                  </a:lnTo>
                  <a:lnTo>
                    <a:pt x="7619" y="253999"/>
                  </a:lnTo>
                  <a:lnTo>
                    <a:pt x="7619" y="248919"/>
                  </a:lnTo>
                  <a:close/>
                </a:path>
                <a:path w="7620" h="328929">
                  <a:moveTo>
                    <a:pt x="7619" y="253999"/>
                  </a:moveTo>
                  <a:lnTo>
                    <a:pt x="0" y="253999"/>
                  </a:lnTo>
                  <a:lnTo>
                    <a:pt x="0" y="256539"/>
                  </a:lnTo>
                  <a:lnTo>
                    <a:pt x="7619" y="256539"/>
                  </a:lnTo>
                  <a:lnTo>
                    <a:pt x="7619" y="253999"/>
                  </a:lnTo>
                  <a:close/>
                </a:path>
                <a:path w="7620" h="328929">
                  <a:moveTo>
                    <a:pt x="7619" y="256539"/>
                  </a:moveTo>
                  <a:lnTo>
                    <a:pt x="0" y="256539"/>
                  </a:lnTo>
                  <a:lnTo>
                    <a:pt x="0" y="262889"/>
                  </a:lnTo>
                  <a:lnTo>
                    <a:pt x="7619" y="262889"/>
                  </a:lnTo>
                  <a:lnTo>
                    <a:pt x="7619" y="256539"/>
                  </a:lnTo>
                  <a:close/>
                </a:path>
                <a:path w="7620" h="328929">
                  <a:moveTo>
                    <a:pt x="7619" y="262889"/>
                  </a:moveTo>
                  <a:lnTo>
                    <a:pt x="0" y="262889"/>
                  </a:lnTo>
                  <a:lnTo>
                    <a:pt x="0" y="266699"/>
                  </a:lnTo>
                  <a:lnTo>
                    <a:pt x="7619" y="266699"/>
                  </a:lnTo>
                  <a:lnTo>
                    <a:pt x="7619" y="262889"/>
                  </a:lnTo>
                  <a:close/>
                </a:path>
                <a:path w="7620" h="328929">
                  <a:moveTo>
                    <a:pt x="7619" y="266699"/>
                  </a:moveTo>
                  <a:lnTo>
                    <a:pt x="0" y="266699"/>
                  </a:lnTo>
                  <a:lnTo>
                    <a:pt x="0" y="273049"/>
                  </a:lnTo>
                  <a:lnTo>
                    <a:pt x="7619" y="273049"/>
                  </a:lnTo>
                  <a:lnTo>
                    <a:pt x="7619" y="266699"/>
                  </a:lnTo>
                  <a:close/>
                </a:path>
                <a:path w="7620" h="328929">
                  <a:moveTo>
                    <a:pt x="7619" y="273049"/>
                  </a:moveTo>
                  <a:lnTo>
                    <a:pt x="0" y="273049"/>
                  </a:lnTo>
                  <a:lnTo>
                    <a:pt x="0" y="275589"/>
                  </a:lnTo>
                  <a:lnTo>
                    <a:pt x="7619" y="275589"/>
                  </a:lnTo>
                  <a:lnTo>
                    <a:pt x="7619" y="273049"/>
                  </a:lnTo>
                  <a:close/>
                </a:path>
                <a:path w="7620" h="328929">
                  <a:moveTo>
                    <a:pt x="7619" y="275589"/>
                  </a:moveTo>
                  <a:lnTo>
                    <a:pt x="0" y="275589"/>
                  </a:lnTo>
                  <a:lnTo>
                    <a:pt x="0" y="279399"/>
                  </a:lnTo>
                  <a:lnTo>
                    <a:pt x="7619" y="279399"/>
                  </a:lnTo>
                  <a:lnTo>
                    <a:pt x="7619" y="275589"/>
                  </a:lnTo>
                  <a:close/>
                </a:path>
                <a:path w="7620" h="328929">
                  <a:moveTo>
                    <a:pt x="7619" y="279399"/>
                  </a:moveTo>
                  <a:lnTo>
                    <a:pt x="0" y="279399"/>
                  </a:lnTo>
                  <a:lnTo>
                    <a:pt x="0" y="281939"/>
                  </a:lnTo>
                  <a:lnTo>
                    <a:pt x="7619" y="281939"/>
                  </a:lnTo>
                  <a:lnTo>
                    <a:pt x="7619" y="279399"/>
                  </a:lnTo>
                  <a:close/>
                </a:path>
                <a:path w="7620" h="328929">
                  <a:moveTo>
                    <a:pt x="7619" y="281939"/>
                  </a:moveTo>
                  <a:lnTo>
                    <a:pt x="0" y="281939"/>
                  </a:lnTo>
                  <a:lnTo>
                    <a:pt x="0" y="285749"/>
                  </a:lnTo>
                  <a:lnTo>
                    <a:pt x="7619" y="285749"/>
                  </a:lnTo>
                  <a:lnTo>
                    <a:pt x="7619" y="281939"/>
                  </a:lnTo>
                  <a:close/>
                </a:path>
                <a:path w="7620" h="328929">
                  <a:moveTo>
                    <a:pt x="7619" y="285749"/>
                  </a:moveTo>
                  <a:lnTo>
                    <a:pt x="0" y="285749"/>
                  </a:lnTo>
                  <a:lnTo>
                    <a:pt x="0" y="288289"/>
                  </a:lnTo>
                  <a:lnTo>
                    <a:pt x="7619" y="288289"/>
                  </a:lnTo>
                  <a:lnTo>
                    <a:pt x="7619" y="285749"/>
                  </a:lnTo>
                  <a:close/>
                </a:path>
                <a:path w="7620" h="328929">
                  <a:moveTo>
                    <a:pt x="7619" y="288289"/>
                  </a:moveTo>
                  <a:lnTo>
                    <a:pt x="0" y="288289"/>
                  </a:lnTo>
                  <a:lnTo>
                    <a:pt x="0" y="294639"/>
                  </a:lnTo>
                  <a:lnTo>
                    <a:pt x="7619" y="294639"/>
                  </a:lnTo>
                  <a:lnTo>
                    <a:pt x="7619" y="288289"/>
                  </a:lnTo>
                  <a:close/>
                </a:path>
                <a:path w="7620" h="328929">
                  <a:moveTo>
                    <a:pt x="7619" y="294639"/>
                  </a:moveTo>
                  <a:lnTo>
                    <a:pt x="0" y="294639"/>
                  </a:lnTo>
                  <a:lnTo>
                    <a:pt x="0" y="298449"/>
                  </a:lnTo>
                  <a:lnTo>
                    <a:pt x="7619" y="298449"/>
                  </a:lnTo>
                  <a:lnTo>
                    <a:pt x="7619" y="294639"/>
                  </a:lnTo>
                  <a:close/>
                </a:path>
                <a:path w="7620" h="328929">
                  <a:moveTo>
                    <a:pt x="7619" y="298449"/>
                  </a:moveTo>
                  <a:lnTo>
                    <a:pt x="0" y="298449"/>
                  </a:lnTo>
                  <a:lnTo>
                    <a:pt x="0" y="300989"/>
                  </a:lnTo>
                  <a:lnTo>
                    <a:pt x="7619" y="300989"/>
                  </a:lnTo>
                  <a:lnTo>
                    <a:pt x="7619" y="298449"/>
                  </a:lnTo>
                  <a:close/>
                </a:path>
                <a:path w="7620" h="328929">
                  <a:moveTo>
                    <a:pt x="7619" y="300989"/>
                  </a:moveTo>
                  <a:lnTo>
                    <a:pt x="0" y="300989"/>
                  </a:lnTo>
                  <a:lnTo>
                    <a:pt x="0" y="304799"/>
                  </a:lnTo>
                  <a:lnTo>
                    <a:pt x="7619" y="304799"/>
                  </a:lnTo>
                  <a:lnTo>
                    <a:pt x="7619" y="300989"/>
                  </a:lnTo>
                  <a:close/>
                </a:path>
                <a:path w="7620" h="328929">
                  <a:moveTo>
                    <a:pt x="7619" y="304799"/>
                  </a:moveTo>
                  <a:lnTo>
                    <a:pt x="0" y="304799"/>
                  </a:lnTo>
                  <a:lnTo>
                    <a:pt x="0" y="307339"/>
                  </a:lnTo>
                  <a:lnTo>
                    <a:pt x="7619" y="307339"/>
                  </a:lnTo>
                  <a:lnTo>
                    <a:pt x="7619" y="304799"/>
                  </a:lnTo>
                  <a:close/>
                </a:path>
                <a:path w="7620" h="328929">
                  <a:moveTo>
                    <a:pt x="7619" y="307339"/>
                  </a:moveTo>
                  <a:lnTo>
                    <a:pt x="0" y="307339"/>
                  </a:lnTo>
                  <a:lnTo>
                    <a:pt x="0" y="311149"/>
                  </a:lnTo>
                  <a:lnTo>
                    <a:pt x="7619" y="311149"/>
                  </a:lnTo>
                  <a:lnTo>
                    <a:pt x="7619" y="307339"/>
                  </a:lnTo>
                  <a:close/>
                </a:path>
                <a:path w="7620" h="328929">
                  <a:moveTo>
                    <a:pt x="7619" y="311149"/>
                  </a:moveTo>
                  <a:lnTo>
                    <a:pt x="0" y="311149"/>
                  </a:lnTo>
                  <a:lnTo>
                    <a:pt x="0" y="313689"/>
                  </a:lnTo>
                  <a:lnTo>
                    <a:pt x="7619" y="313689"/>
                  </a:lnTo>
                  <a:lnTo>
                    <a:pt x="7619" y="311149"/>
                  </a:lnTo>
                  <a:close/>
                </a:path>
                <a:path w="7620" h="328929">
                  <a:moveTo>
                    <a:pt x="7619" y="313689"/>
                  </a:moveTo>
                  <a:lnTo>
                    <a:pt x="0" y="313689"/>
                  </a:lnTo>
                  <a:lnTo>
                    <a:pt x="0" y="317499"/>
                  </a:lnTo>
                  <a:lnTo>
                    <a:pt x="7619" y="317499"/>
                  </a:lnTo>
                  <a:lnTo>
                    <a:pt x="7619" y="313689"/>
                  </a:lnTo>
                  <a:close/>
                </a:path>
                <a:path w="7620" h="328929">
                  <a:moveTo>
                    <a:pt x="7619" y="317499"/>
                  </a:moveTo>
                  <a:lnTo>
                    <a:pt x="0" y="317499"/>
                  </a:lnTo>
                  <a:lnTo>
                    <a:pt x="0" y="320039"/>
                  </a:lnTo>
                  <a:lnTo>
                    <a:pt x="7619" y="320039"/>
                  </a:lnTo>
                  <a:lnTo>
                    <a:pt x="7619" y="317499"/>
                  </a:lnTo>
                  <a:close/>
                </a:path>
                <a:path w="7620" h="328929">
                  <a:moveTo>
                    <a:pt x="7619" y="320039"/>
                  </a:moveTo>
                  <a:lnTo>
                    <a:pt x="0" y="320039"/>
                  </a:lnTo>
                  <a:lnTo>
                    <a:pt x="0" y="323849"/>
                  </a:lnTo>
                  <a:lnTo>
                    <a:pt x="7619" y="323849"/>
                  </a:lnTo>
                  <a:lnTo>
                    <a:pt x="7619" y="320039"/>
                  </a:lnTo>
                  <a:close/>
                </a:path>
                <a:path w="7620" h="328929">
                  <a:moveTo>
                    <a:pt x="7619" y="323849"/>
                  </a:moveTo>
                  <a:lnTo>
                    <a:pt x="0" y="323849"/>
                  </a:lnTo>
                  <a:lnTo>
                    <a:pt x="0" y="326389"/>
                  </a:lnTo>
                  <a:lnTo>
                    <a:pt x="5079" y="326389"/>
                  </a:lnTo>
                  <a:lnTo>
                    <a:pt x="5079" y="325119"/>
                  </a:lnTo>
                  <a:lnTo>
                    <a:pt x="7619" y="325119"/>
                  </a:lnTo>
                  <a:lnTo>
                    <a:pt x="7619" y="323849"/>
                  </a:lnTo>
                  <a:close/>
                </a:path>
                <a:path w="7620" h="328929">
                  <a:moveTo>
                    <a:pt x="3809" y="326389"/>
                  </a:moveTo>
                  <a:lnTo>
                    <a:pt x="0" y="326389"/>
                  </a:lnTo>
                  <a:lnTo>
                    <a:pt x="0" y="328929"/>
                  </a:lnTo>
                  <a:lnTo>
                    <a:pt x="1269" y="328929"/>
                  </a:lnTo>
                  <a:lnTo>
                    <a:pt x="1269" y="327659"/>
                  </a:lnTo>
                  <a:lnTo>
                    <a:pt x="3809" y="327659"/>
                  </a:lnTo>
                  <a:lnTo>
                    <a:pt x="3809" y="326389"/>
                  </a:lnTo>
                  <a:close/>
                </a:path>
              </a:pathLst>
            </a:custGeom>
            <a:solidFill>
              <a:srgbClr val="92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4" name="object 59">
              <a:extLst>
                <a:ext uri="{FF2B5EF4-FFF2-40B4-BE49-F238E27FC236}">
                  <a16:creationId xmlns:a16="http://schemas.microsoft.com/office/drawing/2014/main" id="{56CD4C77-291E-4587-BD65-20E03BA47B3C}"/>
                </a:ext>
              </a:extLst>
            </p:cNvPr>
            <p:cNvSpPr/>
            <p:nvPr/>
          </p:nvSpPr>
          <p:spPr>
            <a:xfrm>
              <a:off x="4664710" y="4227194"/>
              <a:ext cx="7620" cy="336550"/>
            </a:xfrm>
            <a:custGeom>
              <a:avLst/>
              <a:gdLst/>
              <a:ahLst/>
              <a:cxnLst/>
              <a:rect l="l" t="t" r="r" b="b"/>
              <a:pathLst>
                <a:path w="7620" h="336550">
                  <a:moveTo>
                    <a:pt x="381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2539"/>
                  </a:lnTo>
                  <a:lnTo>
                    <a:pt x="5080" y="2539"/>
                  </a:lnTo>
                  <a:lnTo>
                    <a:pt x="5080" y="1269"/>
                  </a:lnTo>
                  <a:lnTo>
                    <a:pt x="3810" y="1269"/>
                  </a:lnTo>
                  <a:lnTo>
                    <a:pt x="3810" y="0"/>
                  </a:lnTo>
                  <a:close/>
                </a:path>
                <a:path w="7620" h="336550">
                  <a:moveTo>
                    <a:pt x="762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7620" y="11429"/>
                  </a:lnTo>
                  <a:lnTo>
                    <a:pt x="7620" y="5080"/>
                  </a:lnTo>
                  <a:close/>
                </a:path>
                <a:path w="7620" h="336550">
                  <a:moveTo>
                    <a:pt x="762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7620" y="17779"/>
                  </a:lnTo>
                  <a:lnTo>
                    <a:pt x="7620" y="11430"/>
                  </a:lnTo>
                  <a:close/>
                </a:path>
                <a:path w="7620" h="336550">
                  <a:moveTo>
                    <a:pt x="762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7620" y="24129"/>
                  </a:lnTo>
                  <a:lnTo>
                    <a:pt x="7620" y="17780"/>
                  </a:lnTo>
                  <a:close/>
                </a:path>
                <a:path w="7620" h="336550">
                  <a:moveTo>
                    <a:pt x="762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7620" y="30479"/>
                  </a:lnTo>
                  <a:lnTo>
                    <a:pt x="7620" y="24130"/>
                  </a:lnTo>
                  <a:close/>
                </a:path>
                <a:path w="7620" h="336550">
                  <a:moveTo>
                    <a:pt x="7620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7620" y="36829"/>
                  </a:lnTo>
                  <a:lnTo>
                    <a:pt x="7620" y="30480"/>
                  </a:lnTo>
                  <a:close/>
                </a:path>
                <a:path w="7620" h="336550">
                  <a:moveTo>
                    <a:pt x="7620" y="36830"/>
                  </a:moveTo>
                  <a:lnTo>
                    <a:pt x="0" y="36830"/>
                  </a:lnTo>
                  <a:lnTo>
                    <a:pt x="0" y="43179"/>
                  </a:lnTo>
                  <a:lnTo>
                    <a:pt x="7620" y="43179"/>
                  </a:lnTo>
                  <a:lnTo>
                    <a:pt x="7620" y="36830"/>
                  </a:lnTo>
                  <a:close/>
                </a:path>
                <a:path w="7620" h="336550">
                  <a:moveTo>
                    <a:pt x="7620" y="43180"/>
                  </a:moveTo>
                  <a:lnTo>
                    <a:pt x="0" y="43180"/>
                  </a:lnTo>
                  <a:lnTo>
                    <a:pt x="0" y="49529"/>
                  </a:lnTo>
                  <a:lnTo>
                    <a:pt x="7620" y="49529"/>
                  </a:lnTo>
                  <a:lnTo>
                    <a:pt x="7620" y="43180"/>
                  </a:lnTo>
                  <a:close/>
                </a:path>
                <a:path w="7620" h="336550">
                  <a:moveTo>
                    <a:pt x="7620" y="49530"/>
                  </a:moveTo>
                  <a:lnTo>
                    <a:pt x="0" y="49530"/>
                  </a:lnTo>
                  <a:lnTo>
                    <a:pt x="0" y="55879"/>
                  </a:lnTo>
                  <a:lnTo>
                    <a:pt x="7620" y="55879"/>
                  </a:lnTo>
                  <a:lnTo>
                    <a:pt x="7620" y="49530"/>
                  </a:lnTo>
                  <a:close/>
                </a:path>
                <a:path w="7620" h="336550">
                  <a:moveTo>
                    <a:pt x="7620" y="55880"/>
                  </a:moveTo>
                  <a:lnTo>
                    <a:pt x="0" y="55880"/>
                  </a:lnTo>
                  <a:lnTo>
                    <a:pt x="0" y="62229"/>
                  </a:lnTo>
                  <a:lnTo>
                    <a:pt x="7620" y="62229"/>
                  </a:lnTo>
                  <a:lnTo>
                    <a:pt x="7620" y="55880"/>
                  </a:lnTo>
                  <a:close/>
                </a:path>
                <a:path w="7620" h="336550">
                  <a:moveTo>
                    <a:pt x="7620" y="62230"/>
                  </a:moveTo>
                  <a:lnTo>
                    <a:pt x="0" y="62230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62230"/>
                  </a:lnTo>
                  <a:close/>
                </a:path>
                <a:path w="7620" h="336550">
                  <a:moveTo>
                    <a:pt x="7620" y="68580"/>
                  </a:moveTo>
                  <a:lnTo>
                    <a:pt x="0" y="68580"/>
                  </a:lnTo>
                  <a:lnTo>
                    <a:pt x="0" y="73659"/>
                  </a:lnTo>
                  <a:lnTo>
                    <a:pt x="7620" y="73659"/>
                  </a:lnTo>
                  <a:lnTo>
                    <a:pt x="7620" y="68580"/>
                  </a:lnTo>
                  <a:close/>
                </a:path>
                <a:path w="7620" h="336550">
                  <a:moveTo>
                    <a:pt x="7620" y="73660"/>
                  </a:moveTo>
                  <a:lnTo>
                    <a:pt x="0" y="73660"/>
                  </a:lnTo>
                  <a:lnTo>
                    <a:pt x="0" y="81279"/>
                  </a:lnTo>
                  <a:lnTo>
                    <a:pt x="7620" y="81279"/>
                  </a:lnTo>
                  <a:lnTo>
                    <a:pt x="7620" y="73660"/>
                  </a:lnTo>
                  <a:close/>
                </a:path>
                <a:path w="7620" h="336550">
                  <a:moveTo>
                    <a:pt x="7620" y="81280"/>
                  </a:moveTo>
                  <a:lnTo>
                    <a:pt x="0" y="81280"/>
                  </a:lnTo>
                  <a:lnTo>
                    <a:pt x="0" y="86359"/>
                  </a:lnTo>
                  <a:lnTo>
                    <a:pt x="7620" y="86359"/>
                  </a:lnTo>
                  <a:lnTo>
                    <a:pt x="7620" y="81280"/>
                  </a:lnTo>
                  <a:close/>
                </a:path>
                <a:path w="7620" h="336550">
                  <a:moveTo>
                    <a:pt x="7620" y="86360"/>
                  </a:moveTo>
                  <a:lnTo>
                    <a:pt x="0" y="86360"/>
                  </a:lnTo>
                  <a:lnTo>
                    <a:pt x="0" y="100329"/>
                  </a:lnTo>
                  <a:lnTo>
                    <a:pt x="7620" y="100329"/>
                  </a:lnTo>
                  <a:lnTo>
                    <a:pt x="7620" y="86360"/>
                  </a:lnTo>
                  <a:close/>
                </a:path>
                <a:path w="7620" h="336550">
                  <a:moveTo>
                    <a:pt x="7620" y="100330"/>
                  </a:moveTo>
                  <a:lnTo>
                    <a:pt x="0" y="100330"/>
                  </a:lnTo>
                  <a:lnTo>
                    <a:pt x="0" y="106679"/>
                  </a:lnTo>
                  <a:lnTo>
                    <a:pt x="7620" y="106679"/>
                  </a:lnTo>
                  <a:lnTo>
                    <a:pt x="7620" y="100330"/>
                  </a:lnTo>
                  <a:close/>
                </a:path>
                <a:path w="7620" h="336550">
                  <a:moveTo>
                    <a:pt x="7620" y="106680"/>
                  </a:moveTo>
                  <a:lnTo>
                    <a:pt x="0" y="106680"/>
                  </a:lnTo>
                  <a:lnTo>
                    <a:pt x="0" y="113029"/>
                  </a:lnTo>
                  <a:lnTo>
                    <a:pt x="7620" y="113029"/>
                  </a:lnTo>
                  <a:lnTo>
                    <a:pt x="7620" y="106680"/>
                  </a:lnTo>
                  <a:close/>
                </a:path>
                <a:path w="7620" h="336550">
                  <a:moveTo>
                    <a:pt x="7620" y="113030"/>
                  </a:moveTo>
                  <a:lnTo>
                    <a:pt x="0" y="113030"/>
                  </a:lnTo>
                  <a:lnTo>
                    <a:pt x="0" y="118109"/>
                  </a:lnTo>
                  <a:lnTo>
                    <a:pt x="7620" y="118109"/>
                  </a:lnTo>
                  <a:lnTo>
                    <a:pt x="7620" y="113030"/>
                  </a:lnTo>
                  <a:close/>
                </a:path>
                <a:path w="7620" h="336550">
                  <a:moveTo>
                    <a:pt x="7620" y="118110"/>
                  </a:moveTo>
                  <a:lnTo>
                    <a:pt x="0" y="118110"/>
                  </a:lnTo>
                  <a:lnTo>
                    <a:pt x="0" y="144779"/>
                  </a:lnTo>
                  <a:lnTo>
                    <a:pt x="7620" y="144779"/>
                  </a:lnTo>
                  <a:lnTo>
                    <a:pt x="7620" y="118110"/>
                  </a:lnTo>
                  <a:close/>
                </a:path>
                <a:path w="7620" h="336550">
                  <a:moveTo>
                    <a:pt x="7620" y="144780"/>
                  </a:moveTo>
                  <a:lnTo>
                    <a:pt x="0" y="144780"/>
                  </a:lnTo>
                  <a:lnTo>
                    <a:pt x="0" y="201929"/>
                  </a:lnTo>
                  <a:lnTo>
                    <a:pt x="7620" y="201929"/>
                  </a:lnTo>
                  <a:lnTo>
                    <a:pt x="7620" y="144780"/>
                  </a:lnTo>
                  <a:close/>
                </a:path>
                <a:path w="7620" h="336550">
                  <a:moveTo>
                    <a:pt x="7620" y="201930"/>
                  </a:moveTo>
                  <a:lnTo>
                    <a:pt x="0" y="201930"/>
                  </a:lnTo>
                  <a:lnTo>
                    <a:pt x="0" y="208279"/>
                  </a:lnTo>
                  <a:lnTo>
                    <a:pt x="7620" y="208279"/>
                  </a:lnTo>
                  <a:lnTo>
                    <a:pt x="7620" y="201930"/>
                  </a:lnTo>
                  <a:close/>
                </a:path>
                <a:path w="7620" h="336550">
                  <a:moveTo>
                    <a:pt x="7620" y="208280"/>
                  </a:moveTo>
                  <a:lnTo>
                    <a:pt x="0" y="208280"/>
                  </a:lnTo>
                  <a:lnTo>
                    <a:pt x="0" y="213359"/>
                  </a:lnTo>
                  <a:lnTo>
                    <a:pt x="7620" y="213359"/>
                  </a:lnTo>
                  <a:lnTo>
                    <a:pt x="7620" y="208280"/>
                  </a:lnTo>
                  <a:close/>
                </a:path>
                <a:path w="7620" h="336550">
                  <a:moveTo>
                    <a:pt x="7620" y="213360"/>
                  </a:moveTo>
                  <a:lnTo>
                    <a:pt x="0" y="213360"/>
                  </a:lnTo>
                  <a:lnTo>
                    <a:pt x="0" y="220979"/>
                  </a:lnTo>
                  <a:lnTo>
                    <a:pt x="7620" y="220979"/>
                  </a:lnTo>
                  <a:lnTo>
                    <a:pt x="7620" y="213360"/>
                  </a:lnTo>
                  <a:close/>
                </a:path>
                <a:path w="7620" h="336550">
                  <a:moveTo>
                    <a:pt x="7620" y="220980"/>
                  </a:moveTo>
                  <a:lnTo>
                    <a:pt x="0" y="220980"/>
                  </a:lnTo>
                  <a:lnTo>
                    <a:pt x="0" y="227329"/>
                  </a:lnTo>
                  <a:lnTo>
                    <a:pt x="7620" y="227329"/>
                  </a:lnTo>
                  <a:lnTo>
                    <a:pt x="7620" y="220980"/>
                  </a:lnTo>
                  <a:close/>
                </a:path>
                <a:path w="7620" h="336550">
                  <a:moveTo>
                    <a:pt x="7620" y="227330"/>
                  </a:moveTo>
                  <a:lnTo>
                    <a:pt x="0" y="227330"/>
                  </a:lnTo>
                  <a:lnTo>
                    <a:pt x="0" y="233679"/>
                  </a:lnTo>
                  <a:lnTo>
                    <a:pt x="7620" y="233679"/>
                  </a:lnTo>
                  <a:lnTo>
                    <a:pt x="7620" y="227330"/>
                  </a:lnTo>
                  <a:close/>
                </a:path>
                <a:path w="7620" h="336550">
                  <a:moveTo>
                    <a:pt x="7620" y="233680"/>
                  </a:moveTo>
                  <a:lnTo>
                    <a:pt x="0" y="233680"/>
                  </a:lnTo>
                  <a:lnTo>
                    <a:pt x="0" y="246379"/>
                  </a:lnTo>
                  <a:lnTo>
                    <a:pt x="7620" y="246379"/>
                  </a:lnTo>
                  <a:lnTo>
                    <a:pt x="7620" y="233680"/>
                  </a:lnTo>
                  <a:close/>
                </a:path>
                <a:path w="7620" h="336550">
                  <a:moveTo>
                    <a:pt x="7620" y="246380"/>
                  </a:moveTo>
                  <a:lnTo>
                    <a:pt x="0" y="246380"/>
                  </a:lnTo>
                  <a:lnTo>
                    <a:pt x="0" y="252729"/>
                  </a:lnTo>
                  <a:lnTo>
                    <a:pt x="7620" y="252729"/>
                  </a:lnTo>
                  <a:lnTo>
                    <a:pt x="7620" y="246380"/>
                  </a:lnTo>
                  <a:close/>
                </a:path>
                <a:path w="7620" h="336550">
                  <a:moveTo>
                    <a:pt x="7620" y="252730"/>
                  </a:moveTo>
                  <a:lnTo>
                    <a:pt x="0" y="252730"/>
                  </a:lnTo>
                  <a:lnTo>
                    <a:pt x="0" y="257809"/>
                  </a:lnTo>
                  <a:lnTo>
                    <a:pt x="7620" y="257809"/>
                  </a:lnTo>
                  <a:lnTo>
                    <a:pt x="7620" y="252730"/>
                  </a:lnTo>
                  <a:close/>
                </a:path>
                <a:path w="7620" h="336550">
                  <a:moveTo>
                    <a:pt x="7620" y="257809"/>
                  </a:moveTo>
                  <a:lnTo>
                    <a:pt x="0" y="257809"/>
                  </a:lnTo>
                  <a:lnTo>
                    <a:pt x="0" y="260349"/>
                  </a:lnTo>
                  <a:lnTo>
                    <a:pt x="7620" y="260349"/>
                  </a:lnTo>
                  <a:lnTo>
                    <a:pt x="7620" y="257809"/>
                  </a:lnTo>
                  <a:close/>
                </a:path>
                <a:path w="7620" h="336550">
                  <a:moveTo>
                    <a:pt x="7620" y="260350"/>
                  </a:moveTo>
                  <a:lnTo>
                    <a:pt x="0" y="260350"/>
                  </a:lnTo>
                  <a:lnTo>
                    <a:pt x="0" y="266699"/>
                  </a:lnTo>
                  <a:lnTo>
                    <a:pt x="7620" y="266699"/>
                  </a:lnTo>
                  <a:lnTo>
                    <a:pt x="7620" y="260350"/>
                  </a:lnTo>
                  <a:close/>
                </a:path>
                <a:path w="7620" h="336550">
                  <a:moveTo>
                    <a:pt x="7620" y="266700"/>
                  </a:moveTo>
                  <a:lnTo>
                    <a:pt x="0" y="266700"/>
                  </a:lnTo>
                  <a:lnTo>
                    <a:pt x="0" y="270509"/>
                  </a:lnTo>
                  <a:lnTo>
                    <a:pt x="7620" y="270509"/>
                  </a:lnTo>
                  <a:lnTo>
                    <a:pt x="7620" y="266700"/>
                  </a:lnTo>
                  <a:close/>
                </a:path>
                <a:path w="7620" h="336550">
                  <a:moveTo>
                    <a:pt x="7620" y="270509"/>
                  </a:moveTo>
                  <a:lnTo>
                    <a:pt x="0" y="270509"/>
                  </a:lnTo>
                  <a:lnTo>
                    <a:pt x="0" y="276859"/>
                  </a:lnTo>
                  <a:lnTo>
                    <a:pt x="7620" y="276859"/>
                  </a:lnTo>
                  <a:lnTo>
                    <a:pt x="7620" y="270509"/>
                  </a:lnTo>
                  <a:close/>
                </a:path>
                <a:path w="7620" h="336550">
                  <a:moveTo>
                    <a:pt x="7620" y="276859"/>
                  </a:moveTo>
                  <a:lnTo>
                    <a:pt x="0" y="276859"/>
                  </a:lnTo>
                  <a:lnTo>
                    <a:pt x="0" y="279399"/>
                  </a:lnTo>
                  <a:lnTo>
                    <a:pt x="7620" y="279399"/>
                  </a:lnTo>
                  <a:lnTo>
                    <a:pt x="7620" y="276859"/>
                  </a:lnTo>
                  <a:close/>
                </a:path>
                <a:path w="7620" h="336550">
                  <a:moveTo>
                    <a:pt x="7620" y="279400"/>
                  </a:moveTo>
                  <a:lnTo>
                    <a:pt x="0" y="279400"/>
                  </a:lnTo>
                  <a:lnTo>
                    <a:pt x="0" y="283209"/>
                  </a:lnTo>
                  <a:lnTo>
                    <a:pt x="7620" y="283209"/>
                  </a:lnTo>
                  <a:lnTo>
                    <a:pt x="7620" y="279400"/>
                  </a:lnTo>
                  <a:close/>
                </a:path>
                <a:path w="7620" h="336550">
                  <a:moveTo>
                    <a:pt x="7620" y="283209"/>
                  </a:moveTo>
                  <a:lnTo>
                    <a:pt x="0" y="283209"/>
                  </a:lnTo>
                  <a:lnTo>
                    <a:pt x="0" y="285749"/>
                  </a:lnTo>
                  <a:lnTo>
                    <a:pt x="7620" y="285749"/>
                  </a:lnTo>
                  <a:lnTo>
                    <a:pt x="7620" y="283209"/>
                  </a:lnTo>
                  <a:close/>
                </a:path>
                <a:path w="7620" h="336550">
                  <a:moveTo>
                    <a:pt x="7620" y="285750"/>
                  </a:moveTo>
                  <a:lnTo>
                    <a:pt x="0" y="285750"/>
                  </a:lnTo>
                  <a:lnTo>
                    <a:pt x="0" y="289559"/>
                  </a:lnTo>
                  <a:lnTo>
                    <a:pt x="7620" y="289559"/>
                  </a:lnTo>
                  <a:lnTo>
                    <a:pt x="7620" y="285750"/>
                  </a:lnTo>
                  <a:close/>
                </a:path>
                <a:path w="7620" h="336550">
                  <a:moveTo>
                    <a:pt x="7620" y="289559"/>
                  </a:moveTo>
                  <a:lnTo>
                    <a:pt x="0" y="289559"/>
                  </a:lnTo>
                  <a:lnTo>
                    <a:pt x="0" y="292099"/>
                  </a:lnTo>
                  <a:lnTo>
                    <a:pt x="7620" y="292099"/>
                  </a:lnTo>
                  <a:lnTo>
                    <a:pt x="7620" y="289559"/>
                  </a:lnTo>
                  <a:close/>
                </a:path>
                <a:path w="7620" h="336550">
                  <a:moveTo>
                    <a:pt x="7620" y="292100"/>
                  </a:moveTo>
                  <a:lnTo>
                    <a:pt x="0" y="292100"/>
                  </a:lnTo>
                  <a:lnTo>
                    <a:pt x="0" y="298449"/>
                  </a:lnTo>
                  <a:lnTo>
                    <a:pt x="7620" y="298449"/>
                  </a:lnTo>
                  <a:lnTo>
                    <a:pt x="7620" y="292100"/>
                  </a:lnTo>
                  <a:close/>
                </a:path>
                <a:path w="7620" h="336550">
                  <a:moveTo>
                    <a:pt x="7620" y="298450"/>
                  </a:moveTo>
                  <a:lnTo>
                    <a:pt x="0" y="298450"/>
                  </a:lnTo>
                  <a:lnTo>
                    <a:pt x="0" y="302259"/>
                  </a:lnTo>
                  <a:lnTo>
                    <a:pt x="7620" y="302259"/>
                  </a:lnTo>
                  <a:lnTo>
                    <a:pt x="7620" y="298450"/>
                  </a:lnTo>
                  <a:close/>
                </a:path>
                <a:path w="7620" h="336550">
                  <a:moveTo>
                    <a:pt x="7620" y="302259"/>
                  </a:moveTo>
                  <a:lnTo>
                    <a:pt x="0" y="302259"/>
                  </a:lnTo>
                  <a:lnTo>
                    <a:pt x="0" y="304799"/>
                  </a:lnTo>
                  <a:lnTo>
                    <a:pt x="7620" y="304799"/>
                  </a:lnTo>
                  <a:lnTo>
                    <a:pt x="7620" y="302259"/>
                  </a:lnTo>
                  <a:close/>
                </a:path>
                <a:path w="7620" h="336550">
                  <a:moveTo>
                    <a:pt x="7620" y="304800"/>
                  </a:moveTo>
                  <a:lnTo>
                    <a:pt x="0" y="304800"/>
                  </a:lnTo>
                  <a:lnTo>
                    <a:pt x="0" y="308609"/>
                  </a:lnTo>
                  <a:lnTo>
                    <a:pt x="7620" y="308609"/>
                  </a:lnTo>
                  <a:lnTo>
                    <a:pt x="7620" y="304800"/>
                  </a:lnTo>
                  <a:close/>
                </a:path>
                <a:path w="7620" h="336550">
                  <a:moveTo>
                    <a:pt x="7620" y="308609"/>
                  </a:moveTo>
                  <a:lnTo>
                    <a:pt x="0" y="308609"/>
                  </a:lnTo>
                  <a:lnTo>
                    <a:pt x="0" y="311149"/>
                  </a:lnTo>
                  <a:lnTo>
                    <a:pt x="7620" y="311149"/>
                  </a:lnTo>
                  <a:lnTo>
                    <a:pt x="7620" y="308609"/>
                  </a:lnTo>
                  <a:close/>
                </a:path>
                <a:path w="7620" h="336550">
                  <a:moveTo>
                    <a:pt x="7620" y="311150"/>
                  </a:moveTo>
                  <a:lnTo>
                    <a:pt x="0" y="311150"/>
                  </a:lnTo>
                  <a:lnTo>
                    <a:pt x="0" y="314959"/>
                  </a:lnTo>
                  <a:lnTo>
                    <a:pt x="7620" y="314959"/>
                  </a:lnTo>
                  <a:lnTo>
                    <a:pt x="7620" y="311150"/>
                  </a:lnTo>
                  <a:close/>
                </a:path>
                <a:path w="7620" h="336550">
                  <a:moveTo>
                    <a:pt x="7620" y="314959"/>
                  </a:moveTo>
                  <a:lnTo>
                    <a:pt x="0" y="314959"/>
                  </a:lnTo>
                  <a:lnTo>
                    <a:pt x="0" y="317499"/>
                  </a:lnTo>
                  <a:lnTo>
                    <a:pt x="7620" y="317499"/>
                  </a:lnTo>
                  <a:lnTo>
                    <a:pt x="7620" y="314959"/>
                  </a:lnTo>
                  <a:close/>
                </a:path>
                <a:path w="7620" h="336550">
                  <a:moveTo>
                    <a:pt x="7620" y="317500"/>
                  </a:moveTo>
                  <a:lnTo>
                    <a:pt x="0" y="317500"/>
                  </a:lnTo>
                  <a:lnTo>
                    <a:pt x="0" y="321309"/>
                  </a:lnTo>
                  <a:lnTo>
                    <a:pt x="7620" y="321309"/>
                  </a:lnTo>
                  <a:lnTo>
                    <a:pt x="7620" y="317500"/>
                  </a:lnTo>
                  <a:close/>
                </a:path>
                <a:path w="7620" h="336550">
                  <a:moveTo>
                    <a:pt x="7620" y="321309"/>
                  </a:moveTo>
                  <a:lnTo>
                    <a:pt x="0" y="321309"/>
                  </a:lnTo>
                  <a:lnTo>
                    <a:pt x="0" y="323849"/>
                  </a:lnTo>
                  <a:lnTo>
                    <a:pt x="7620" y="323849"/>
                  </a:lnTo>
                  <a:lnTo>
                    <a:pt x="7620" y="321309"/>
                  </a:lnTo>
                  <a:close/>
                </a:path>
                <a:path w="7620" h="336550">
                  <a:moveTo>
                    <a:pt x="7620" y="323850"/>
                  </a:moveTo>
                  <a:lnTo>
                    <a:pt x="0" y="323850"/>
                  </a:lnTo>
                  <a:lnTo>
                    <a:pt x="0" y="327659"/>
                  </a:lnTo>
                  <a:lnTo>
                    <a:pt x="7620" y="327659"/>
                  </a:lnTo>
                  <a:lnTo>
                    <a:pt x="7620" y="323850"/>
                  </a:lnTo>
                  <a:close/>
                </a:path>
                <a:path w="7620" h="336550">
                  <a:moveTo>
                    <a:pt x="7620" y="327659"/>
                  </a:moveTo>
                  <a:lnTo>
                    <a:pt x="0" y="327659"/>
                  </a:lnTo>
                  <a:lnTo>
                    <a:pt x="0" y="330199"/>
                  </a:lnTo>
                  <a:lnTo>
                    <a:pt x="7620" y="330199"/>
                  </a:lnTo>
                  <a:lnTo>
                    <a:pt x="7620" y="327659"/>
                  </a:lnTo>
                  <a:close/>
                </a:path>
                <a:path w="7620" h="336550">
                  <a:moveTo>
                    <a:pt x="7620" y="330200"/>
                  </a:moveTo>
                  <a:lnTo>
                    <a:pt x="0" y="330200"/>
                  </a:lnTo>
                  <a:lnTo>
                    <a:pt x="0" y="334009"/>
                  </a:lnTo>
                  <a:lnTo>
                    <a:pt x="7620" y="334009"/>
                  </a:lnTo>
                  <a:lnTo>
                    <a:pt x="7620" y="330200"/>
                  </a:lnTo>
                  <a:close/>
                </a:path>
                <a:path w="7620" h="336550">
                  <a:moveTo>
                    <a:pt x="5079" y="334009"/>
                  </a:moveTo>
                  <a:lnTo>
                    <a:pt x="0" y="334009"/>
                  </a:lnTo>
                  <a:lnTo>
                    <a:pt x="0" y="336549"/>
                  </a:lnTo>
                  <a:lnTo>
                    <a:pt x="2539" y="336549"/>
                  </a:lnTo>
                  <a:lnTo>
                    <a:pt x="2539" y="335279"/>
                  </a:lnTo>
                  <a:lnTo>
                    <a:pt x="5079" y="335279"/>
                  </a:lnTo>
                  <a:lnTo>
                    <a:pt x="5079" y="334009"/>
                  </a:lnTo>
                  <a:close/>
                </a:path>
              </a:pathLst>
            </a:custGeom>
            <a:solidFill>
              <a:srgbClr val="95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5" name="object 60">
              <a:extLst>
                <a:ext uri="{FF2B5EF4-FFF2-40B4-BE49-F238E27FC236}">
                  <a16:creationId xmlns:a16="http://schemas.microsoft.com/office/drawing/2014/main" id="{AC7D94A3-AD87-4BDB-8306-88105336F9E7}"/>
                </a:ext>
              </a:extLst>
            </p:cNvPr>
            <p:cNvSpPr/>
            <p:nvPr/>
          </p:nvSpPr>
          <p:spPr>
            <a:xfrm>
              <a:off x="4658360" y="4224655"/>
              <a:ext cx="6350" cy="342900"/>
            </a:xfrm>
            <a:custGeom>
              <a:avLst/>
              <a:gdLst/>
              <a:ahLst/>
              <a:cxnLst/>
              <a:rect l="l" t="t" r="r" b="b"/>
              <a:pathLst>
                <a:path w="6350" h="342900">
                  <a:moveTo>
                    <a:pt x="3810" y="0"/>
                  </a:moveTo>
                  <a:lnTo>
                    <a:pt x="0" y="0"/>
                  </a:lnTo>
                  <a:lnTo>
                    <a:pt x="0" y="1269"/>
                  </a:lnTo>
                  <a:lnTo>
                    <a:pt x="3810" y="1269"/>
                  </a:lnTo>
                  <a:lnTo>
                    <a:pt x="3810" y="0"/>
                  </a:lnTo>
                  <a:close/>
                </a:path>
                <a:path w="6350" h="342900">
                  <a:moveTo>
                    <a:pt x="6350" y="1269"/>
                  </a:moveTo>
                  <a:lnTo>
                    <a:pt x="0" y="1269"/>
                  </a:lnTo>
                  <a:lnTo>
                    <a:pt x="0" y="7619"/>
                  </a:lnTo>
                  <a:lnTo>
                    <a:pt x="6350" y="7619"/>
                  </a:lnTo>
                  <a:lnTo>
                    <a:pt x="6350" y="1269"/>
                  </a:lnTo>
                  <a:close/>
                </a:path>
                <a:path w="6350" h="342900">
                  <a:moveTo>
                    <a:pt x="6350" y="7619"/>
                  </a:moveTo>
                  <a:lnTo>
                    <a:pt x="0" y="7619"/>
                  </a:lnTo>
                  <a:lnTo>
                    <a:pt x="0" y="13969"/>
                  </a:lnTo>
                  <a:lnTo>
                    <a:pt x="6350" y="13969"/>
                  </a:lnTo>
                  <a:lnTo>
                    <a:pt x="6350" y="7619"/>
                  </a:lnTo>
                  <a:close/>
                </a:path>
                <a:path w="6350" h="342900">
                  <a:moveTo>
                    <a:pt x="6350" y="13969"/>
                  </a:moveTo>
                  <a:lnTo>
                    <a:pt x="0" y="13969"/>
                  </a:lnTo>
                  <a:lnTo>
                    <a:pt x="0" y="20319"/>
                  </a:lnTo>
                  <a:lnTo>
                    <a:pt x="6350" y="20319"/>
                  </a:lnTo>
                  <a:lnTo>
                    <a:pt x="6350" y="13969"/>
                  </a:lnTo>
                  <a:close/>
                </a:path>
                <a:path w="6350" h="342900">
                  <a:moveTo>
                    <a:pt x="6350" y="20319"/>
                  </a:moveTo>
                  <a:lnTo>
                    <a:pt x="0" y="20319"/>
                  </a:lnTo>
                  <a:lnTo>
                    <a:pt x="0" y="26669"/>
                  </a:lnTo>
                  <a:lnTo>
                    <a:pt x="6350" y="26669"/>
                  </a:lnTo>
                  <a:lnTo>
                    <a:pt x="6350" y="20319"/>
                  </a:lnTo>
                  <a:close/>
                </a:path>
                <a:path w="6350" h="342900">
                  <a:moveTo>
                    <a:pt x="6350" y="26669"/>
                  </a:moveTo>
                  <a:lnTo>
                    <a:pt x="0" y="26669"/>
                  </a:lnTo>
                  <a:lnTo>
                    <a:pt x="0" y="33019"/>
                  </a:lnTo>
                  <a:lnTo>
                    <a:pt x="6350" y="33019"/>
                  </a:lnTo>
                  <a:lnTo>
                    <a:pt x="6350" y="26669"/>
                  </a:lnTo>
                  <a:close/>
                </a:path>
                <a:path w="6350" h="342900">
                  <a:moveTo>
                    <a:pt x="6350" y="33019"/>
                  </a:moveTo>
                  <a:lnTo>
                    <a:pt x="0" y="33019"/>
                  </a:lnTo>
                  <a:lnTo>
                    <a:pt x="0" y="39369"/>
                  </a:lnTo>
                  <a:lnTo>
                    <a:pt x="6350" y="39369"/>
                  </a:lnTo>
                  <a:lnTo>
                    <a:pt x="6350" y="33019"/>
                  </a:lnTo>
                  <a:close/>
                </a:path>
                <a:path w="6350" h="342900">
                  <a:moveTo>
                    <a:pt x="6350" y="39369"/>
                  </a:moveTo>
                  <a:lnTo>
                    <a:pt x="0" y="39369"/>
                  </a:lnTo>
                  <a:lnTo>
                    <a:pt x="0" y="45719"/>
                  </a:lnTo>
                  <a:lnTo>
                    <a:pt x="6350" y="45719"/>
                  </a:lnTo>
                  <a:lnTo>
                    <a:pt x="6350" y="39369"/>
                  </a:lnTo>
                  <a:close/>
                </a:path>
                <a:path w="6350" h="342900">
                  <a:moveTo>
                    <a:pt x="6350" y="45719"/>
                  </a:moveTo>
                  <a:lnTo>
                    <a:pt x="0" y="45719"/>
                  </a:lnTo>
                  <a:lnTo>
                    <a:pt x="0" y="52069"/>
                  </a:lnTo>
                  <a:lnTo>
                    <a:pt x="6350" y="52069"/>
                  </a:lnTo>
                  <a:lnTo>
                    <a:pt x="6350" y="45719"/>
                  </a:lnTo>
                  <a:close/>
                </a:path>
                <a:path w="6350" h="342900">
                  <a:moveTo>
                    <a:pt x="6350" y="52069"/>
                  </a:moveTo>
                  <a:lnTo>
                    <a:pt x="0" y="52069"/>
                  </a:lnTo>
                  <a:lnTo>
                    <a:pt x="0" y="58419"/>
                  </a:lnTo>
                  <a:lnTo>
                    <a:pt x="6350" y="58419"/>
                  </a:lnTo>
                  <a:lnTo>
                    <a:pt x="6350" y="52069"/>
                  </a:lnTo>
                  <a:close/>
                </a:path>
                <a:path w="6350" h="342900">
                  <a:moveTo>
                    <a:pt x="6350" y="58419"/>
                  </a:moveTo>
                  <a:lnTo>
                    <a:pt x="0" y="58419"/>
                  </a:lnTo>
                  <a:lnTo>
                    <a:pt x="0" y="64769"/>
                  </a:lnTo>
                  <a:lnTo>
                    <a:pt x="6350" y="64769"/>
                  </a:lnTo>
                  <a:lnTo>
                    <a:pt x="6350" y="58419"/>
                  </a:lnTo>
                  <a:close/>
                </a:path>
                <a:path w="6350" h="342900">
                  <a:moveTo>
                    <a:pt x="6350" y="64769"/>
                  </a:moveTo>
                  <a:lnTo>
                    <a:pt x="0" y="64769"/>
                  </a:lnTo>
                  <a:lnTo>
                    <a:pt x="0" y="71119"/>
                  </a:lnTo>
                  <a:lnTo>
                    <a:pt x="6350" y="71119"/>
                  </a:lnTo>
                  <a:lnTo>
                    <a:pt x="6350" y="64769"/>
                  </a:lnTo>
                  <a:close/>
                </a:path>
                <a:path w="6350" h="342900">
                  <a:moveTo>
                    <a:pt x="6350" y="71119"/>
                  </a:moveTo>
                  <a:lnTo>
                    <a:pt x="0" y="71119"/>
                  </a:lnTo>
                  <a:lnTo>
                    <a:pt x="0" y="76199"/>
                  </a:lnTo>
                  <a:lnTo>
                    <a:pt x="6350" y="76199"/>
                  </a:lnTo>
                  <a:lnTo>
                    <a:pt x="6350" y="71119"/>
                  </a:lnTo>
                  <a:close/>
                </a:path>
                <a:path w="6350" h="342900">
                  <a:moveTo>
                    <a:pt x="6350" y="76200"/>
                  </a:moveTo>
                  <a:lnTo>
                    <a:pt x="0" y="76200"/>
                  </a:lnTo>
                  <a:lnTo>
                    <a:pt x="0" y="83819"/>
                  </a:lnTo>
                  <a:lnTo>
                    <a:pt x="6350" y="83819"/>
                  </a:lnTo>
                  <a:lnTo>
                    <a:pt x="6350" y="76200"/>
                  </a:lnTo>
                  <a:close/>
                </a:path>
                <a:path w="6350" h="342900">
                  <a:moveTo>
                    <a:pt x="6350" y="83819"/>
                  </a:moveTo>
                  <a:lnTo>
                    <a:pt x="0" y="83819"/>
                  </a:lnTo>
                  <a:lnTo>
                    <a:pt x="0" y="88899"/>
                  </a:lnTo>
                  <a:lnTo>
                    <a:pt x="6350" y="88899"/>
                  </a:lnTo>
                  <a:lnTo>
                    <a:pt x="6350" y="83819"/>
                  </a:lnTo>
                  <a:close/>
                </a:path>
                <a:path w="6350" h="342900">
                  <a:moveTo>
                    <a:pt x="6350" y="88900"/>
                  </a:moveTo>
                  <a:lnTo>
                    <a:pt x="0" y="88900"/>
                  </a:lnTo>
                  <a:lnTo>
                    <a:pt x="0" y="102869"/>
                  </a:lnTo>
                  <a:lnTo>
                    <a:pt x="6350" y="102869"/>
                  </a:lnTo>
                  <a:lnTo>
                    <a:pt x="6350" y="88900"/>
                  </a:lnTo>
                  <a:close/>
                </a:path>
                <a:path w="6350" h="342900">
                  <a:moveTo>
                    <a:pt x="6350" y="102869"/>
                  </a:moveTo>
                  <a:lnTo>
                    <a:pt x="0" y="102869"/>
                  </a:lnTo>
                  <a:lnTo>
                    <a:pt x="0" y="109219"/>
                  </a:lnTo>
                  <a:lnTo>
                    <a:pt x="6350" y="109219"/>
                  </a:lnTo>
                  <a:lnTo>
                    <a:pt x="6350" y="102869"/>
                  </a:lnTo>
                  <a:close/>
                </a:path>
                <a:path w="6350" h="342900">
                  <a:moveTo>
                    <a:pt x="6350" y="109219"/>
                  </a:moveTo>
                  <a:lnTo>
                    <a:pt x="0" y="109219"/>
                  </a:lnTo>
                  <a:lnTo>
                    <a:pt x="0" y="115569"/>
                  </a:lnTo>
                  <a:lnTo>
                    <a:pt x="6350" y="115569"/>
                  </a:lnTo>
                  <a:lnTo>
                    <a:pt x="6350" y="109219"/>
                  </a:lnTo>
                  <a:close/>
                </a:path>
                <a:path w="6350" h="342900">
                  <a:moveTo>
                    <a:pt x="6350" y="115569"/>
                  </a:moveTo>
                  <a:lnTo>
                    <a:pt x="0" y="115569"/>
                  </a:lnTo>
                  <a:lnTo>
                    <a:pt x="0" y="120649"/>
                  </a:lnTo>
                  <a:lnTo>
                    <a:pt x="6350" y="120649"/>
                  </a:lnTo>
                  <a:lnTo>
                    <a:pt x="6350" y="115569"/>
                  </a:lnTo>
                  <a:close/>
                </a:path>
                <a:path w="6350" h="342900">
                  <a:moveTo>
                    <a:pt x="6350" y="120650"/>
                  </a:moveTo>
                  <a:lnTo>
                    <a:pt x="0" y="120650"/>
                  </a:lnTo>
                  <a:lnTo>
                    <a:pt x="0" y="147319"/>
                  </a:lnTo>
                  <a:lnTo>
                    <a:pt x="6350" y="147319"/>
                  </a:lnTo>
                  <a:lnTo>
                    <a:pt x="6350" y="120650"/>
                  </a:lnTo>
                  <a:close/>
                </a:path>
                <a:path w="6350" h="342900">
                  <a:moveTo>
                    <a:pt x="6350" y="147319"/>
                  </a:moveTo>
                  <a:lnTo>
                    <a:pt x="0" y="147319"/>
                  </a:lnTo>
                  <a:lnTo>
                    <a:pt x="0" y="204469"/>
                  </a:lnTo>
                  <a:lnTo>
                    <a:pt x="6350" y="204469"/>
                  </a:lnTo>
                  <a:lnTo>
                    <a:pt x="6350" y="147319"/>
                  </a:lnTo>
                  <a:close/>
                </a:path>
                <a:path w="6350" h="342900">
                  <a:moveTo>
                    <a:pt x="6350" y="204469"/>
                  </a:moveTo>
                  <a:lnTo>
                    <a:pt x="0" y="204469"/>
                  </a:lnTo>
                  <a:lnTo>
                    <a:pt x="0" y="210819"/>
                  </a:lnTo>
                  <a:lnTo>
                    <a:pt x="6350" y="210819"/>
                  </a:lnTo>
                  <a:lnTo>
                    <a:pt x="6350" y="204469"/>
                  </a:lnTo>
                  <a:close/>
                </a:path>
                <a:path w="6350" h="342900">
                  <a:moveTo>
                    <a:pt x="6350" y="210819"/>
                  </a:moveTo>
                  <a:lnTo>
                    <a:pt x="0" y="210819"/>
                  </a:lnTo>
                  <a:lnTo>
                    <a:pt x="0" y="215899"/>
                  </a:lnTo>
                  <a:lnTo>
                    <a:pt x="6350" y="215899"/>
                  </a:lnTo>
                  <a:lnTo>
                    <a:pt x="6350" y="210819"/>
                  </a:lnTo>
                  <a:close/>
                </a:path>
                <a:path w="6350" h="342900">
                  <a:moveTo>
                    <a:pt x="6350" y="215900"/>
                  </a:moveTo>
                  <a:lnTo>
                    <a:pt x="0" y="215900"/>
                  </a:lnTo>
                  <a:lnTo>
                    <a:pt x="0" y="223519"/>
                  </a:lnTo>
                  <a:lnTo>
                    <a:pt x="6350" y="223519"/>
                  </a:lnTo>
                  <a:lnTo>
                    <a:pt x="6350" y="215900"/>
                  </a:lnTo>
                  <a:close/>
                </a:path>
                <a:path w="6350" h="342900">
                  <a:moveTo>
                    <a:pt x="6350" y="223519"/>
                  </a:moveTo>
                  <a:lnTo>
                    <a:pt x="0" y="223519"/>
                  </a:lnTo>
                  <a:lnTo>
                    <a:pt x="0" y="229869"/>
                  </a:lnTo>
                  <a:lnTo>
                    <a:pt x="6350" y="229869"/>
                  </a:lnTo>
                  <a:lnTo>
                    <a:pt x="6350" y="223519"/>
                  </a:lnTo>
                  <a:close/>
                </a:path>
                <a:path w="6350" h="342900">
                  <a:moveTo>
                    <a:pt x="6350" y="229869"/>
                  </a:moveTo>
                  <a:lnTo>
                    <a:pt x="0" y="229869"/>
                  </a:lnTo>
                  <a:lnTo>
                    <a:pt x="0" y="236219"/>
                  </a:lnTo>
                  <a:lnTo>
                    <a:pt x="6350" y="236219"/>
                  </a:lnTo>
                  <a:lnTo>
                    <a:pt x="6350" y="229869"/>
                  </a:lnTo>
                  <a:close/>
                </a:path>
                <a:path w="6350" h="342900">
                  <a:moveTo>
                    <a:pt x="6350" y="236219"/>
                  </a:moveTo>
                  <a:lnTo>
                    <a:pt x="0" y="236219"/>
                  </a:lnTo>
                  <a:lnTo>
                    <a:pt x="0" y="248919"/>
                  </a:lnTo>
                  <a:lnTo>
                    <a:pt x="6350" y="248919"/>
                  </a:lnTo>
                  <a:lnTo>
                    <a:pt x="6350" y="236219"/>
                  </a:lnTo>
                  <a:close/>
                </a:path>
                <a:path w="6350" h="342900">
                  <a:moveTo>
                    <a:pt x="6350" y="248919"/>
                  </a:moveTo>
                  <a:lnTo>
                    <a:pt x="0" y="248919"/>
                  </a:lnTo>
                  <a:lnTo>
                    <a:pt x="0" y="255269"/>
                  </a:lnTo>
                  <a:lnTo>
                    <a:pt x="6350" y="255269"/>
                  </a:lnTo>
                  <a:lnTo>
                    <a:pt x="6350" y="248919"/>
                  </a:lnTo>
                  <a:close/>
                </a:path>
                <a:path w="6350" h="342900">
                  <a:moveTo>
                    <a:pt x="6350" y="255269"/>
                  </a:moveTo>
                  <a:lnTo>
                    <a:pt x="0" y="255269"/>
                  </a:lnTo>
                  <a:lnTo>
                    <a:pt x="0" y="260349"/>
                  </a:lnTo>
                  <a:lnTo>
                    <a:pt x="6350" y="260349"/>
                  </a:lnTo>
                  <a:lnTo>
                    <a:pt x="6350" y="255269"/>
                  </a:lnTo>
                  <a:close/>
                </a:path>
                <a:path w="6350" h="342900">
                  <a:moveTo>
                    <a:pt x="6350" y="260349"/>
                  </a:moveTo>
                  <a:lnTo>
                    <a:pt x="0" y="260349"/>
                  </a:lnTo>
                  <a:lnTo>
                    <a:pt x="0" y="262889"/>
                  </a:lnTo>
                  <a:lnTo>
                    <a:pt x="6350" y="262889"/>
                  </a:lnTo>
                  <a:lnTo>
                    <a:pt x="6350" y="260349"/>
                  </a:lnTo>
                  <a:close/>
                </a:path>
                <a:path w="6350" h="342900">
                  <a:moveTo>
                    <a:pt x="6350" y="262889"/>
                  </a:moveTo>
                  <a:lnTo>
                    <a:pt x="0" y="262889"/>
                  </a:lnTo>
                  <a:lnTo>
                    <a:pt x="0" y="269239"/>
                  </a:lnTo>
                  <a:lnTo>
                    <a:pt x="6350" y="269239"/>
                  </a:lnTo>
                  <a:lnTo>
                    <a:pt x="6350" y="262889"/>
                  </a:lnTo>
                  <a:close/>
                </a:path>
                <a:path w="6350" h="342900">
                  <a:moveTo>
                    <a:pt x="6350" y="269239"/>
                  </a:moveTo>
                  <a:lnTo>
                    <a:pt x="0" y="269239"/>
                  </a:lnTo>
                  <a:lnTo>
                    <a:pt x="0" y="273049"/>
                  </a:lnTo>
                  <a:lnTo>
                    <a:pt x="6350" y="273049"/>
                  </a:lnTo>
                  <a:lnTo>
                    <a:pt x="6350" y="269239"/>
                  </a:lnTo>
                  <a:close/>
                </a:path>
                <a:path w="6350" h="342900">
                  <a:moveTo>
                    <a:pt x="6350" y="273049"/>
                  </a:moveTo>
                  <a:lnTo>
                    <a:pt x="0" y="273049"/>
                  </a:lnTo>
                  <a:lnTo>
                    <a:pt x="0" y="279399"/>
                  </a:lnTo>
                  <a:lnTo>
                    <a:pt x="6350" y="279399"/>
                  </a:lnTo>
                  <a:lnTo>
                    <a:pt x="6350" y="273049"/>
                  </a:lnTo>
                  <a:close/>
                </a:path>
                <a:path w="6350" h="342900">
                  <a:moveTo>
                    <a:pt x="6350" y="279399"/>
                  </a:moveTo>
                  <a:lnTo>
                    <a:pt x="0" y="279399"/>
                  </a:lnTo>
                  <a:lnTo>
                    <a:pt x="0" y="281939"/>
                  </a:lnTo>
                  <a:lnTo>
                    <a:pt x="6350" y="281939"/>
                  </a:lnTo>
                  <a:lnTo>
                    <a:pt x="6350" y="279399"/>
                  </a:lnTo>
                  <a:close/>
                </a:path>
                <a:path w="6350" h="342900">
                  <a:moveTo>
                    <a:pt x="6350" y="281939"/>
                  </a:moveTo>
                  <a:lnTo>
                    <a:pt x="0" y="281939"/>
                  </a:lnTo>
                  <a:lnTo>
                    <a:pt x="0" y="285749"/>
                  </a:lnTo>
                  <a:lnTo>
                    <a:pt x="6350" y="285749"/>
                  </a:lnTo>
                  <a:lnTo>
                    <a:pt x="6350" y="281939"/>
                  </a:lnTo>
                  <a:close/>
                </a:path>
                <a:path w="6350" h="342900">
                  <a:moveTo>
                    <a:pt x="6350" y="285749"/>
                  </a:moveTo>
                  <a:lnTo>
                    <a:pt x="0" y="285749"/>
                  </a:lnTo>
                  <a:lnTo>
                    <a:pt x="0" y="288289"/>
                  </a:lnTo>
                  <a:lnTo>
                    <a:pt x="6350" y="288289"/>
                  </a:lnTo>
                  <a:lnTo>
                    <a:pt x="6350" y="285749"/>
                  </a:lnTo>
                  <a:close/>
                </a:path>
                <a:path w="6350" h="342900">
                  <a:moveTo>
                    <a:pt x="6350" y="288289"/>
                  </a:moveTo>
                  <a:lnTo>
                    <a:pt x="0" y="288289"/>
                  </a:lnTo>
                  <a:lnTo>
                    <a:pt x="0" y="292099"/>
                  </a:lnTo>
                  <a:lnTo>
                    <a:pt x="6350" y="292099"/>
                  </a:lnTo>
                  <a:lnTo>
                    <a:pt x="6350" y="288289"/>
                  </a:lnTo>
                  <a:close/>
                </a:path>
                <a:path w="6350" h="342900">
                  <a:moveTo>
                    <a:pt x="6350" y="292099"/>
                  </a:moveTo>
                  <a:lnTo>
                    <a:pt x="0" y="292099"/>
                  </a:lnTo>
                  <a:lnTo>
                    <a:pt x="0" y="294639"/>
                  </a:lnTo>
                  <a:lnTo>
                    <a:pt x="6350" y="294639"/>
                  </a:lnTo>
                  <a:lnTo>
                    <a:pt x="6350" y="292099"/>
                  </a:lnTo>
                  <a:close/>
                </a:path>
                <a:path w="6350" h="342900">
                  <a:moveTo>
                    <a:pt x="6350" y="294639"/>
                  </a:moveTo>
                  <a:lnTo>
                    <a:pt x="0" y="294639"/>
                  </a:lnTo>
                  <a:lnTo>
                    <a:pt x="0" y="300989"/>
                  </a:lnTo>
                  <a:lnTo>
                    <a:pt x="6350" y="300989"/>
                  </a:lnTo>
                  <a:lnTo>
                    <a:pt x="6350" y="294639"/>
                  </a:lnTo>
                  <a:close/>
                </a:path>
                <a:path w="6350" h="342900">
                  <a:moveTo>
                    <a:pt x="6350" y="300989"/>
                  </a:moveTo>
                  <a:lnTo>
                    <a:pt x="0" y="300989"/>
                  </a:lnTo>
                  <a:lnTo>
                    <a:pt x="0" y="304799"/>
                  </a:lnTo>
                  <a:lnTo>
                    <a:pt x="6350" y="304799"/>
                  </a:lnTo>
                  <a:lnTo>
                    <a:pt x="6350" y="300989"/>
                  </a:lnTo>
                  <a:close/>
                </a:path>
                <a:path w="6350" h="342900">
                  <a:moveTo>
                    <a:pt x="6350" y="304799"/>
                  </a:moveTo>
                  <a:lnTo>
                    <a:pt x="0" y="304799"/>
                  </a:lnTo>
                  <a:lnTo>
                    <a:pt x="0" y="307339"/>
                  </a:lnTo>
                  <a:lnTo>
                    <a:pt x="6350" y="307339"/>
                  </a:lnTo>
                  <a:lnTo>
                    <a:pt x="6350" y="304799"/>
                  </a:lnTo>
                  <a:close/>
                </a:path>
                <a:path w="6350" h="342900">
                  <a:moveTo>
                    <a:pt x="6350" y="307339"/>
                  </a:moveTo>
                  <a:lnTo>
                    <a:pt x="0" y="307339"/>
                  </a:lnTo>
                  <a:lnTo>
                    <a:pt x="0" y="311149"/>
                  </a:lnTo>
                  <a:lnTo>
                    <a:pt x="6350" y="311149"/>
                  </a:lnTo>
                  <a:lnTo>
                    <a:pt x="6350" y="307339"/>
                  </a:lnTo>
                  <a:close/>
                </a:path>
                <a:path w="6350" h="342900">
                  <a:moveTo>
                    <a:pt x="6350" y="311149"/>
                  </a:moveTo>
                  <a:lnTo>
                    <a:pt x="0" y="311149"/>
                  </a:lnTo>
                  <a:lnTo>
                    <a:pt x="0" y="313689"/>
                  </a:lnTo>
                  <a:lnTo>
                    <a:pt x="6350" y="313689"/>
                  </a:lnTo>
                  <a:lnTo>
                    <a:pt x="6350" y="311149"/>
                  </a:lnTo>
                  <a:close/>
                </a:path>
                <a:path w="6350" h="342900">
                  <a:moveTo>
                    <a:pt x="6350" y="313689"/>
                  </a:moveTo>
                  <a:lnTo>
                    <a:pt x="0" y="313689"/>
                  </a:lnTo>
                  <a:lnTo>
                    <a:pt x="0" y="317499"/>
                  </a:lnTo>
                  <a:lnTo>
                    <a:pt x="6350" y="317499"/>
                  </a:lnTo>
                  <a:lnTo>
                    <a:pt x="6350" y="313689"/>
                  </a:lnTo>
                  <a:close/>
                </a:path>
                <a:path w="6350" h="342900">
                  <a:moveTo>
                    <a:pt x="6350" y="317499"/>
                  </a:moveTo>
                  <a:lnTo>
                    <a:pt x="0" y="317499"/>
                  </a:lnTo>
                  <a:lnTo>
                    <a:pt x="0" y="320039"/>
                  </a:lnTo>
                  <a:lnTo>
                    <a:pt x="6350" y="320039"/>
                  </a:lnTo>
                  <a:lnTo>
                    <a:pt x="6350" y="317499"/>
                  </a:lnTo>
                  <a:close/>
                </a:path>
                <a:path w="6350" h="342900">
                  <a:moveTo>
                    <a:pt x="6350" y="320039"/>
                  </a:moveTo>
                  <a:lnTo>
                    <a:pt x="0" y="320039"/>
                  </a:lnTo>
                  <a:lnTo>
                    <a:pt x="0" y="323849"/>
                  </a:lnTo>
                  <a:lnTo>
                    <a:pt x="6350" y="323849"/>
                  </a:lnTo>
                  <a:lnTo>
                    <a:pt x="6350" y="320039"/>
                  </a:lnTo>
                  <a:close/>
                </a:path>
                <a:path w="6350" h="342900">
                  <a:moveTo>
                    <a:pt x="6350" y="323849"/>
                  </a:moveTo>
                  <a:lnTo>
                    <a:pt x="0" y="323849"/>
                  </a:lnTo>
                  <a:lnTo>
                    <a:pt x="0" y="326389"/>
                  </a:lnTo>
                  <a:lnTo>
                    <a:pt x="6350" y="326389"/>
                  </a:lnTo>
                  <a:lnTo>
                    <a:pt x="6350" y="323849"/>
                  </a:lnTo>
                  <a:close/>
                </a:path>
                <a:path w="6350" h="342900">
                  <a:moveTo>
                    <a:pt x="6350" y="326389"/>
                  </a:moveTo>
                  <a:lnTo>
                    <a:pt x="0" y="326389"/>
                  </a:lnTo>
                  <a:lnTo>
                    <a:pt x="0" y="330199"/>
                  </a:lnTo>
                  <a:lnTo>
                    <a:pt x="6350" y="330199"/>
                  </a:lnTo>
                  <a:lnTo>
                    <a:pt x="6350" y="326389"/>
                  </a:lnTo>
                  <a:close/>
                </a:path>
                <a:path w="6350" h="342900">
                  <a:moveTo>
                    <a:pt x="6350" y="330199"/>
                  </a:moveTo>
                  <a:lnTo>
                    <a:pt x="0" y="330199"/>
                  </a:lnTo>
                  <a:lnTo>
                    <a:pt x="0" y="332739"/>
                  </a:lnTo>
                  <a:lnTo>
                    <a:pt x="6350" y="332739"/>
                  </a:lnTo>
                  <a:lnTo>
                    <a:pt x="6350" y="330199"/>
                  </a:lnTo>
                  <a:close/>
                </a:path>
                <a:path w="6350" h="342900">
                  <a:moveTo>
                    <a:pt x="6350" y="332739"/>
                  </a:moveTo>
                  <a:lnTo>
                    <a:pt x="0" y="332739"/>
                  </a:lnTo>
                  <a:lnTo>
                    <a:pt x="0" y="336549"/>
                  </a:lnTo>
                  <a:lnTo>
                    <a:pt x="6350" y="336549"/>
                  </a:lnTo>
                  <a:lnTo>
                    <a:pt x="6350" y="332739"/>
                  </a:lnTo>
                  <a:close/>
                </a:path>
                <a:path w="6350" h="342900">
                  <a:moveTo>
                    <a:pt x="6350" y="336549"/>
                  </a:moveTo>
                  <a:lnTo>
                    <a:pt x="0" y="336549"/>
                  </a:lnTo>
                  <a:lnTo>
                    <a:pt x="0" y="339089"/>
                  </a:lnTo>
                  <a:lnTo>
                    <a:pt x="6350" y="339089"/>
                  </a:lnTo>
                  <a:lnTo>
                    <a:pt x="6350" y="336549"/>
                  </a:lnTo>
                  <a:close/>
                </a:path>
                <a:path w="6350" h="342900">
                  <a:moveTo>
                    <a:pt x="6350" y="339089"/>
                  </a:moveTo>
                  <a:lnTo>
                    <a:pt x="0" y="339089"/>
                  </a:lnTo>
                  <a:lnTo>
                    <a:pt x="0" y="342899"/>
                  </a:lnTo>
                  <a:lnTo>
                    <a:pt x="1270" y="342899"/>
                  </a:lnTo>
                  <a:lnTo>
                    <a:pt x="1270" y="341629"/>
                  </a:lnTo>
                  <a:lnTo>
                    <a:pt x="3810" y="341629"/>
                  </a:lnTo>
                  <a:lnTo>
                    <a:pt x="3810" y="340359"/>
                  </a:lnTo>
                  <a:lnTo>
                    <a:pt x="6350" y="340359"/>
                  </a:lnTo>
                  <a:lnTo>
                    <a:pt x="6350" y="339089"/>
                  </a:lnTo>
                  <a:close/>
                </a:path>
              </a:pathLst>
            </a:custGeom>
            <a:solidFill>
              <a:srgbClr val="97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6" name="object 61">
              <a:extLst>
                <a:ext uri="{FF2B5EF4-FFF2-40B4-BE49-F238E27FC236}">
                  <a16:creationId xmlns:a16="http://schemas.microsoft.com/office/drawing/2014/main" id="{FE86121C-E8AC-4311-80AA-636C2E1FDB66}"/>
                </a:ext>
              </a:extLst>
            </p:cNvPr>
            <p:cNvSpPr/>
            <p:nvPr/>
          </p:nvSpPr>
          <p:spPr>
            <a:xfrm>
              <a:off x="4650739" y="4220844"/>
              <a:ext cx="7620" cy="349250"/>
            </a:xfrm>
            <a:custGeom>
              <a:avLst/>
              <a:gdLst/>
              <a:ahLst/>
              <a:cxnLst/>
              <a:rect l="l" t="t" r="r" b="b"/>
              <a:pathLst>
                <a:path w="7620" h="349250">
                  <a:moveTo>
                    <a:pt x="254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2539"/>
                  </a:lnTo>
                  <a:lnTo>
                    <a:pt x="5080" y="2539"/>
                  </a:lnTo>
                  <a:lnTo>
                    <a:pt x="5080" y="1269"/>
                  </a:lnTo>
                  <a:lnTo>
                    <a:pt x="2540" y="1269"/>
                  </a:lnTo>
                  <a:lnTo>
                    <a:pt x="2540" y="0"/>
                  </a:lnTo>
                  <a:close/>
                </a:path>
                <a:path w="7620" h="349250">
                  <a:moveTo>
                    <a:pt x="762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7620" y="11429"/>
                  </a:lnTo>
                  <a:lnTo>
                    <a:pt x="7620" y="5080"/>
                  </a:lnTo>
                  <a:close/>
                </a:path>
                <a:path w="7620" h="349250">
                  <a:moveTo>
                    <a:pt x="762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7620" y="17779"/>
                  </a:lnTo>
                  <a:lnTo>
                    <a:pt x="7620" y="11430"/>
                  </a:lnTo>
                  <a:close/>
                </a:path>
                <a:path w="7620" h="349250">
                  <a:moveTo>
                    <a:pt x="762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7620" y="24129"/>
                  </a:lnTo>
                  <a:lnTo>
                    <a:pt x="7620" y="17780"/>
                  </a:lnTo>
                  <a:close/>
                </a:path>
                <a:path w="7620" h="349250">
                  <a:moveTo>
                    <a:pt x="762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7620" y="30479"/>
                  </a:lnTo>
                  <a:lnTo>
                    <a:pt x="7620" y="24130"/>
                  </a:lnTo>
                  <a:close/>
                </a:path>
                <a:path w="7620" h="349250">
                  <a:moveTo>
                    <a:pt x="7620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7620" y="36829"/>
                  </a:lnTo>
                  <a:lnTo>
                    <a:pt x="7620" y="30480"/>
                  </a:lnTo>
                  <a:close/>
                </a:path>
                <a:path w="7620" h="349250">
                  <a:moveTo>
                    <a:pt x="7620" y="36830"/>
                  </a:moveTo>
                  <a:lnTo>
                    <a:pt x="0" y="36830"/>
                  </a:lnTo>
                  <a:lnTo>
                    <a:pt x="0" y="43179"/>
                  </a:lnTo>
                  <a:lnTo>
                    <a:pt x="7620" y="43179"/>
                  </a:lnTo>
                  <a:lnTo>
                    <a:pt x="7620" y="36830"/>
                  </a:lnTo>
                  <a:close/>
                </a:path>
                <a:path w="7620" h="349250">
                  <a:moveTo>
                    <a:pt x="7620" y="43180"/>
                  </a:moveTo>
                  <a:lnTo>
                    <a:pt x="0" y="43180"/>
                  </a:lnTo>
                  <a:lnTo>
                    <a:pt x="0" y="49529"/>
                  </a:lnTo>
                  <a:lnTo>
                    <a:pt x="7620" y="49529"/>
                  </a:lnTo>
                  <a:lnTo>
                    <a:pt x="7620" y="43180"/>
                  </a:lnTo>
                  <a:close/>
                </a:path>
                <a:path w="7620" h="349250">
                  <a:moveTo>
                    <a:pt x="7620" y="49530"/>
                  </a:moveTo>
                  <a:lnTo>
                    <a:pt x="0" y="49530"/>
                  </a:lnTo>
                  <a:lnTo>
                    <a:pt x="0" y="55879"/>
                  </a:lnTo>
                  <a:lnTo>
                    <a:pt x="7620" y="55879"/>
                  </a:lnTo>
                  <a:lnTo>
                    <a:pt x="7620" y="49530"/>
                  </a:lnTo>
                  <a:close/>
                </a:path>
                <a:path w="7620" h="349250">
                  <a:moveTo>
                    <a:pt x="7620" y="55880"/>
                  </a:moveTo>
                  <a:lnTo>
                    <a:pt x="0" y="55880"/>
                  </a:lnTo>
                  <a:lnTo>
                    <a:pt x="0" y="62229"/>
                  </a:lnTo>
                  <a:lnTo>
                    <a:pt x="7620" y="62229"/>
                  </a:lnTo>
                  <a:lnTo>
                    <a:pt x="7620" y="55880"/>
                  </a:lnTo>
                  <a:close/>
                </a:path>
                <a:path w="7620" h="349250">
                  <a:moveTo>
                    <a:pt x="7620" y="62230"/>
                  </a:moveTo>
                  <a:lnTo>
                    <a:pt x="0" y="62230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62230"/>
                  </a:lnTo>
                  <a:close/>
                </a:path>
                <a:path w="7620" h="349250">
                  <a:moveTo>
                    <a:pt x="7620" y="68580"/>
                  </a:moveTo>
                  <a:lnTo>
                    <a:pt x="0" y="68580"/>
                  </a:lnTo>
                  <a:lnTo>
                    <a:pt x="0" y="74929"/>
                  </a:lnTo>
                  <a:lnTo>
                    <a:pt x="7620" y="74929"/>
                  </a:lnTo>
                  <a:lnTo>
                    <a:pt x="7620" y="68580"/>
                  </a:lnTo>
                  <a:close/>
                </a:path>
                <a:path w="7620" h="349250">
                  <a:moveTo>
                    <a:pt x="7620" y="74930"/>
                  </a:moveTo>
                  <a:lnTo>
                    <a:pt x="0" y="74930"/>
                  </a:lnTo>
                  <a:lnTo>
                    <a:pt x="0" y="80009"/>
                  </a:lnTo>
                  <a:lnTo>
                    <a:pt x="7620" y="80009"/>
                  </a:lnTo>
                  <a:lnTo>
                    <a:pt x="7620" y="74930"/>
                  </a:lnTo>
                  <a:close/>
                </a:path>
                <a:path w="7620" h="349250">
                  <a:moveTo>
                    <a:pt x="7620" y="80010"/>
                  </a:moveTo>
                  <a:lnTo>
                    <a:pt x="0" y="80010"/>
                  </a:lnTo>
                  <a:lnTo>
                    <a:pt x="0" y="87629"/>
                  </a:lnTo>
                  <a:lnTo>
                    <a:pt x="7620" y="87629"/>
                  </a:lnTo>
                  <a:lnTo>
                    <a:pt x="7620" y="80010"/>
                  </a:lnTo>
                  <a:close/>
                </a:path>
                <a:path w="7620" h="349250">
                  <a:moveTo>
                    <a:pt x="7620" y="87630"/>
                  </a:moveTo>
                  <a:lnTo>
                    <a:pt x="0" y="87630"/>
                  </a:lnTo>
                  <a:lnTo>
                    <a:pt x="0" y="92709"/>
                  </a:lnTo>
                  <a:lnTo>
                    <a:pt x="7620" y="92709"/>
                  </a:lnTo>
                  <a:lnTo>
                    <a:pt x="7620" y="87630"/>
                  </a:lnTo>
                  <a:close/>
                </a:path>
                <a:path w="7620" h="349250">
                  <a:moveTo>
                    <a:pt x="7620" y="92710"/>
                  </a:moveTo>
                  <a:lnTo>
                    <a:pt x="0" y="92710"/>
                  </a:lnTo>
                  <a:lnTo>
                    <a:pt x="0" y="106679"/>
                  </a:lnTo>
                  <a:lnTo>
                    <a:pt x="7620" y="106679"/>
                  </a:lnTo>
                  <a:lnTo>
                    <a:pt x="7620" y="92710"/>
                  </a:lnTo>
                  <a:close/>
                </a:path>
                <a:path w="7620" h="349250">
                  <a:moveTo>
                    <a:pt x="7620" y="106680"/>
                  </a:moveTo>
                  <a:lnTo>
                    <a:pt x="0" y="106680"/>
                  </a:lnTo>
                  <a:lnTo>
                    <a:pt x="0" y="113029"/>
                  </a:lnTo>
                  <a:lnTo>
                    <a:pt x="7620" y="113029"/>
                  </a:lnTo>
                  <a:lnTo>
                    <a:pt x="7620" y="106680"/>
                  </a:lnTo>
                  <a:close/>
                </a:path>
                <a:path w="7620" h="349250">
                  <a:moveTo>
                    <a:pt x="7620" y="113030"/>
                  </a:moveTo>
                  <a:lnTo>
                    <a:pt x="0" y="113030"/>
                  </a:lnTo>
                  <a:lnTo>
                    <a:pt x="0" y="119379"/>
                  </a:lnTo>
                  <a:lnTo>
                    <a:pt x="7620" y="119379"/>
                  </a:lnTo>
                  <a:lnTo>
                    <a:pt x="7620" y="113030"/>
                  </a:lnTo>
                  <a:close/>
                </a:path>
                <a:path w="7620" h="349250">
                  <a:moveTo>
                    <a:pt x="7620" y="119380"/>
                  </a:moveTo>
                  <a:lnTo>
                    <a:pt x="0" y="119380"/>
                  </a:lnTo>
                  <a:lnTo>
                    <a:pt x="0" y="124459"/>
                  </a:lnTo>
                  <a:lnTo>
                    <a:pt x="7620" y="124459"/>
                  </a:lnTo>
                  <a:lnTo>
                    <a:pt x="7620" y="119380"/>
                  </a:lnTo>
                  <a:close/>
                </a:path>
                <a:path w="7620" h="349250">
                  <a:moveTo>
                    <a:pt x="7620" y="124460"/>
                  </a:moveTo>
                  <a:lnTo>
                    <a:pt x="0" y="124460"/>
                  </a:lnTo>
                  <a:lnTo>
                    <a:pt x="0" y="151129"/>
                  </a:lnTo>
                  <a:lnTo>
                    <a:pt x="7620" y="151129"/>
                  </a:lnTo>
                  <a:lnTo>
                    <a:pt x="7620" y="124460"/>
                  </a:lnTo>
                  <a:close/>
                </a:path>
                <a:path w="7620" h="349250">
                  <a:moveTo>
                    <a:pt x="7620" y="151130"/>
                  </a:moveTo>
                  <a:lnTo>
                    <a:pt x="0" y="151130"/>
                  </a:lnTo>
                  <a:lnTo>
                    <a:pt x="0" y="208279"/>
                  </a:lnTo>
                  <a:lnTo>
                    <a:pt x="7620" y="208279"/>
                  </a:lnTo>
                  <a:lnTo>
                    <a:pt x="7620" y="151130"/>
                  </a:lnTo>
                  <a:close/>
                </a:path>
                <a:path w="7620" h="349250">
                  <a:moveTo>
                    <a:pt x="7620" y="208280"/>
                  </a:moveTo>
                  <a:lnTo>
                    <a:pt x="0" y="208280"/>
                  </a:lnTo>
                  <a:lnTo>
                    <a:pt x="0" y="214629"/>
                  </a:lnTo>
                  <a:lnTo>
                    <a:pt x="7620" y="214629"/>
                  </a:lnTo>
                  <a:lnTo>
                    <a:pt x="7620" y="208280"/>
                  </a:lnTo>
                  <a:close/>
                </a:path>
                <a:path w="7620" h="349250">
                  <a:moveTo>
                    <a:pt x="7620" y="214630"/>
                  </a:moveTo>
                  <a:lnTo>
                    <a:pt x="0" y="214630"/>
                  </a:lnTo>
                  <a:lnTo>
                    <a:pt x="0" y="219709"/>
                  </a:lnTo>
                  <a:lnTo>
                    <a:pt x="7620" y="219709"/>
                  </a:lnTo>
                  <a:lnTo>
                    <a:pt x="7620" y="214630"/>
                  </a:lnTo>
                  <a:close/>
                </a:path>
                <a:path w="7620" h="349250">
                  <a:moveTo>
                    <a:pt x="7620" y="219710"/>
                  </a:moveTo>
                  <a:lnTo>
                    <a:pt x="0" y="219710"/>
                  </a:lnTo>
                  <a:lnTo>
                    <a:pt x="0" y="227329"/>
                  </a:lnTo>
                  <a:lnTo>
                    <a:pt x="7620" y="227329"/>
                  </a:lnTo>
                  <a:lnTo>
                    <a:pt x="7620" y="219710"/>
                  </a:lnTo>
                  <a:close/>
                </a:path>
                <a:path w="7620" h="349250">
                  <a:moveTo>
                    <a:pt x="7620" y="227330"/>
                  </a:moveTo>
                  <a:lnTo>
                    <a:pt x="0" y="227330"/>
                  </a:lnTo>
                  <a:lnTo>
                    <a:pt x="0" y="233679"/>
                  </a:lnTo>
                  <a:lnTo>
                    <a:pt x="7620" y="233679"/>
                  </a:lnTo>
                  <a:lnTo>
                    <a:pt x="7620" y="227330"/>
                  </a:lnTo>
                  <a:close/>
                </a:path>
                <a:path w="7620" h="349250">
                  <a:moveTo>
                    <a:pt x="7620" y="233680"/>
                  </a:moveTo>
                  <a:lnTo>
                    <a:pt x="0" y="233680"/>
                  </a:lnTo>
                  <a:lnTo>
                    <a:pt x="0" y="240029"/>
                  </a:lnTo>
                  <a:lnTo>
                    <a:pt x="7620" y="240029"/>
                  </a:lnTo>
                  <a:lnTo>
                    <a:pt x="7620" y="233680"/>
                  </a:lnTo>
                  <a:close/>
                </a:path>
                <a:path w="7620" h="349250">
                  <a:moveTo>
                    <a:pt x="7620" y="240030"/>
                  </a:moveTo>
                  <a:lnTo>
                    <a:pt x="0" y="240030"/>
                  </a:lnTo>
                  <a:lnTo>
                    <a:pt x="0" y="252729"/>
                  </a:lnTo>
                  <a:lnTo>
                    <a:pt x="7620" y="252729"/>
                  </a:lnTo>
                  <a:lnTo>
                    <a:pt x="7620" y="240030"/>
                  </a:lnTo>
                  <a:close/>
                </a:path>
                <a:path w="7620" h="349250">
                  <a:moveTo>
                    <a:pt x="7620" y="252730"/>
                  </a:moveTo>
                  <a:lnTo>
                    <a:pt x="0" y="252730"/>
                  </a:lnTo>
                  <a:lnTo>
                    <a:pt x="0" y="259079"/>
                  </a:lnTo>
                  <a:lnTo>
                    <a:pt x="7620" y="259079"/>
                  </a:lnTo>
                  <a:lnTo>
                    <a:pt x="7620" y="252730"/>
                  </a:lnTo>
                  <a:close/>
                </a:path>
                <a:path w="7620" h="349250">
                  <a:moveTo>
                    <a:pt x="7620" y="259080"/>
                  </a:moveTo>
                  <a:lnTo>
                    <a:pt x="0" y="259080"/>
                  </a:lnTo>
                  <a:lnTo>
                    <a:pt x="0" y="264159"/>
                  </a:lnTo>
                  <a:lnTo>
                    <a:pt x="7620" y="264159"/>
                  </a:lnTo>
                  <a:lnTo>
                    <a:pt x="7620" y="259080"/>
                  </a:lnTo>
                  <a:close/>
                </a:path>
                <a:path w="7620" h="349250">
                  <a:moveTo>
                    <a:pt x="7620" y="264159"/>
                  </a:moveTo>
                  <a:lnTo>
                    <a:pt x="0" y="264159"/>
                  </a:lnTo>
                  <a:lnTo>
                    <a:pt x="0" y="266699"/>
                  </a:lnTo>
                  <a:lnTo>
                    <a:pt x="7620" y="266699"/>
                  </a:lnTo>
                  <a:lnTo>
                    <a:pt x="7620" y="264159"/>
                  </a:lnTo>
                  <a:close/>
                </a:path>
                <a:path w="7620" h="349250">
                  <a:moveTo>
                    <a:pt x="7620" y="266700"/>
                  </a:moveTo>
                  <a:lnTo>
                    <a:pt x="0" y="266700"/>
                  </a:lnTo>
                  <a:lnTo>
                    <a:pt x="0" y="273049"/>
                  </a:lnTo>
                  <a:lnTo>
                    <a:pt x="7620" y="273049"/>
                  </a:lnTo>
                  <a:lnTo>
                    <a:pt x="7620" y="266700"/>
                  </a:lnTo>
                  <a:close/>
                </a:path>
                <a:path w="7620" h="349250">
                  <a:moveTo>
                    <a:pt x="7620" y="273050"/>
                  </a:moveTo>
                  <a:lnTo>
                    <a:pt x="0" y="273050"/>
                  </a:lnTo>
                  <a:lnTo>
                    <a:pt x="0" y="276859"/>
                  </a:lnTo>
                  <a:lnTo>
                    <a:pt x="7620" y="276859"/>
                  </a:lnTo>
                  <a:lnTo>
                    <a:pt x="7620" y="273050"/>
                  </a:lnTo>
                  <a:close/>
                </a:path>
                <a:path w="7620" h="349250">
                  <a:moveTo>
                    <a:pt x="7620" y="276859"/>
                  </a:moveTo>
                  <a:lnTo>
                    <a:pt x="0" y="276859"/>
                  </a:lnTo>
                  <a:lnTo>
                    <a:pt x="0" y="283209"/>
                  </a:lnTo>
                  <a:lnTo>
                    <a:pt x="7620" y="283209"/>
                  </a:lnTo>
                  <a:lnTo>
                    <a:pt x="7620" y="276859"/>
                  </a:lnTo>
                  <a:close/>
                </a:path>
                <a:path w="7620" h="349250">
                  <a:moveTo>
                    <a:pt x="7620" y="283209"/>
                  </a:moveTo>
                  <a:lnTo>
                    <a:pt x="0" y="283209"/>
                  </a:lnTo>
                  <a:lnTo>
                    <a:pt x="0" y="285749"/>
                  </a:lnTo>
                  <a:lnTo>
                    <a:pt x="7620" y="285749"/>
                  </a:lnTo>
                  <a:lnTo>
                    <a:pt x="7620" y="283209"/>
                  </a:lnTo>
                  <a:close/>
                </a:path>
                <a:path w="7620" h="349250">
                  <a:moveTo>
                    <a:pt x="7620" y="285750"/>
                  </a:moveTo>
                  <a:lnTo>
                    <a:pt x="0" y="285750"/>
                  </a:lnTo>
                  <a:lnTo>
                    <a:pt x="0" y="289559"/>
                  </a:lnTo>
                  <a:lnTo>
                    <a:pt x="7620" y="289559"/>
                  </a:lnTo>
                  <a:lnTo>
                    <a:pt x="7620" y="285750"/>
                  </a:lnTo>
                  <a:close/>
                </a:path>
                <a:path w="7620" h="349250">
                  <a:moveTo>
                    <a:pt x="7620" y="289559"/>
                  </a:moveTo>
                  <a:lnTo>
                    <a:pt x="0" y="289559"/>
                  </a:lnTo>
                  <a:lnTo>
                    <a:pt x="0" y="292099"/>
                  </a:lnTo>
                  <a:lnTo>
                    <a:pt x="7620" y="292099"/>
                  </a:lnTo>
                  <a:lnTo>
                    <a:pt x="7620" y="289559"/>
                  </a:lnTo>
                  <a:close/>
                </a:path>
                <a:path w="7620" h="349250">
                  <a:moveTo>
                    <a:pt x="7620" y="292100"/>
                  </a:moveTo>
                  <a:lnTo>
                    <a:pt x="0" y="292100"/>
                  </a:lnTo>
                  <a:lnTo>
                    <a:pt x="0" y="295909"/>
                  </a:lnTo>
                  <a:lnTo>
                    <a:pt x="7620" y="295909"/>
                  </a:lnTo>
                  <a:lnTo>
                    <a:pt x="7620" y="292100"/>
                  </a:lnTo>
                  <a:close/>
                </a:path>
                <a:path w="7620" h="349250">
                  <a:moveTo>
                    <a:pt x="7620" y="295909"/>
                  </a:moveTo>
                  <a:lnTo>
                    <a:pt x="0" y="295909"/>
                  </a:lnTo>
                  <a:lnTo>
                    <a:pt x="0" y="298449"/>
                  </a:lnTo>
                  <a:lnTo>
                    <a:pt x="7620" y="298449"/>
                  </a:lnTo>
                  <a:lnTo>
                    <a:pt x="7620" y="295909"/>
                  </a:lnTo>
                  <a:close/>
                </a:path>
                <a:path w="7620" h="349250">
                  <a:moveTo>
                    <a:pt x="7620" y="298450"/>
                  </a:moveTo>
                  <a:lnTo>
                    <a:pt x="0" y="298450"/>
                  </a:lnTo>
                  <a:lnTo>
                    <a:pt x="0" y="304799"/>
                  </a:lnTo>
                  <a:lnTo>
                    <a:pt x="7620" y="304799"/>
                  </a:lnTo>
                  <a:lnTo>
                    <a:pt x="7620" y="298450"/>
                  </a:lnTo>
                  <a:close/>
                </a:path>
                <a:path w="7620" h="349250">
                  <a:moveTo>
                    <a:pt x="7620" y="304800"/>
                  </a:moveTo>
                  <a:lnTo>
                    <a:pt x="0" y="304800"/>
                  </a:lnTo>
                  <a:lnTo>
                    <a:pt x="0" y="308609"/>
                  </a:lnTo>
                  <a:lnTo>
                    <a:pt x="7620" y="308609"/>
                  </a:lnTo>
                  <a:lnTo>
                    <a:pt x="7620" y="304800"/>
                  </a:lnTo>
                  <a:close/>
                </a:path>
                <a:path w="7620" h="349250">
                  <a:moveTo>
                    <a:pt x="7620" y="308609"/>
                  </a:moveTo>
                  <a:lnTo>
                    <a:pt x="0" y="308609"/>
                  </a:lnTo>
                  <a:lnTo>
                    <a:pt x="0" y="311149"/>
                  </a:lnTo>
                  <a:lnTo>
                    <a:pt x="7620" y="311149"/>
                  </a:lnTo>
                  <a:lnTo>
                    <a:pt x="7620" y="308609"/>
                  </a:lnTo>
                  <a:close/>
                </a:path>
                <a:path w="7620" h="349250">
                  <a:moveTo>
                    <a:pt x="7620" y="311150"/>
                  </a:moveTo>
                  <a:lnTo>
                    <a:pt x="0" y="311150"/>
                  </a:lnTo>
                  <a:lnTo>
                    <a:pt x="0" y="314959"/>
                  </a:lnTo>
                  <a:lnTo>
                    <a:pt x="7620" y="314959"/>
                  </a:lnTo>
                  <a:lnTo>
                    <a:pt x="7620" y="311150"/>
                  </a:lnTo>
                  <a:close/>
                </a:path>
                <a:path w="7620" h="349250">
                  <a:moveTo>
                    <a:pt x="7620" y="314959"/>
                  </a:moveTo>
                  <a:lnTo>
                    <a:pt x="0" y="314959"/>
                  </a:lnTo>
                  <a:lnTo>
                    <a:pt x="0" y="317499"/>
                  </a:lnTo>
                  <a:lnTo>
                    <a:pt x="7620" y="317499"/>
                  </a:lnTo>
                  <a:lnTo>
                    <a:pt x="7620" y="314959"/>
                  </a:lnTo>
                  <a:close/>
                </a:path>
                <a:path w="7620" h="349250">
                  <a:moveTo>
                    <a:pt x="7620" y="317500"/>
                  </a:moveTo>
                  <a:lnTo>
                    <a:pt x="0" y="317500"/>
                  </a:lnTo>
                  <a:lnTo>
                    <a:pt x="0" y="321309"/>
                  </a:lnTo>
                  <a:lnTo>
                    <a:pt x="7620" y="321309"/>
                  </a:lnTo>
                  <a:lnTo>
                    <a:pt x="7620" y="317500"/>
                  </a:lnTo>
                  <a:close/>
                </a:path>
                <a:path w="7620" h="349250">
                  <a:moveTo>
                    <a:pt x="7620" y="321309"/>
                  </a:moveTo>
                  <a:lnTo>
                    <a:pt x="0" y="321309"/>
                  </a:lnTo>
                  <a:lnTo>
                    <a:pt x="0" y="323849"/>
                  </a:lnTo>
                  <a:lnTo>
                    <a:pt x="7620" y="323849"/>
                  </a:lnTo>
                  <a:lnTo>
                    <a:pt x="7620" y="321309"/>
                  </a:lnTo>
                  <a:close/>
                </a:path>
                <a:path w="7620" h="349250">
                  <a:moveTo>
                    <a:pt x="7620" y="323850"/>
                  </a:moveTo>
                  <a:lnTo>
                    <a:pt x="0" y="323850"/>
                  </a:lnTo>
                  <a:lnTo>
                    <a:pt x="0" y="327659"/>
                  </a:lnTo>
                  <a:lnTo>
                    <a:pt x="7620" y="327659"/>
                  </a:lnTo>
                  <a:lnTo>
                    <a:pt x="7620" y="323850"/>
                  </a:lnTo>
                  <a:close/>
                </a:path>
                <a:path w="7620" h="349250">
                  <a:moveTo>
                    <a:pt x="7620" y="327659"/>
                  </a:moveTo>
                  <a:lnTo>
                    <a:pt x="0" y="327659"/>
                  </a:lnTo>
                  <a:lnTo>
                    <a:pt x="0" y="330199"/>
                  </a:lnTo>
                  <a:lnTo>
                    <a:pt x="7620" y="330199"/>
                  </a:lnTo>
                  <a:lnTo>
                    <a:pt x="7620" y="327659"/>
                  </a:lnTo>
                  <a:close/>
                </a:path>
                <a:path w="7620" h="349250">
                  <a:moveTo>
                    <a:pt x="7620" y="330200"/>
                  </a:moveTo>
                  <a:lnTo>
                    <a:pt x="0" y="330200"/>
                  </a:lnTo>
                  <a:lnTo>
                    <a:pt x="0" y="334009"/>
                  </a:lnTo>
                  <a:lnTo>
                    <a:pt x="7620" y="334009"/>
                  </a:lnTo>
                  <a:lnTo>
                    <a:pt x="7620" y="330200"/>
                  </a:lnTo>
                  <a:close/>
                </a:path>
                <a:path w="7620" h="349250">
                  <a:moveTo>
                    <a:pt x="7620" y="334009"/>
                  </a:moveTo>
                  <a:lnTo>
                    <a:pt x="0" y="334009"/>
                  </a:lnTo>
                  <a:lnTo>
                    <a:pt x="0" y="336549"/>
                  </a:lnTo>
                  <a:lnTo>
                    <a:pt x="7620" y="336549"/>
                  </a:lnTo>
                  <a:lnTo>
                    <a:pt x="7620" y="334009"/>
                  </a:lnTo>
                  <a:close/>
                </a:path>
                <a:path w="7620" h="349250">
                  <a:moveTo>
                    <a:pt x="7620" y="336550"/>
                  </a:moveTo>
                  <a:lnTo>
                    <a:pt x="0" y="336550"/>
                  </a:lnTo>
                  <a:lnTo>
                    <a:pt x="0" y="340359"/>
                  </a:lnTo>
                  <a:lnTo>
                    <a:pt x="7620" y="340359"/>
                  </a:lnTo>
                  <a:lnTo>
                    <a:pt x="7620" y="336550"/>
                  </a:lnTo>
                  <a:close/>
                </a:path>
                <a:path w="7620" h="349250">
                  <a:moveTo>
                    <a:pt x="7620" y="340359"/>
                  </a:moveTo>
                  <a:lnTo>
                    <a:pt x="0" y="340359"/>
                  </a:lnTo>
                  <a:lnTo>
                    <a:pt x="0" y="342899"/>
                  </a:lnTo>
                  <a:lnTo>
                    <a:pt x="7620" y="342899"/>
                  </a:lnTo>
                  <a:lnTo>
                    <a:pt x="7620" y="340359"/>
                  </a:lnTo>
                  <a:close/>
                </a:path>
                <a:path w="7620" h="349250">
                  <a:moveTo>
                    <a:pt x="7620" y="342900"/>
                  </a:moveTo>
                  <a:lnTo>
                    <a:pt x="0" y="342900"/>
                  </a:lnTo>
                  <a:lnTo>
                    <a:pt x="0" y="346709"/>
                  </a:lnTo>
                  <a:lnTo>
                    <a:pt x="7620" y="346709"/>
                  </a:lnTo>
                  <a:lnTo>
                    <a:pt x="7620" y="342900"/>
                  </a:lnTo>
                  <a:close/>
                </a:path>
                <a:path w="7620" h="349250">
                  <a:moveTo>
                    <a:pt x="6350" y="346709"/>
                  </a:moveTo>
                  <a:lnTo>
                    <a:pt x="0" y="346709"/>
                  </a:lnTo>
                  <a:lnTo>
                    <a:pt x="0" y="349249"/>
                  </a:lnTo>
                  <a:lnTo>
                    <a:pt x="3810" y="349249"/>
                  </a:lnTo>
                  <a:lnTo>
                    <a:pt x="3810" y="347979"/>
                  </a:lnTo>
                  <a:lnTo>
                    <a:pt x="6350" y="347979"/>
                  </a:lnTo>
                  <a:lnTo>
                    <a:pt x="6350" y="346709"/>
                  </a:lnTo>
                  <a:close/>
                </a:path>
              </a:pathLst>
            </a:custGeom>
            <a:solidFill>
              <a:srgbClr val="9A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7" name="object 62">
              <a:extLst>
                <a:ext uri="{FF2B5EF4-FFF2-40B4-BE49-F238E27FC236}">
                  <a16:creationId xmlns:a16="http://schemas.microsoft.com/office/drawing/2014/main" id="{2085BB32-A7D6-40B3-A50E-0FB4E5AC8E00}"/>
                </a:ext>
              </a:extLst>
            </p:cNvPr>
            <p:cNvSpPr/>
            <p:nvPr/>
          </p:nvSpPr>
          <p:spPr>
            <a:xfrm>
              <a:off x="4643119" y="4217035"/>
              <a:ext cx="7620" cy="356870"/>
            </a:xfrm>
            <a:custGeom>
              <a:avLst/>
              <a:gdLst/>
              <a:ahLst/>
              <a:cxnLst/>
              <a:rect l="l" t="t" r="r" b="b"/>
              <a:pathLst>
                <a:path w="7620" h="356870">
                  <a:moveTo>
                    <a:pt x="1269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3810" y="2539"/>
                  </a:lnTo>
                  <a:lnTo>
                    <a:pt x="3810" y="1269"/>
                  </a:lnTo>
                  <a:lnTo>
                    <a:pt x="1269" y="1269"/>
                  </a:lnTo>
                  <a:lnTo>
                    <a:pt x="1269" y="0"/>
                  </a:lnTo>
                  <a:close/>
                </a:path>
                <a:path w="7620" h="356870">
                  <a:moveTo>
                    <a:pt x="7619" y="2540"/>
                  </a:moveTo>
                  <a:lnTo>
                    <a:pt x="0" y="2540"/>
                  </a:lnTo>
                  <a:lnTo>
                    <a:pt x="0" y="8889"/>
                  </a:lnTo>
                  <a:lnTo>
                    <a:pt x="7619" y="8889"/>
                  </a:lnTo>
                  <a:lnTo>
                    <a:pt x="7619" y="2540"/>
                  </a:lnTo>
                  <a:close/>
                </a:path>
                <a:path w="7620" h="356870">
                  <a:moveTo>
                    <a:pt x="7619" y="8890"/>
                  </a:moveTo>
                  <a:lnTo>
                    <a:pt x="0" y="8890"/>
                  </a:lnTo>
                  <a:lnTo>
                    <a:pt x="0" y="15239"/>
                  </a:lnTo>
                  <a:lnTo>
                    <a:pt x="7619" y="15239"/>
                  </a:lnTo>
                  <a:lnTo>
                    <a:pt x="7619" y="8890"/>
                  </a:lnTo>
                  <a:close/>
                </a:path>
                <a:path w="7620" h="356870">
                  <a:moveTo>
                    <a:pt x="7619" y="15240"/>
                  </a:moveTo>
                  <a:lnTo>
                    <a:pt x="0" y="15240"/>
                  </a:lnTo>
                  <a:lnTo>
                    <a:pt x="0" y="21589"/>
                  </a:lnTo>
                  <a:lnTo>
                    <a:pt x="7619" y="21589"/>
                  </a:lnTo>
                  <a:lnTo>
                    <a:pt x="7619" y="15240"/>
                  </a:lnTo>
                  <a:close/>
                </a:path>
                <a:path w="7620" h="356870">
                  <a:moveTo>
                    <a:pt x="7619" y="21590"/>
                  </a:moveTo>
                  <a:lnTo>
                    <a:pt x="0" y="21590"/>
                  </a:lnTo>
                  <a:lnTo>
                    <a:pt x="0" y="27939"/>
                  </a:lnTo>
                  <a:lnTo>
                    <a:pt x="7619" y="27939"/>
                  </a:lnTo>
                  <a:lnTo>
                    <a:pt x="7619" y="21590"/>
                  </a:lnTo>
                  <a:close/>
                </a:path>
                <a:path w="7620" h="356870">
                  <a:moveTo>
                    <a:pt x="7619" y="27940"/>
                  </a:moveTo>
                  <a:lnTo>
                    <a:pt x="0" y="27940"/>
                  </a:lnTo>
                  <a:lnTo>
                    <a:pt x="0" y="34289"/>
                  </a:lnTo>
                  <a:lnTo>
                    <a:pt x="7619" y="34289"/>
                  </a:lnTo>
                  <a:lnTo>
                    <a:pt x="7619" y="27940"/>
                  </a:lnTo>
                  <a:close/>
                </a:path>
                <a:path w="7620" h="356870">
                  <a:moveTo>
                    <a:pt x="7619" y="34290"/>
                  </a:moveTo>
                  <a:lnTo>
                    <a:pt x="0" y="34290"/>
                  </a:lnTo>
                  <a:lnTo>
                    <a:pt x="0" y="40639"/>
                  </a:lnTo>
                  <a:lnTo>
                    <a:pt x="7619" y="40639"/>
                  </a:lnTo>
                  <a:lnTo>
                    <a:pt x="7619" y="34290"/>
                  </a:lnTo>
                  <a:close/>
                </a:path>
                <a:path w="7620" h="356870">
                  <a:moveTo>
                    <a:pt x="7619" y="40640"/>
                  </a:moveTo>
                  <a:lnTo>
                    <a:pt x="0" y="40640"/>
                  </a:lnTo>
                  <a:lnTo>
                    <a:pt x="0" y="46989"/>
                  </a:lnTo>
                  <a:lnTo>
                    <a:pt x="7619" y="46989"/>
                  </a:lnTo>
                  <a:lnTo>
                    <a:pt x="7619" y="40640"/>
                  </a:lnTo>
                  <a:close/>
                </a:path>
                <a:path w="7620" h="356870">
                  <a:moveTo>
                    <a:pt x="7619" y="46990"/>
                  </a:moveTo>
                  <a:lnTo>
                    <a:pt x="0" y="46990"/>
                  </a:lnTo>
                  <a:lnTo>
                    <a:pt x="0" y="53339"/>
                  </a:lnTo>
                  <a:lnTo>
                    <a:pt x="7619" y="53339"/>
                  </a:lnTo>
                  <a:lnTo>
                    <a:pt x="7619" y="46990"/>
                  </a:lnTo>
                  <a:close/>
                </a:path>
                <a:path w="7620" h="356870">
                  <a:moveTo>
                    <a:pt x="7619" y="53340"/>
                  </a:moveTo>
                  <a:lnTo>
                    <a:pt x="0" y="53340"/>
                  </a:lnTo>
                  <a:lnTo>
                    <a:pt x="0" y="59689"/>
                  </a:lnTo>
                  <a:lnTo>
                    <a:pt x="7619" y="59689"/>
                  </a:lnTo>
                  <a:lnTo>
                    <a:pt x="7619" y="53340"/>
                  </a:lnTo>
                  <a:close/>
                </a:path>
                <a:path w="7620" h="356870">
                  <a:moveTo>
                    <a:pt x="7619" y="59690"/>
                  </a:moveTo>
                  <a:lnTo>
                    <a:pt x="0" y="59690"/>
                  </a:lnTo>
                  <a:lnTo>
                    <a:pt x="0" y="66039"/>
                  </a:lnTo>
                  <a:lnTo>
                    <a:pt x="7619" y="66039"/>
                  </a:lnTo>
                  <a:lnTo>
                    <a:pt x="7619" y="59690"/>
                  </a:lnTo>
                  <a:close/>
                </a:path>
                <a:path w="7620" h="356870">
                  <a:moveTo>
                    <a:pt x="7619" y="66040"/>
                  </a:moveTo>
                  <a:lnTo>
                    <a:pt x="0" y="66040"/>
                  </a:lnTo>
                  <a:lnTo>
                    <a:pt x="0" y="72389"/>
                  </a:lnTo>
                  <a:lnTo>
                    <a:pt x="7619" y="72389"/>
                  </a:lnTo>
                  <a:lnTo>
                    <a:pt x="7619" y="66040"/>
                  </a:lnTo>
                  <a:close/>
                </a:path>
                <a:path w="7620" h="356870">
                  <a:moveTo>
                    <a:pt x="7619" y="72390"/>
                  </a:moveTo>
                  <a:lnTo>
                    <a:pt x="0" y="72390"/>
                  </a:lnTo>
                  <a:lnTo>
                    <a:pt x="0" y="78739"/>
                  </a:lnTo>
                  <a:lnTo>
                    <a:pt x="7619" y="78739"/>
                  </a:lnTo>
                  <a:lnTo>
                    <a:pt x="7619" y="72390"/>
                  </a:lnTo>
                  <a:close/>
                </a:path>
                <a:path w="7620" h="356870">
                  <a:moveTo>
                    <a:pt x="7619" y="78740"/>
                  </a:moveTo>
                  <a:lnTo>
                    <a:pt x="0" y="78740"/>
                  </a:lnTo>
                  <a:lnTo>
                    <a:pt x="0" y="83819"/>
                  </a:lnTo>
                  <a:lnTo>
                    <a:pt x="7619" y="83819"/>
                  </a:lnTo>
                  <a:lnTo>
                    <a:pt x="7619" y="78740"/>
                  </a:lnTo>
                  <a:close/>
                </a:path>
                <a:path w="7620" h="356870">
                  <a:moveTo>
                    <a:pt x="7619" y="83820"/>
                  </a:moveTo>
                  <a:lnTo>
                    <a:pt x="0" y="83820"/>
                  </a:lnTo>
                  <a:lnTo>
                    <a:pt x="0" y="91439"/>
                  </a:lnTo>
                  <a:lnTo>
                    <a:pt x="7619" y="91439"/>
                  </a:lnTo>
                  <a:lnTo>
                    <a:pt x="7619" y="83820"/>
                  </a:lnTo>
                  <a:close/>
                </a:path>
                <a:path w="7620" h="356870">
                  <a:moveTo>
                    <a:pt x="7619" y="91440"/>
                  </a:moveTo>
                  <a:lnTo>
                    <a:pt x="0" y="91440"/>
                  </a:lnTo>
                  <a:lnTo>
                    <a:pt x="0" y="96519"/>
                  </a:lnTo>
                  <a:lnTo>
                    <a:pt x="7619" y="96519"/>
                  </a:lnTo>
                  <a:lnTo>
                    <a:pt x="7619" y="91440"/>
                  </a:lnTo>
                  <a:close/>
                </a:path>
                <a:path w="7620" h="356870">
                  <a:moveTo>
                    <a:pt x="7619" y="96520"/>
                  </a:moveTo>
                  <a:lnTo>
                    <a:pt x="0" y="96520"/>
                  </a:lnTo>
                  <a:lnTo>
                    <a:pt x="0" y="110489"/>
                  </a:lnTo>
                  <a:lnTo>
                    <a:pt x="7619" y="110489"/>
                  </a:lnTo>
                  <a:lnTo>
                    <a:pt x="7619" y="96520"/>
                  </a:lnTo>
                  <a:close/>
                </a:path>
                <a:path w="7620" h="356870">
                  <a:moveTo>
                    <a:pt x="7619" y="110490"/>
                  </a:moveTo>
                  <a:lnTo>
                    <a:pt x="0" y="110490"/>
                  </a:lnTo>
                  <a:lnTo>
                    <a:pt x="0" y="116839"/>
                  </a:lnTo>
                  <a:lnTo>
                    <a:pt x="7619" y="116839"/>
                  </a:lnTo>
                  <a:lnTo>
                    <a:pt x="7619" y="110490"/>
                  </a:lnTo>
                  <a:close/>
                </a:path>
                <a:path w="7620" h="356870">
                  <a:moveTo>
                    <a:pt x="7619" y="116840"/>
                  </a:moveTo>
                  <a:lnTo>
                    <a:pt x="0" y="116840"/>
                  </a:lnTo>
                  <a:lnTo>
                    <a:pt x="0" y="123189"/>
                  </a:lnTo>
                  <a:lnTo>
                    <a:pt x="7619" y="123189"/>
                  </a:lnTo>
                  <a:lnTo>
                    <a:pt x="7619" y="116840"/>
                  </a:lnTo>
                  <a:close/>
                </a:path>
                <a:path w="7620" h="356870">
                  <a:moveTo>
                    <a:pt x="7619" y="123190"/>
                  </a:moveTo>
                  <a:lnTo>
                    <a:pt x="0" y="123190"/>
                  </a:lnTo>
                  <a:lnTo>
                    <a:pt x="0" y="128269"/>
                  </a:lnTo>
                  <a:lnTo>
                    <a:pt x="7619" y="128269"/>
                  </a:lnTo>
                  <a:lnTo>
                    <a:pt x="7619" y="123190"/>
                  </a:lnTo>
                  <a:close/>
                </a:path>
                <a:path w="7620" h="356870">
                  <a:moveTo>
                    <a:pt x="7619" y="128270"/>
                  </a:moveTo>
                  <a:lnTo>
                    <a:pt x="0" y="128270"/>
                  </a:lnTo>
                  <a:lnTo>
                    <a:pt x="0" y="154939"/>
                  </a:lnTo>
                  <a:lnTo>
                    <a:pt x="7619" y="154939"/>
                  </a:lnTo>
                  <a:lnTo>
                    <a:pt x="7619" y="128270"/>
                  </a:lnTo>
                  <a:close/>
                </a:path>
                <a:path w="7620" h="356870">
                  <a:moveTo>
                    <a:pt x="7619" y="154940"/>
                  </a:moveTo>
                  <a:lnTo>
                    <a:pt x="0" y="154940"/>
                  </a:lnTo>
                  <a:lnTo>
                    <a:pt x="0" y="212089"/>
                  </a:lnTo>
                  <a:lnTo>
                    <a:pt x="7619" y="212089"/>
                  </a:lnTo>
                  <a:lnTo>
                    <a:pt x="7619" y="154940"/>
                  </a:lnTo>
                  <a:close/>
                </a:path>
                <a:path w="7620" h="356870">
                  <a:moveTo>
                    <a:pt x="7619" y="212090"/>
                  </a:moveTo>
                  <a:lnTo>
                    <a:pt x="0" y="212090"/>
                  </a:lnTo>
                  <a:lnTo>
                    <a:pt x="0" y="218439"/>
                  </a:lnTo>
                  <a:lnTo>
                    <a:pt x="7619" y="218439"/>
                  </a:lnTo>
                  <a:lnTo>
                    <a:pt x="7619" y="212090"/>
                  </a:lnTo>
                  <a:close/>
                </a:path>
                <a:path w="7620" h="356870">
                  <a:moveTo>
                    <a:pt x="7619" y="218440"/>
                  </a:moveTo>
                  <a:lnTo>
                    <a:pt x="0" y="218440"/>
                  </a:lnTo>
                  <a:lnTo>
                    <a:pt x="0" y="223519"/>
                  </a:lnTo>
                  <a:lnTo>
                    <a:pt x="7619" y="223519"/>
                  </a:lnTo>
                  <a:lnTo>
                    <a:pt x="7619" y="218440"/>
                  </a:lnTo>
                  <a:close/>
                </a:path>
                <a:path w="7620" h="356870">
                  <a:moveTo>
                    <a:pt x="7619" y="223520"/>
                  </a:moveTo>
                  <a:lnTo>
                    <a:pt x="0" y="223520"/>
                  </a:lnTo>
                  <a:lnTo>
                    <a:pt x="0" y="231139"/>
                  </a:lnTo>
                  <a:lnTo>
                    <a:pt x="7619" y="231139"/>
                  </a:lnTo>
                  <a:lnTo>
                    <a:pt x="7619" y="223520"/>
                  </a:lnTo>
                  <a:close/>
                </a:path>
                <a:path w="7620" h="356870">
                  <a:moveTo>
                    <a:pt x="7619" y="231140"/>
                  </a:moveTo>
                  <a:lnTo>
                    <a:pt x="0" y="231140"/>
                  </a:lnTo>
                  <a:lnTo>
                    <a:pt x="0" y="237489"/>
                  </a:lnTo>
                  <a:lnTo>
                    <a:pt x="7619" y="237489"/>
                  </a:lnTo>
                  <a:lnTo>
                    <a:pt x="7619" y="231140"/>
                  </a:lnTo>
                  <a:close/>
                </a:path>
                <a:path w="7620" h="356870">
                  <a:moveTo>
                    <a:pt x="7619" y="237490"/>
                  </a:moveTo>
                  <a:lnTo>
                    <a:pt x="0" y="237490"/>
                  </a:lnTo>
                  <a:lnTo>
                    <a:pt x="0" y="243839"/>
                  </a:lnTo>
                  <a:lnTo>
                    <a:pt x="7619" y="243839"/>
                  </a:lnTo>
                  <a:lnTo>
                    <a:pt x="7619" y="237490"/>
                  </a:lnTo>
                  <a:close/>
                </a:path>
                <a:path w="7620" h="356870">
                  <a:moveTo>
                    <a:pt x="7619" y="243840"/>
                  </a:moveTo>
                  <a:lnTo>
                    <a:pt x="0" y="243840"/>
                  </a:lnTo>
                  <a:lnTo>
                    <a:pt x="0" y="256539"/>
                  </a:lnTo>
                  <a:lnTo>
                    <a:pt x="7619" y="256539"/>
                  </a:lnTo>
                  <a:lnTo>
                    <a:pt x="7619" y="243840"/>
                  </a:lnTo>
                  <a:close/>
                </a:path>
                <a:path w="7620" h="356870">
                  <a:moveTo>
                    <a:pt x="7619" y="256540"/>
                  </a:moveTo>
                  <a:lnTo>
                    <a:pt x="0" y="256540"/>
                  </a:lnTo>
                  <a:lnTo>
                    <a:pt x="0" y="262889"/>
                  </a:lnTo>
                  <a:lnTo>
                    <a:pt x="7619" y="262889"/>
                  </a:lnTo>
                  <a:lnTo>
                    <a:pt x="7619" y="256540"/>
                  </a:lnTo>
                  <a:close/>
                </a:path>
                <a:path w="7620" h="356870">
                  <a:moveTo>
                    <a:pt x="7619" y="262890"/>
                  </a:moveTo>
                  <a:lnTo>
                    <a:pt x="0" y="262890"/>
                  </a:lnTo>
                  <a:lnTo>
                    <a:pt x="0" y="267969"/>
                  </a:lnTo>
                  <a:lnTo>
                    <a:pt x="7619" y="267969"/>
                  </a:lnTo>
                  <a:lnTo>
                    <a:pt x="7619" y="262890"/>
                  </a:lnTo>
                  <a:close/>
                </a:path>
                <a:path w="7620" h="356870">
                  <a:moveTo>
                    <a:pt x="7619" y="267970"/>
                  </a:moveTo>
                  <a:lnTo>
                    <a:pt x="0" y="267970"/>
                  </a:lnTo>
                  <a:lnTo>
                    <a:pt x="0" y="270509"/>
                  </a:lnTo>
                  <a:lnTo>
                    <a:pt x="7619" y="270509"/>
                  </a:lnTo>
                  <a:lnTo>
                    <a:pt x="7619" y="267970"/>
                  </a:lnTo>
                  <a:close/>
                </a:path>
                <a:path w="7620" h="356870">
                  <a:moveTo>
                    <a:pt x="7619" y="270510"/>
                  </a:moveTo>
                  <a:lnTo>
                    <a:pt x="0" y="270510"/>
                  </a:lnTo>
                  <a:lnTo>
                    <a:pt x="0" y="276859"/>
                  </a:lnTo>
                  <a:lnTo>
                    <a:pt x="7619" y="276859"/>
                  </a:lnTo>
                  <a:lnTo>
                    <a:pt x="7619" y="270510"/>
                  </a:lnTo>
                  <a:close/>
                </a:path>
                <a:path w="7620" h="356870">
                  <a:moveTo>
                    <a:pt x="7619" y="276860"/>
                  </a:moveTo>
                  <a:lnTo>
                    <a:pt x="0" y="276860"/>
                  </a:lnTo>
                  <a:lnTo>
                    <a:pt x="0" y="280669"/>
                  </a:lnTo>
                  <a:lnTo>
                    <a:pt x="7619" y="280669"/>
                  </a:lnTo>
                  <a:lnTo>
                    <a:pt x="7619" y="276860"/>
                  </a:lnTo>
                  <a:close/>
                </a:path>
                <a:path w="7620" h="356870">
                  <a:moveTo>
                    <a:pt x="7619" y="280670"/>
                  </a:moveTo>
                  <a:lnTo>
                    <a:pt x="0" y="280670"/>
                  </a:lnTo>
                  <a:lnTo>
                    <a:pt x="0" y="287019"/>
                  </a:lnTo>
                  <a:lnTo>
                    <a:pt x="7619" y="287019"/>
                  </a:lnTo>
                  <a:lnTo>
                    <a:pt x="7619" y="280670"/>
                  </a:lnTo>
                  <a:close/>
                </a:path>
                <a:path w="7620" h="356870">
                  <a:moveTo>
                    <a:pt x="7619" y="287020"/>
                  </a:moveTo>
                  <a:lnTo>
                    <a:pt x="0" y="287020"/>
                  </a:lnTo>
                  <a:lnTo>
                    <a:pt x="0" y="289559"/>
                  </a:lnTo>
                  <a:lnTo>
                    <a:pt x="7619" y="289559"/>
                  </a:lnTo>
                  <a:lnTo>
                    <a:pt x="7619" y="287020"/>
                  </a:lnTo>
                  <a:close/>
                </a:path>
                <a:path w="7620" h="356870">
                  <a:moveTo>
                    <a:pt x="7619" y="289560"/>
                  </a:moveTo>
                  <a:lnTo>
                    <a:pt x="0" y="289560"/>
                  </a:lnTo>
                  <a:lnTo>
                    <a:pt x="0" y="293369"/>
                  </a:lnTo>
                  <a:lnTo>
                    <a:pt x="7619" y="293369"/>
                  </a:lnTo>
                  <a:lnTo>
                    <a:pt x="7619" y="289560"/>
                  </a:lnTo>
                  <a:close/>
                </a:path>
                <a:path w="7620" h="356870">
                  <a:moveTo>
                    <a:pt x="7619" y="293370"/>
                  </a:moveTo>
                  <a:lnTo>
                    <a:pt x="0" y="293370"/>
                  </a:lnTo>
                  <a:lnTo>
                    <a:pt x="0" y="295909"/>
                  </a:lnTo>
                  <a:lnTo>
                    <a:pt x="7619" y="295909"/>
                  </a:lnTo>
                  <a:lnTo>
                    <a:pt x="7619" y="293370"/>
                  </a:lnTo>
                  <a:close/>
                </a:path>
                <a:path w="7620" h="356870">
                  <a:moveTo>
                    <a:pt x="7619" y="295910"/>
                  </a:moveTo>
                  <a:lnTo>
                    <a:pt x="0" y="295910"/>
                  </a:lnTo>
                  <a:lnTo>
                    <a:pt x="0" y="299719"/>
                  </a:lnTo>
                  <a:lnTo>
                    <a:pt x="7619" y="299719"/>
                  </a:lnTo>
                  <a:lnTo>
                    <a:pt x="7619" y="295910"/>
                  </a:lnTo>
                  <a:close/>
                </a:path>
                <a:path w="7620" h="356870">
                  <a:moveTo>
                    <a:pt x="7619" y="299720"/>
                  </a:moveTo>
                  <a:lnTo>
                    <a:pt x="0" y="299720"/>
                  </a:lnTo>
                  <a:lnTo>
                    <a:pt x="0" y="302259"/>
                  </a:lnTo>
                  <a:lnTo>
                    <a:pt x="7619" y="302259"/>
                  </a:lnTo>
                  <a:lnTo>
                    <a:pt x="7619" y="299720"/>
                  </a:lnTo>
                  <a:close/>
                </a:path>
                <a:path w="7620" h="356870">
                  <a:moveTo>
                    <a:pt x="7619" y="302260"/>
                  </a:moveTo>
                  <a:lnTo>
                    <a:pt x="0" y="302260"/>
                  </a:lnTo>
                  <a:lnTo>
                    <a:pt x="0" y="308609"/>
                  </a:lnTo>
                  <a:lnTo>
                    <a:pt x="7619" y="308609"/>
                  </a:lnTo>
                  <a:lnTo>
                    <a:pt x="7619" y="302260"/>
                  </a:lnTo>
                  <a:close/>
                </a:path>
                <a:path w="7620" h="356870">
                  <a:moveTo>
                    <a:pt x="7619" y="308610"/>
                  </a:moveTo>
                  <a:lnTo>
                    <a:pt x="0" y="308610"/>
                  </a:lnTo>
                  <a:lnTo>
                    <a:pt x="0" y="312419"/>
                  </a:lnTo>
                  <a:lnTo>
                    <a:pt x="7619" y="312419"/>
                  </a:lnTo>
                  <a:lnTo>
                    <a:pt x="7619" y="308610"/>
                  </a:lnTo>
                  <a:close/>
                </a:path>
                <a:path w="7620" h="356870">
                  <a:moveTo>
                    <a:pt x="7619" y="312420"/>
                  </a:moveTo>
                  <a:lnTo>
                    <a:pt x="0" y="312420"/>
                  </a:lnTo>
                  <a:lnTo>
                    <a:pt x="0" y="314959"/>
                  </a:lnTo>
                  <a:lnTo>
                    <a:pt x="7619" y="314959"/>
                  </a:lnTo>
                  <a:lnTo>
                    <a:pt x="7619" y="312420"/>
                  </a:lnTo>
                  <a:close/>
                </a:path>
                <a:path w="7620" h="356870">
                  <a:moveTo>
                    <a:pt x="7619" y="314960"/>
                  </a:moveTo>
                  <a:lnTo>
                    <a:pt x="0" y="314960"/>
                  </a:lnTo>
                  <a:lnTo>
                    <a:pt x="0" y="318769"/>
                  </a:lnTo>
                  <a:lnTo>
                    <a:pt x="7619" y="318769"/>
                  </a:lnTo>
                  <a:lnTo>
                    <a:pt x="7619" y="314960"/>
                  </a:lnTo>
                  <a:close/>
                </a:path>
                <a:path w="7620" h="356870">
                  <a:moveTo>
                    <a:pt x="7619" y="318770"/>
                  </a:moveTo>
                  <a:lnTo>
                    <a:pt x="0" y="318770"/>
                  </a:lnTo>
                  <a:lnTo>
                    <a:pt x="0" y="321309"/>
                  </a:lnTo>
                  <a:lnTo>
                    <a:pt x="7619" y="321309"/>
                  </a:lnTo>
                  <a:lnTo>
                    <a:pt x="7619" y="318770"/>
                  </a:lnTo>
                  <a:close/>
                </a:path>
                <a:path w="7620" h="356870">
                  <a:moveTo>
                    <a:pt x="7619" y="321310"/>
                  </a:moveTo>
                  <a:lnTo>
                    <a:pt x="0" y="321310"/>
                  </a:lnTo>
                  <a:lnTo>
                    <a:pt x="0" y="325119"/>
                  </a:lnTo>
                  <a:lnTo>
                    <a:pt x="7619" y="325119"/>
                  </a:lnTo>
                  <a:lnTo>
                    <a:pt x="7619" y="321310"/>
                  </a:lnTo>
                  <a:close/>
                </a:path>
                <a:path w="7620" h="356870">
                  <a:moveTo>
                    <a:pt x="7619" y="325120"/>
                  </a:moveTo>
                  <a:lnTo>
                    <a:pt x="0" y="325120"/>
                  </a:lnTo>
                  <a:lnTo>
                    <a:pt x="0" y="327659"/>
                  </a:lnTo>
                  <a:lnTo>
                    <a:pt x="7619" y="327659"/>
                  </a:lnTo>
                  <a:lnTo>
                    <a:pt x="7619" y="325120"/>
                  </a:lnTo>
                  <a:close/>
                </a:path>
                <a:path w="7620" h="356870">
                  <a:moveTo>
                    <a:pt x="7619" y="327660"/>
                  </a:moveTo>
                  <a:lnTo>
                    <a:pt x="0" y="327660"/>
                  </a:lnTo>
                  <a:lnTo>
                    <a:pt x="0" y="331469"/>
                  </a:lnTo>
                  <a:lnTo>
                    <a:pt x="7619" y="331469"/>
                  </a:lnTo>
                  <a:lnTo>
                    <a:pt x="7619" y="327660"/>
                  </a:lnTo>
                  <a:close/>
                </a:path>
                <a:path w="7620" h="356870">
                  <a:moveTo>
                    <a:pt x="7619" y="331470"/>
                  </a:moveTo>
                  <a:lnTo>
                    <a:pt x="0" y="331470"/>
                  </a:lnTo>
                  <a:lnTo>
                    <a:pt x="0" y="334009"/>
                  </a:lnTo>
                  <a:lnTo>
                    <a:pt x="7619" y="334009"/>
                  </a:lnTo>
                  <a:lnTo>
                    <a:pt x="7619" y="331470"/>
                  </a:lnTo>
                  <a:close/>
                </a:path>
                <a:path w="7620" h="356870">
                  <a:moveTo>
                    <a:pt x="7619" y="334010"/>
                  </a:moveTo>
                  <a:lnTo>
                    <a:pt x="0" y="334010"/>
                  </a:lnTo>
                  <a:lnTo>
                    <a:pt x="0" y="337819"/>
                  </a:lnTo>
                  <a:lnTo>
                    <a:pt x="7619" y="337819"/>
                  </a:lnTo>
                  <a:lnTo>
                    <a:pt x="7619" y="334010"/>
                  </a:lnTo>
                  <a:close/>
                </a:path>
                <a:path w="7620" h="356870">
                  <a:moveTo>
                    <a:pt x="7619" y="337820"/>
                  </a:moveTo>
                  <a:lnTo>
                    <a:pt x="0" y="337820"/>
                  </a:lnTo>
                  <a:lnTo>
                    <a:pt x="0" y="340359"/>
                  </a:lnTo>
                  <a:lnTo>
                    <a:pt x="7619" y="340359"/>
                  </a:lnTo>
                  <a:lnTo>
                    <a:pt x="7619" y="337820"/>
                  </a:lnTo>
                  <a:close/>
                </a:path>
                <a:path w="7620" h="356870">
                  <a:moveTo>
                    <a:pt x="7619" y="340360"/>
                  </a:moveTo>
                  <a:lnTo>
                    <a:pt x="0" y="340360"/>
                  </a:lnTo>
                  <a:lnTo>
                    <a:pt x="0" y="344169"/>
                  </a:lnTo>
                  <a:lnTo>
                    <a:pt x="7619" y="344169"/>
                  </a:lnTo>
                  <a:lnTo>
                    <a:pt x="7619" y="340360"/>
                  </a:lnTo>
                  <a:close/>
                </a:path>
                <a:path w="7620" h="356870">
                  <a:moveTo>
                    <a:pt x="7619" y="344170"/>
                  </a:moveTo>
                  <a:lnTo>
                    <a:pt x="0" y="344170"/>
                  </a:lnTo>
                  <a:lnTo>
                    <a:pt x="0" y="346709"/>
                  </a:lnTo>
                  <a:lnTo>
                    <a:pt x="7619" y="346709"/>
                  </a:lnTo>
                  <a:lnTo>
                    <a:pt x="7619" y="344170"/>
                  </a:lnTo>
                  <a:close/>
                </a:path>
                <a:path w="7620" h="356870">
                  <a:moveTo>
                    <a:pt x="7619" y="346710"/>
                  </a:moveTo>
                  <a:lnTo>
                    <a:pt x="0" y="346710"/>
                  </a:lnTo>
                  <a:lnTo>
                    <a:pt x="0" y="350519"/>
                  </a:lnTo>
                  <a:lnTo>
                    <a:pt x="7619" y="350519"/>
                  </a:lnTo>
                  <a:lnTo>
                    <a:pt x="7619" y="346710"/>
                  </a:lnTo>
                  <a:close/>
                </a:path>
                <a:path w="7620" h="356870">
                  <a:moveTo>
                    <a:pt x="7619" y="350520"/>
                  </a:moveTo>
                  <a:lnTo>
                    <a:pt x="0" y="350520"/>
                  </a:lnTo>
                  <a:lnTo>
                    <a:pt x="0" y="353059"/>
                  </a:lnTo>
                  <a:lnTo>
                    <a:pt x="7619" y="353059"/>
                  </a:lnTo>
                  <a:lnTo>
                    <a:pt x="7619" y="350520"/>
                  </a:lnTo>
                  <a:close/>
                </a:path>
                <a:path w="7620" h="356870">
                  <a:moveTo>
                    <a:pt x="7619" y="353060"/>
                  </a:moveTo>
                  <a:lnTo>
                    <a:pt x="0" y="353060"/>
                  </a:lnTo>
                  <a:lnTo>
                    <a:pt x="0" y="356869"/>
                  </a:lnTo>
                  <a:lnTo>
                    <a:pt x="1270" y="356869"/>
                  </a:lnTo>
                  <a:lnTo>
                    <a:pt x="1270" y="355600"/>
                  </a:lnTo>
                  <a:lnTo>
                    <a:pt x="5079" y="355600"/>
                  </a:lnTo>
                  <a:lnTo>
                    <a:pt x="5079" y="354330"/>
                  </a:lnTo>
                  <a:lnTo>
                    <a:pt x="7619" y="354330"/>
                  </a:lnTo>
                  <a:lnTo>
                    <a:pt x="7619" y="353060"/>
                  </a:lnTo>
                  <a:close/>
                </a:path>
              </a:pathLst>
            </a:custGeom>
            <a:solidFill>
              <a:srgbClr val="9C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8" name="object 63">
              <a:extLst>
                <a:ext uri="{FF2B5EF4-FFF2-40B4-BE49-F238E27FC236}">
                  <a16:creationId xmlns:a16="http://schemas.microsoft.com/office/drawing/2014/main" id="{70E1B83C-A544-43DB-A429-C7B74CCAF281}"/>
                </a:ext>
              </a:extLst>
            </p:cNvPr>
            <p:cNvSpPr/>
            <p:nvPr/>
          </p:nvSpPr>
          <p:spPr>
            <a:xfrm>
              <a:off x="4636769" y="4214494"/>
              <a:ext cx="6350" cy="361950"/>
            </a:xfrm>
            <a:custGeom>
              <a:avLst/>
              <a:gdLst/>
              <a:ahLst/>
              <a:cxnLst/>
              <a:rect l="l" t="t" r="r" b="b"/>
              <a:pathLst>
                <a:path w="6350" h="361950">
                  <a:moveTo>
                    <a:pt x="253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6350" y="5079"/>
                  </a:lnTo>
                  <a:lnTo>
                    <a:pt x="6350" y="2539"/>
                  </a:lnTo>
                  <a:lnTo>
                    <a:pt x="5079" y="2539"/>
                  </a:lnTo>
                  <a:lnTo>
                    <a:pt x="5079" y="1269"/>
                  </a:lnTo>
                  <a:lnTo>
                    <a:pt x="2539" y="1269"/>
                  </a:lnTo>
                  <a:lnTo>
                    <a:pt x="2539" y="0"/>
                  </a:lnTo>
                  <a:close/>
                </a:path>
                <a:path w="6350" h="361950">
                  <a:moveTo>
                    <a:pt x="635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6350" y="11429"/>
                  </a:lnTo>
                  <a:lnTo>
                    <a:pt x="6350" y="5080"/>
                  </a:lnTo>
                  <a:close/>
                </a:path>
                <a:path w="6350" h="361950">
                  <a:moveTo>
                    <a:pt x="635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6350" y="17779"/>
                  </a:lnTo>
                  <a:lnTo>
                    <a:pt x="6350" y="11430"/>
                  </a:lnTo>
                  <a:close/>
                </a:path>
                <a:path w="6350" h="361950">
                  <a:moveTo>
                    <a:pt x="635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6350" y="24129"/>
                  </a:lnTo>
                  <a:lnTo>
                    <a:pt x="6350" y="17780"/>
                  </a:lnTo>
                  <a:close/>
                </a:path>
                <a:path w="6350" h="361950">
                  <a:moveTo>
                    <a:pt x="635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6350" y="30479"/>
                  </a:lnTo>
                  <a:lnTo>
                    <a:pt x="6350" y="24130"/>
                  </a:lnTo>
                  <a:close/>
                </a:path>
                <a:path w="6350" h="361950">
                  <a:moveTo>
                    <a:pt x="6350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6350" y="36829"/>
                  </a:lnTo>
                  <a:lnTo>
                    <a:pt x="6350" y="30480"/>
                  </a:lnTo>
                  <a:close/>
                </a:path>
                <a:path w="6350" h="361950">
                  <a:moveTo>
                    <a:pt x="6350" y="36830"/>
                  </a:moveTo>
                  <a:lnTo>
                    <a:pt x="0" y="36830"/>
                  </a:lnTo>
                  <a:lnTo>
                    <a:pt x="0" y="43179"/>
                  </a:lnTo>
                  <a:lnTo>
                    <a:pt x="6350" y="43179"/>
                  </a:lnTo>
                  <a:lnTo>
                    <a:pt x="6350" y="36830"/>
                  </a:lnTo>
                  <a:close/>
                </a:path>
                <a:path w="6350" h="361950">
                  <a:moveTo>
                    <a:pt x="6350" y="43180"/>
                  </a:moveTo>
                  <a:lnTo>
                    <a:pt x="0" y="43180"/>
                  </a:lnTo>
                  <a:lnTo>
                    <a:pt x="0" y="49529"/>
                  </a:lnTo>
                  <a:lnTo>
                    <a:pt x="6350" y="49529"/>
                  </a:lnTo>
                  <a:lnTo>
                    <a:pt x="6350" y="43180"/>
                  </a:lnTo>
                  <a:close/>
                </a:path>
                <a:path w="6350" h="361950">
                  <a:moveTo>
                    <a:pt x="6350" y="49530"/>
                  </a:moveTo>
                  <a:lnTo>
                    <a:pt x="0" y="49530"/>
                  </a:lnTo>
                  <a:lnTo>
                    <a:pt x="0" y="55879"/>
                  </a:lnTo>
                  <a:lnTo>
                    <a:pt x="6350" y="55879"/>
                  </a:lnTo>
                  <a:lnTo>
                    <a:pt x="6350" y="49530"/>
                  </a:lnTo>
                  <a:close/>
                </a:path>
                <a:path w="6350" h="361950">
                  <a:moveTo>
                    <a:pt x="6350" y="55880"/>
                  </a:moveTo>
                  <a:lnTo>
                    <a:pt x="0" y="55880"/>
                  </a:lnTo>
                  <a:lnTo>
                    <a:pt x="0" y="62229"/>
                  </a:lnTo>
                  <a:lnTo>
                    <a:pt x="6350" y="62229"/>
                  </a:lnTo>
                  <a:lnTo>
                    <a:pt x="6350" y="55880"/>
                  </a:lnTo>
                  <a:close/>
                </a:path>
                <a:path w="6350" h="361950">
                  <a:moveTo>
                    <a:pt x="6350" y="62230"/>
                  </a:moveTo>
                  <a:lnTo>
                    <a:pt x="0" y="62230"/>
                  </a:lnTo>
                  <a:lnTo>
                    <a:pt x="0" y="68579"/>
                  </a:lnTo>
                  <a:lnTo>
                    <a:pt x="6350" y="68579"/>
                  </a:lnTo>
                  <a:lnTo>
                    <a:pt x="6350" y="62230"/>
                  </a:lnTo>
                  <a:close/>
                </a:path>
                <a:path w="6350" h="361950">
                  <a:moveTo>
                    <a:pt x="6350" y="68580"/>
                  </a:moveTo>
                  <a:lnTo>
                    <a:pt x="0" y="68580"/>
                  </a:lnTo>
                  <a:lnTo>
                    <a:pt x="0" y="74929"/>
                  </a:lnTo>
                  <a:lnTo>
                    <a:pt x="6350" y="74929"/>
                  </a:lnTo>
                  <a:lnTo>
                    <a:pt x="6350" y="68580"/>
                  </a:lnTo>
                  <a:close/>
                </a:path>
                <a:path w="6350" h="361950">
                  <a:moveTo>
                    <a:pt x="6350" y="74930"/>
                  </a:moveTo>
                  <a:lnTo>
                    <a:pt x="0" y="74930"/>
                  </a:lnTo>
                  <a:lnTo>
                    <a:pt x="0" y="81279"/>
                  </a:lnTo>
                  <a:lnTo>
                    <a:pt x="6350" y="81279"/>
                  </a:lnTo>
                  <a:lnTo>
                    <a:pt x="6350" y="74930"/>
                  </a:lnTo>
                  <a:close/>
                </a:path>
                <a:path w="6350" h="361950">
                  <a:moveTo>
                    <a:pt x="6350" y="81280"/>
                  </a:moveTo>
                  <a:lnTo>
                    <a:pt x="0" y="81280"/>
                  </a:lnTo>
                  <a:lnTo>
                    <a:pt x="0" y="86359"/>
                  </a:lnTo>
                  <a:lnTo>
                    <a:pt x="6350" y="86359"/>
                  </a:lnTo>
                  <a:lnTo>
                    <a:pt x="6350" y="81280"/>
                  </a:lnTo>
                  <a:close/>
                </a:path>
                <a:path w="6350" h="361950">
                  <a:moveTo>
                    <a:pt x="6350" y="86360"/>
                  </a:moveTo>
                  <a:lnTo>
                    <a:pt x="0" y="86360"/>
                  </a:lnTo>
                  <a:lnTo>
                    <a:pt x="0" y="93979"/>
                  </a:lnTo>
                  <a:lnTo>
                    <a:pt x="6350" y="93979"/>
                  </a:lnTo>
                  <a:lnTo>
                    <a:pt x="6350" y="86360"/>
                  </a:lnTo>
                  <a:close/>
                </a:path>
                <a:path w="6350" h="361950">
                  <a:moveTo>
                    <a:pt x="6350" y="93980"/>
                  </a:moveTo>
                  <a:lnTo>
                    <a:pt x="0" y="93980"/>
                  </a:lnTo>
                  <a:lnTo>
                    <a:pt x="0" y="99059"/>
                  </a:lnTo>
                  <a:lnTo>
                    <a:pt x="6350" y="99059"/>
                  </a:lnTo>
                  <a:lnTo>
                    <a:pt x="6350" y="93980"/>
                  </a:lnTo>
                  <a:close/>
                </a:path>
                <a:path w="6350" h="361950">
                  <a:moveTo>
                    <a:pt x="6350" y="99060"/>
                  </a:moveTo>
                  <a:lnTo>
                    <a:pt x="0" y="99060"/>
                  </a:lnTo>
                  <a:lnTo>
                    <a:pt x="0" y="113029"/>
                  </a:lnTo>
                  <a:lnTo>
                    <a:pt x="6350" y="113029"/>
                  </a:lnTo>
                  <a:lnTo>
                    <a:pt x="6350" y="99060"/>
                  </a:lnTo>
                  <a:close/>
                </a:path>
                <a:path w="6350" h="361950">
                  <a:moveTo>
                    <a:pt x="6350" y="113030"/>
                  </a:moveTo>
                  <a:lnTo>
                    <a:pt x="0" y="113030"/>
                  </a:lnTo>
                  <a:lnTo>
                    <a:pt x="0" y="119379"/>
                  </a:lnTo>
                  <a:lnTo>
                    <a:pt x="6350" y="119379"/>
                  </a:lnTo>
                  <a:lnTo>
                    <a:pt x="6350" y="113030"/>
                  </a:lnTo>
                  <a:close/>
                </a:path>
                <a:path w="6350" h="361950">
                  <a:moveTo>
                    <a:pt x="6350" y="119380"/>
                  </a:moveTo>
                  <a:lnTo>
                    <a:pt x="0" y="119380"/>
                  </a:lnTo>
                  <a:lnTo>
                    <a:pt x="0" y="125729"/>
                  </a:lnTo>
                  <a:lnTo>
                    <a:pt x="6350" y="125729"/>
                  </a:lnTo>
                  <a:lnTo>
                    <a:pt x="6350" y="119380"/>
                  </a:lnTo>
                  <a:close/>
                </a:path>
                <a:path w="6350" h="361950">
                  <a:moveTo>
                    <a:pt x="6350" y="125730"/>
                  </a:moveTo>
                  <a:lnTo>
                    <a:pt x="0" y="125730"/>
                  </a:lnTo>
                  <a:lnTo>
                    <a:pt x="0" y="130809"/>
                  </a:lnTo>
                  <a:lnTo>
                    <a:pt x="6350" y="130809"/>
                  </a:lnTo>
                  <a:lnTo>
                    <a:pt x="6350" y="125730"/>
                  </a:lnTo>
                  <a:close/>
                </a:path>
                <a:path w="6350" h="361950">
                  <a:moveTo>
                    <a:pt x="6350" y="130810"/>
                  </a:moveTo>
                  <a:lnTo>
                    <a:pt x="0" y="130810"/>
                  </a:lnTo>
                  <a:lnTo>
                    <a:pt x="0" y="157479"/>
                  </a:lnTo>
                  <a:lnTo>
                    <a:pt x="6350" y="157479"/>
                  </a:lnTo>
                  <a:lnTo>
                    <a:pt x="6350" y="130810"/>
                  </a:lnTo>
                  <a:close/>
                </a:path>
                <a:path w="6350" h="361950">
                  <a:moveTo>
                    <a:pt x="6350" y="157480"/>
                  </a:moveTo>
                  <a:lnTo>
                    <a:pt x="0" y="157480"/>
                  </a:lnTo>
                  <a:lnTo>
                    <a:pt x="0" y="214629"/>
                  </a:lnTo>
                  <a:lnTo>
                    <a:pt x="6350" y="214629"/>
                  </a:lnTo>
                  <a:lnTo>
                    <a:pt x="6350" y="157480"/>
                  </a:lnTo>
                  <a:close/>
                </a:path>
                <a:path w="6350" h="361950">
                  <a:moveTo>
                    <a:pt x="6350" y="214630"/>
                  </a:moveTo>
                  <a:lnTo>
                    <a:pt x="0" y="214630"/>
                  </a:lnTo>
                  <a:lnTo>
                    <a:pt x="0" y="220979"/>
                  </a:lnTo>
                  <a:lnTo>
                    <a:pt x="6350" y="220979"/>
                  </a:lnTo>
                  <a:lnTo>
                    <a:pt x="6350" y="214630"/>
                  </a:lnTo>
                  <a:close/>
                </a:path>
                <a:path w="6350" h="361950">
                  <a:moveTo>
                    <a:pt x="6350" y="220980"/>
                  </a:moveTo>
                  <a:lnTo>
                    <a:pt x="0" y="220980"/>
                  </a:lnTo>
                  <a:lnTo>
                    <a:pt x="0" y="226059"/>
                  </a:lnTo>
                  <a:lnTo>
                    <a:pt x="6350" y="226059"/>
                  </a:lnTo>
                  <a:lnTo>
                    <a:pt x="6350" y="220980"/>
                  </a:lnTo>
                  <a:close/>
                </a:path>
                <a:path w="6350" h="361950">
                  <a:moveTo>
                    <a:pt x="6350" y="226060"/>
                  </a:moveTo>
                  <a:lnTo>
                    <a:pt x="0" y="226060"/>
                  </a:lnTo>
                  <a:lnTo>
                    <a:pt x="0" y="233679"/>
                  </a:lnTo>
                  <a:lnTo>
                    <a:pt x="6350" y="233679"/>
                  </a:lnTo>
                  <a:lnTo>
                    <a:pt x="6350" y="226060"/>
                  </a:lnTo>
                  <a:close/>
                </a:path>
                <a:path w="6350" h="361950">
                  <a:moveTo>
                    <a:pt x="6350" y="233680"/>
                  </a:moveTo>
                  <a:lnTo>
                    <a:pt x="0" y="233680"/>
                  </a:lnTo>
                  <a:lnTo>
                    <a:pt x="0" y="240029"/>
                  </a:lnTo>
                  <a:lnTo>
                    <a:pt x="6350" y="240029"/>
                  </a:lnTo>
                  <a:lnTo>
                    <a:pt x="6350" y="233680"/>
                  </a:lnTo>
                  <a:close/>
                </a:path>
                <a:path w="6350" h="361950">
                  <a:moveTo>
                    <a:pt x="6350" y="240030"/>
                  </a:moveTo>
                  <a:lnTo>
                    <a:pt x="0" y="240030"/>
                  </a:lnTo>
                  <a:lnTo>
                    <a:pt x="0" y="246379"/>
                  </a:lnTo>
                  <a:lnTo>
                    <a:pt x="6350" y="246379"/>
                  </a:lnTo>
                  <a:lnTo>
                    <a:pt x="6350" y="240030"/>
                  </a:lnTo>
                  <a:close/>
                </a:path>
                <a:path w="6350" h="361950">
                  <a:moveTo>
                    <a:pt x="6350" y="246380"/>
                  </a:moveTo>
                  <a:lnTo>
                    <a:pt x="0" y="246380"/>
                  </a:lnTo>
                  <a:lnTo>
                    <a:pt x="0" y="259079"/>
                  </a:lnTo>
                  <a:lnTo>
                    <a:pt x="6350" y="259079"/>
                  </a:lnTo>
                  <a:lnTo>
                    <a:pt x="6350" y="246380"/>
                  </a:lnTo>
                  <a:close/>
                </a:path>
                <a:path w="6350" h="361950">
                  <a:moveTo>
                    <a:pt x="6350" y="259080"/>
                  </a:moveTo>
                  <a:lnTo>
                    <a:pt x="0" y="259080"/>
                  </a:lnTo>
                  <a:lnTo>
                    <a:pt x="0" y="265429"/>
                  </a:lnTo>
                  <a:lnTo>
                    <a:pt x="6350" y="265429"/>
                  </a:lnTo>
                  <a:lnTo>
                    <a:pt x="6350" y="259080"/>
                  </a:lnTo>
                  <a:close/>
                </a:path>
                <a:path w="6350" h="361950">
                  <a:moveTo>
                    <a:pt x="6350" y="265430"/>
                  </a:moveTo>
                  <a:lnTo>
                    <a:pt x="0" y="265430"/>
                  </a:lnTo>
                  <a:lnTo>
                    <a:pt x="0" y="270509"/>
                  </a:lnTo>
                  <a:lnTo>
                    <a:pt x="6350" y="270509"/>
                  </a:lnTo>
                  <a:lnTo>
                    <a:pt x="6350" y="265430"/>
                  </a:lnTo>
                  <a:close/>
                </a:path>
                <a:path w="6350" h="361950">
                  <a:moveTo>
                    <a:pt x="6350" y="270509"/>
                  </a:moveTo>
                  <a:lnTo>
                    <a:pt x="0" y="270509"/>
                  </a:lnTo>
                  <a:lnTo>
                    <a:pt x="0" y="273049"/>
                  </a:lnTo>
                  <a:lnTo>
                    <a:pt x="6350" y="273049"/>
                  </a:lnTo>
                  <a:lnTo>
                    <a:pt x="6350" y="270509"/>
                  </a:lnTo>
                  <a:close/>
                </a:path>
                <a:path w="6350" h="361950">
                  <a:moveTo>
                    <a:pt x="6350" y="273050"/>
                  </a:moveTo>
                  <a:lnTo>
                    <a:pt x="0" y="273050"/>
                  </a:lnTo>
                  <a:lnTo>
                    <a:pt x="0" y="279399"/>
                  </a:lnTo>
                  <a:lnTo>
                    <a:pt x="6350" y="279399"/>
                  </a:lnTo>
                  <a:lnTo>
                    <a:pt x="6350" y="273050"/>
                  </a:lnTo>
                  <a:close/>
                </a:path>
                <a:path w="6350" h="361950">
                  <a:moveTo>
                    <a:pt x="6350" y="279400"/>
                  </a:moveTo>
                  <a:lnTo>
                    <a:pt x="0" y="279400"/>
                  </a:lnTo>
                  <a:lnTo>
                    <a:pt x="0" y="283209"/>
                  </a:lnTo>
                  <a:lnTo>
                    <a:pt x="6350" y="283209"/>
                  </a:lnTo>
                  <a:lnTo>
                    <a:pt x="6350" y="279400"/>
                  </a:lnTo>
                  <a:close/>
                </a:path>
                <a:path w="6350" h="361950">
                  <a:moveTo>
                    <a:pt x="6350" y="283209"/>
                  </a:moveTo>
                  <a:lnTo>
                    <a:pt x="0" y="283209"/>
                  </a:lnTo>
                  <a:lnTo>
                    <a:pt x="0" y="289559"/>
                  </a:lnTo>
                  <a:lnTo>
                    <a:pt x="6350" y="289559"/>
                  </a:lnTo>
                  <a:lnTo>
                    <a:pt x="6350" y="283209"/>
                  </a:lnTo>
                  <a:close/>
                </a:path>
                <a:path w="6350" h="361950">
                  <a:moveTo>
                    <a:pt x="6350" y="289559"/>
                  </a:moveTo>
                  <a:lnTo>
                    <a:pt x="0" y="289559"/>
                  </a:lnTo>
                  <a:lnTo>
                    <a:pt x="0" y="292099"/>
                  </a:lnTo>
                  <a:lnTo>
                    <a:pt x="6350" y="292099"/>
                  </a:lnTo>
                  <a:lnTo>
                    <a:pt x="6350" y="289559"/>
                  </a:lnTo>
                  <a:close/>
                </a:path>
                <a:path w="6350" h="361950">
                  <a:moveTo>
                    <a:pt x="6350" y="292100"/>
                  </a:moveTo>
                  <a:lnTo>
                    <a:pt x="0" y="292100"/>
                  </a:lnTo>
                  <a:lnTo>
                    <a:pt x="0" y="295909"/>
                  </a:lnTo>
                  <a:lnTo>
                    <a:pt x="6350" y="295909"/>
                  </a:lnTo>
                  <a:lnTo>
                    <a:pt x="6350" y="292100"/>
                  </a:lnTo>
                  <a:close/>
                </a:path>
                <a:path w="6350" h="361950">
                  <a:moveTo>
                    <a:pt x="6350" y="295909"/>
                  </a:moveTo>
                  <a:lnTo>
                    <a:pt x="0" y="295909"/>
                  </a:lnTo>
                  <a:lnTo>
                    <a:pt x="0" y="298449"/>
                  </a:lnTo>
                  <a:lnTo>
                    <a:pt x="6350" y="298449"/>
                  </a:lnTo>
                  <a:lnTo>
                    <a:pt x="6350" y="295909"/>
                  </a:lnTo>
                  <a:close/>
                </a:path>
                <a:path w="6350" h="361950">
                  <a:moveTo>
                    <a:pt x="6350" y="298450"/>
                  </a:moveTo>
                  <a:lnTo>
                    <a:pt x="0" y="298450"/>
                  </a:lnTo>
                  <a:lnTo>
                    <a:pt x="0" y="302259"/>
                  </a:lnTo>
                  <a:lnTo>
                    <a:pt x="6350" y="302259"/>
                  </a:lnTo>
                  <a:lnTo>
                    <a:pt x="6350" y="298450"/>
                  </a:lnTo>
                  <a:close/>
                </a:path>
                <a:path w="6350" h="361950">
                  <a:moveTo>
                    <a:pt x="6350" y="302259"/>
                  </a:moveTo>
                  <a:lnTo>
                    <a:pt x="0" y="302259"/>
                  </a:lnTo>
                  <a:lnTo>
                    <a:pt x="0" y="304799"/>
                  </a:lnTo>
                  <a:lnTo>
                    <a:pt x="6350" y="304799"/>
                  </a:lnTo>
                  <a:lnTo>
                    <a:pt x="6350" y="302259"/>
                  </a:lnTo>
                  <a:close/>
                </a:path>
                <a:path w="6350" h="361950">
                  <a:moveTo>
                    <a:pt x="6350" y="304800"/>
                  </a:moveTo>
                  <a:lnTo>
                    <a:pt x="0" y="304800"/>
                  </a:lnTo>
                  <a:lnTo>
                    <a:pt x="0" y="311149"/>
                  </a:lnTo>
                  <a:lnTo>
                    <a:pt x="6350" y="311149"/>
                  </a:lnTo>
                  <a:lnTo>
                    <a:pt x="6350" y="304800"/>
                  </a:lnTo>
                  <a:close/>
                </a:path>
                <a:path w="6350" h="361950">
                  <a:moveTo>
                    <a:pt x="6350" y="311150"/>
                  </a:moveTo>
                  <a:lnTo>
                    <a:pt x="0" y="311150"/>
                  </a:lnTo>
                  <a:lnTo>
                    <a:pt x="0" y="314959"/>
                  </a:lnTo>
                  <a:lnTo>
                    <a:pt x="6350" y="314959"/>
                  </a:lnTo>
                  <a:lnTo>
                    <a:pt x="6350" y="311150"/>
                  </a:lnTo>
                  <a:close/>
                </a:path>
                <a:path w="6350" h="361950">
                  <a:moveTo>
                    <a:pt x="6350" y="314959"/>
                  </a:moveTo>
                  <a:lnTo>
                    <a:pt x="0" y="314959"/>
                  </a:lnTo>
                  <a:lnTo>
                    <a:pt x="0" y="317499"/>
                  </a:lnTo>
                  <a:lnTo>
                    <a:pt x="6350" y="317499"/>
                  </a:lnTo>
                  <a:lnTo>
                    <a:pt x="6350" y="314959"/>
                  </a:lnTo>
                  <a:close/>
                </a:path>
                <a:path w="6350" h="361950">
                  <a:moveTo>
                    <a:pt x="6350" y="317500"/>
                  </a:moveTo>
                  <a:lnTo>
                    <a:pt x="0" y="317500"/>
                  </a:lnTo>
                  <a:lnTo>
                    <a:pt x="0" y="321309"/>
                  </a:lnTo>
                  <a:lnTo>
                    <a:pt x="6350" y="321309"/>
                  </a:lnTo>
                  <a:lnTo>
                    <a:pt x="6350" y="317500"/>
                  </a:lnTo>
                  <a:close/>
                </a:path>
                <a:path w="6350" h="361950">
                  <a:moveTo>
                    <a:pt x="6350" y="321309"/>
                  </a:moveTo>
                  <a:lnTo>
                    <a:pt x="0" y="321309"/>
                  </a:lnTo>
                  <a:lnTo>
                    <a:pt x="0" y="323849"/>
                  </a:lnTo>
                  <a:lnTo>
                    <a:pt x="6350" y="323849"/>
                  </a:lnTo>
                  <a:lnTo>
                    <a:pt x="6350" y="321309"/>
                  </a:lnTo>
                  <a:close/>
                </a:path>
                <a:path w="6350" h="361950">
                  <a:moveTo>
                    <a:pt x="6350" y="323850"/>
                  </a:moveTo>
                  <a:lnTo>
                    <a:pt x="0" y="323850"/>
                  </a:lnTo>
                  <a:lnTo>
                    <a:pt x="0" y="327659"/>
                  </a:lnTo>
                  <a:lnTo>
                    <a:pt x="6350" y="327659"/>
                  </a:lnTo>
                  <a:lnTo>
                    <a:pt x="6350" y="323850"/>
                  </a:lnTo>
                  <a:close/>
                </a:path>
                <a:path w="6350" h="361950">
                  <a:moveTo>
                    <a:pt x="6350" y="327659"/>
                  </a:moveTo>
                  <a:lnTo>
                    <a:pt x="0" y="327659"/>
                  </a:lnTo>
                  <a:lnTo>
                    <a:pt x="0" y="330199"/>
                  </a:lnTo>
                  <a:lnTo>
                    <a:pt x="6350" y="330199"/>
                  </a:lnTo>
                  <a:lnTo>
                    <a:pt x="6350" y="327659"/>
                  </a:lnTo>
                  <a:close/>
                </a:path>
                <a:path w="6350" h="361950">
                  <a:moveTo>
                    <a:pt x="6350" y="330200"/>
                  </a:moveTo>
                  <a:lnTo>
                    <a:pt x="0" y="330200"/>
                  </a:lnTo>
                  <a:lnTo>
                    <a:pt x="0" y="334009"/>
                  </a:lnTo>
                  <a:lnTo>
                    <a:pt x="6350" y="334009"/>
                  </a:lnTo>
                  <a:lnTo>
                    <a:pt x="6350" y="330200"/>
                  </a:lnTo>
                  <a:close/>
                </a:path>
                <a:path w="6350" h="361950">
                  <a:moveTo>
                    <a:pt x="6350" y="334009"/>
                  </a:moveTo>
                  <a:lnTo>
                    <a:pt x="0" y="334009"/>
                  </a:lnTo>
                  <a:lnTo>
                    <a:pt x="0" y="336549"/>
                  </a:lnTo>
                  <a:lnTo>
                    <a:pt x="6350" y="336549"/>
                  </a:lnTo>
                  <a:lnTo>
                    <a:pt x="6350" y="334009"/>
                  </a:lnTo>
                  <a:close/>
                </a:path>
                <a:path w="6350" h="361950">
                  <a:moveTo>
                    <a:pt x="6350" y="336550"/>
                  </a:moveTo>
                  <a:lnTo>
                    <a:pt x="0" y="336550"/>
                  </a:lnTo>
                  <a:lnTo>
                    <a:pt x="0" y="340359"/>
                  </a:lnTo>
                  <a:lnTo>
                    <a:pt x="6350" y="340359"/>
                  </a:lnTo>
                  <a:lnTo>
                    <a:pt x="6350" y="336550"/>
                  </a:lnTo>
                  <a:close/>
                </a:path>
                <a:path w="6350" h="361950">
                  <a:moveTo>
                    <a:pt x="6350" y="340359"/>
                  </a:moveTo>
                  <a:lnTo>
                    <a:pt x="0" y="340359"/>
                  </a:lnTo>
                  <a:lnTo>
                    <a:pt x="0" y="342899"/>
                  </a:lnTo>
                  <a:lnTo>
                    <a:pt x="6350" y="342899"/>
                  </a:lnTo>
                  <a:lnTo>
                    <a:pt x="6350" y="340359"/>
                  </a:lnTo>
                  <a:close/>
                </a:path>
                <a:path w="6350" h="361950">
                  <a:moveTo>
                    <a:pt x="6350" y="342900"/>
                  </a:moveTo>
                  <a:lnTo>
                    <a:pt x="0" y="342900"/>
                  </a:lnTo>
                  <a:lnTo>
                    <a:pt x="0" y="346709"/>
                  </a:lnTo>
                  <a:lnTo>
                    <a:pt x="6350" y="346709"/>
                  </a:lnTo>
                  <a:lnTo>
                    <a:pt x="6350" y="342900"/>
                  </a:lnTo>
                  <a:close/>
                </a:path>
                <a:path w="6350" h="361950">
                  <a:moveTo>
                    <a:pt x="6350" y="346709"/>
                  </a:moveTo>
                  <a:lnTo>
                    <a:pt x="0" y="346709"/>
                  </a:lnTo>
                  <a:lnTo>
                    <a:pt x="0" y="349249"/>
                  </a:lnTo>
                  <a:lnTo>
                    <a:pt x="6350" y="349249"/>
                  </a:lnTo>
                  <a:lnTo>
                    <a:pt x="6350" y="346709"/>
                  </a:lnTo>
                  <a:close/>
                </a:path>
                <a:path w="6350" h="361950">
                  <a:moveTo>
                    <a:pt x="6350" y="349250"/>
                  </a:moveTo>
                  <a:lnTo>
                    <a:pt x="0" y="349250"/>
                  </a:lnTo>
                  <a:lnTo>
                    <a:pt x="0" y="353059"/>
                  </a:lnTo>
                  <a:lnTo>
                    <a:pt x="6350" y="353059"/>
                  </a:lnTo>
                  <a:lnTo>
                    <a:pt x="6350" y="349250"/>
                  </a:lnTo>
                  <a:close/>
                </a:path>
                <a:path w="6350" h="361950">
                  <a:moveTo>
                    <a:pt x="6350" y="353059"/>
                  </a:moveTo>
                  <a:lnTo>
                    <a:pt x="0" y="353059"/>
                  </a:lnTo>
                  <a:lnTo>
                    <a:pt x="0" y="355599"/>
                  </a:lnTo>
                  <a:lnTo>
                    <a:pt x="6350" y="355599"/>
                  </a:lnTo>
                  <a:lnTo>
                    <a:pt x="6350" y="353059"/>
                  </a:lnTo>
                  <a:close/>
                </a:path>
                <a:path w="6350" h="361950">
                  <a:moveTo>
                    <a:pt x="6350" y="355600"/>
                  </a:moveTo>
                  <a:lnTo>
                    <a:pt x="0" y="355600"/>
                  </a:lnTo>
                  <a:lnTo>
                    <a:pt x="0" y="359409"/>
                  </a:lnTo>
                  <a:lnTo>
                    <a:pt x="6350" y="359409"/>
                  </a:lnTo>
                  <a:lnTo>
                    <a:pt x="6350" y="355600"/>
                  </a:lnTo>
                  <a:close/>
                </a:path>
                <a:path w="6350" h="361950">
                  <a:moveTo>
                    <a:pt x="5079" y="359409"/>
                  </a:moveTo>
                  <a:lnTo>
                    <a:pt x="0" y="359409"/>
                  </a:lnTo>
                  <a:lnTo>
                    <a:pt x="0" y="361949"/>
                  </a:lnTo>
                  <a:lnTo>
                    <a:pt x="1270" y="361949"/>
                  </a:lnTo>
                  <a:lnTo>
                    <a:pt x="1270" y="360679"/>
                  </a:lnTo>
                  <a:lnTo>
                    <a:pt x="5079" y="360679"/>
                  </a:lnTo>
                  <a:lnTo>
                    <a:pt x="5079" y="359409"/>
                  </a:lnTo>
                  <a:close/>
                </a:path>
              </a:pathLst>
            </a:custGeom>
            <a:solidFill>
              <a:srgbClr val="9F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69" name="object 64">
              <a:extLst>
                <a:ext uri="{FF2B5EF4-FFF2-40B4-BE49-F238E27FC236}">
                  <a16:creationId xmlns:a16="http://schemas.microsoft.com/office/drawing/2014/main" id="{83EB9659-F75D-41E2-8A73-5A13EDC41711}"/>
                </a:ext>
              </a:extLst>
            </p:cNvPr>
            <p:cNvSpPr/>
            <p:nvPr/>
          </p:nvSpPr>
          <p:spPr>
            <a:xfrm>
              <a:off x="4629150" y="4211955"/>
              <a:ext cx="7620" cy="367030"/>
            </a:xfrm>
            <a:custGeom>
              <a:avLst/>
              <a:gdLst/>
              <a:ahLst/>
              <a:cxnLst/>
              <a:rect l="l" t="t" r="r" b="b"/>
              <a:pathLst>
                <a:path w="7620" h="367029">
                  <a:moveTo>
                    <a:pt x="5080" y="0"/>
                  </a:moveTo>
                  <a:lnTo>
                    <a:pt x="0" y="0"/>
                  </a:lnTo>
                  <a:lnTo>
                    <a:pt x="0" y="1269"/>
                  </a:lnTo>
                  <a:lnTo>
                    <a:pt x="5080" y="1269"/>
                  </a:lnTo>
                  <a:lnTo>
                    <a:pt x="5080" y="0"/>
                  </a:lnTo>
                  <a:close/>
                </a:path>
                <a:path w="7620" h="367029">
                  <a:moveTo>
                    <a:pt x="7620" y="1269"/>
                  </a:moveTo>
                  <a:lnTo>
                    <a:pt x="0" y="1269"/>
                  </a:lnTo>
                  <a:lnTo>
                    <a:pt x="0" y="7619"/>
                  </a:lnTo>
                  <a:lnTo>
                    <a:pt x="7620" y="7619"/>
                  </a:lnTo>
                  <a:lnTo>
                    <a:pt x="7620" y="1269"/>
                  </a:lnTo>
                  <a:close/>
                </a:path>
                <a:path w="7620" h="367029">
                  <a:moveTo>
                    <a:pt x="7620" y="7619"/>
                  </a:moveTo>
                  <a:lnTo>
                    <a:pt x="0" y="7619"/>
                  </a:lnTo>
                  <a:lnTo>
                    <a:pt x="0" y="13969"/>
                  </a:lnTo>
                  <a:lnTo>
                    <a:pt x="7620" y="13969"/>
                  </a:lnTo>
                  <a:lnTo>
                    <a:pt x="7620" y="7619"/>
                  </a:lnTo>
                  <a:close/>
                </a:path>
                <a:path w="7620" h="367029">
                  <a:moveTo>
                    <a:pt x="7620" y="13969"/>
                  </a:moveTo>
                  <a:lnTo>
                    <a:pt x="0" y="13969"/>
                  </a:lnTo>
                  <a:lnTo>
                    <a:pt x="0" y="20319"/>
                  </a:lnTo>
                  <a:lnTo>
                    <a:pt x="7620" y="20319"/>
                  </a:lnTo>
                  <a:lnTo>
                    <a:pt x="7620" y="13969"/>
                  </a:lnTo>
                  <a:close/>
                </a:path>
                <a:path w="7620" h="367029">
                  <a:moveTo>
                    <a:pt x="7620" y="20319"/>
                  </a:moveTo>
                  <a:lnTo>
                    <a:pt x="0" y="20319"/>
                  </a:lnTo>
                  <a:lnTo>
                    <a:pt x="0" y="26669"/>
                  </a:lnTo>
                  <a:lnTo>
                    <a:pt x="7620" y="26669"/>
                  </a:lnTo>
                  <a:lnTo>
                    <a:pt x="7620" y="20319"/>
                  </a:lnTo>
                  <a:close/>
                </a:path>
                <a:path w="7620" h="367029">
                  <a:moveTo>
                    <a:pt x="7620" y="26669"/>
                  </a:moveTo>
                  <a:lnTo>
                    <a:pt x="0" y="26669"/>
                  </a:lnTo>
                  <a:lnTo>
                    <a:pt x="0" y="33019"/>
                  </a:lnTo>
                  <a:lnTo>
                    <a:pt x="7620" y="33019"/>
                  </a:lnTo>
                  <a:lnTo>
                    <a:pt x="7620" y="26669"/>
                  </a:lnTo>
                  <a:close/>
                </a:path>
                <a:path w="7620" h="367029">
                  <a:moveTo>
                    <a:pt x="7620" y="33019"/>
                  </a:moveTo>
                  <a:lnTo>
                    <a:pt x="0" y="33019"/>
                  </a:lnTo>
                  <a:lnTo>
                    <a:pt x="0" y="39369"/>
                  </a:lnTo>
                  <a:lnTo>
                    <a:pt x="7620" y="39369"/>
                  </a:lnTo>
                  <a:lnTo>
                    <a:pt x="7620" y="33019"/>
                  </a:lnTo>
                  <a:close/>
                </a:path>
                <a:path w="7620" h="367029">
                  <a:moveTo>
                    <a:pt x="7620" y="39369"/>
                  </a:moveTo>
                  <a:lnTo>
                    <a:pt x="0" y="39369"/>
                  </a:lnTo>
                  <a:lnTo>
                    <a:pt x="0" y="45719"/>
                  </a:lnTo>
                  <a:lnTo>
                    <a:pt x="7620" y="45719"/>
                  </a:lnTo>
                  <a:lnTo>
                    <a:pt x="7620" y="39369"/>
                  </a:lnTo>
                  <a:close/>
                </a:path>
                <a:path w="7620" h="367029">
                  <a:moveTo>
                    <a:pt x="7620" y="45719"/>
                  </a:moveTo>
                  <a:lnTo>
                    <a:pt x="0" y="45719"/>
                  </a:lnTo>
                  <a:lnTo>
                    <a:pt x="0" y="52069"/>
                  </a:lnTo>
                  <a:lnTo>
                    <a:pt x="7620" y="52069"/>
                  </a:lnTo>
                  <a:lnTo>
                    <a:pt x="7620" y="45719"/>
                  </a:lnTo>
                  <a:close/>
                </a:path>
                <a:path w="7620" h="367029">
                  <a:moveTo>
                    <a:pt x="7620" y="52069"/>
                  </a:moveTo>
                  <a:lnTo>
                    <a:pt x="0" y="52069"/>
                  </a:lnTo>
                  <a:lnTo>
                    <a:pt x="0" y="58419"/>
                  </a:lnTo>
                  <a:lnTo>
                    <a:pt x="7620" y="58419"/>
                  </a:lnTo>
                  <a:lnTo>
                    <a:pt x="7620" y="52069"/>
                  </a:lnTo>
                  <a:close/>
                </a:path>
                <a:path w="7620" h="367029">
                  <a:moveTo>
                    <a:pt x="7620" y="58419"/>
                  </a:moveTo>
                  <a:lnTo>
                    <a:pt x="0" y="58419"/>
                  </a:lnTo>
                  <a:lnTo>
                    <a:pt x="0" y="64769"/>
                  </a:lnTo>
                  <a:lnTo>
                    <a:pt x="7620" y="64769"/>
                  </a:lnTo>
                  <a:lnTo>
                    <a:pt x="7620" y="58419"/>
                  </a:lnTo>
                  <a:close/>
                </a:path>
                <a:path w="7620" h="367029">
                  <a:moveTo>
                    <a:pt x="7620" y="64769"/>
                  </a:moveTo>
                  <a:lnTo>
                    <a:pt x="0" y="64769"/>
                  </a:lnTo>
                  <a:lnTo>
                    <a:pt x="0" y="71119"/>
                  </a:lnTo>
                  <a:lnTo>
                    <a:pt x="7620" y="71119"/>
                  </a:lnTo>
                  <a:lnTo>
                    <a:pt x="7620" y="64769"/>
                  </a:lnTo>
                  <a:close/>
                </a:path>
                <a:path w="7620" h="367029">
                  <a:moveTo>
                    <a:pt x="7620" y="71119"/>
                  </a:moveTo>
                  <a:lnTo>
                    <a:pt x="0" y="71119"/>
                  </a:lnTo>
                  <a:lnTo>
                    <a:pt x="0" y="77469"/>
                  </a:lnTo>
                  <a:lnTo>
                    <a:pt x="7620" y="77469"/>
                  </a:lnTo>
                  <a:lnTo>
                    <a:pt x="7620" y="71119"/>
                  </a:lnTo>
                  <a:close/>
                </a:path>
                <a:path w="7620" h="367029">
                  <a:moveTo>
                    <a:pt x="7620" y="77469"/>
                  </a:moveTo>
                  <a:lnTo>
                    <a:pt x="0" y="77469"/>
                  </a:lnTo>
                  <a:lnTo>
                    <a:pt x="0" y="83819"/>
                  </a:lnTo>
                  <a:lnTo>
                    <a:pt x="7620" y="83819"/>
                  </a:lnTo>
                  <a:lnTo>
                    <a:pt x="7620" y="77469"/>
                  </a:lnTo>
                  <a:close/>
                </a:path>
                <a:path w="7620" h="367029">
                  <a:moveTo>
                    <a:pt x="7620" y="83819"/>
                  </a:moveTo>
                  <a:lnTo>
                    <a:pt x="0" y="83819"/>
                  </a:lnTo>
                  <a:lnTo>
                    <a:pt x="0" y="88899"/>
                  </a:lnTo>
                  <a:lnTo>
                    <a:pt x="7620" y="88899"/>
                  </a:lnTo>
                  <a:lnTo>
                    <a:pt x="7620" y="83819"/>
                  </a:lnTo>
                  <a:close/>
                </a:path>
                <a:path w="7620" h="367029">
                  <a:moveTo>
                    <a:pt x="7620" y="88900"/>
                  </a:moveTo>
                  <a:lnTo>
                    <a:pt x="0" y="88900"/>
                  </a:lnTo>
                  <a:lnTo>
                    <a:pt x="0" y="96519"/>
                  </a:lnTo>
                  <a:lnTo>
                    <a:pt x="7620" y="96519"/>
                  </a:lnTo>
                  <a:lnTo>
                    <a:pt x="7620" y="88900"/>
                  </a:lnTo>
                  <a:close/>
                </a:path>
                <a:path w="7620" h="367029">
                  <a:moveTo>
                    <a:pt x="7620" y="96519"/>
                  </a:moveTo>
                  <a:lnTo>
                    <a:pt x="0" y="96519"/>
                  </a:lnTo>
                  <a:lnTo>
                    <a:pt x="0" y="101599"/>
                  </a:lnTo>
                  <a:lnTo>
                    <a:pt x="7620" y="101599"/>
                  </a:lnTo>
                  <a:lnTo>
                    <a:pt x="7620" y="96519"/>
                  </a:lnTo>
                  <a:close/>
                </a:path>
                <a:path w="7620" h="367029">
                  <a:moveTo>
                    <a:pt x="7620" y="101600"/>
                  </a:moveTo>
                  <a:lnTo>
                    <a:pt x="0" y="101600"/>
                  </a:lnTo>
                  <a:lnTo>
                    <a:pt x="0" y="115569"/>
                  </a:lnTo>
                  <a:lnTo>
                    <a:pt x="7620" y="115569"/>
                  </a:lnTo>
                  <a:lnTo>
                    <a:pt x="7620" y="101600"/>
                  </a:lnTo>
                  <a:close/>
                </a:path>
                <a:path w="7620" h="367029">
                  <a:moveTo>
                    <a:pt x="7620" y="115569"/>
                  </a:moveTo>
                  <a:lnTo>
                    <a:pt x="0" y="115569"/>
                  </a:lnTo>
                  <a:lnTo>
                    <a:pt x="0" y="121919"/>
                  </a:lnTo>
                  <a:lnTo>
                    <a:pt x="7620" y="121919"/>
                  </a:lnTo>
                  <a:lnTo>
                    <a:pt x="7620" y="115569"/>
                  </a:lnTo>
                  <a:close/>
                </a:path>
                <a:path w="7620" h="367029">
                  <a:moveTo>
                    <a:pt x="7620" y="121919"/>
                  </a:moveTo>
                  <a:lnTo>
                    <a:pt x="0" y="121919"/>
                  </a:lnTo>
                  <a:lnTo>
                    <a:pt x="0" y="128269"/>
                  </a:lnTo>
                  <a:lnTo>
                    <a:pt x="7620" y="128269"/>
                  </a:lnTo>
                  <a:lnTo>
                    <a:pt x="7620" y="121919"/>
                  </a:lnTo>
                  <a:close/>
                </a:path>
                <a:path w="7620" h="367029">
                  <a:moveTo>
                    <a:pt x="7620" y="128269"/>
                  </a:moveTo>
                  <a:lnTo>
                    <a:pt x="0" y="128269"/>
                  </a:lnTo>
                  <a:lnTo>
                    <a:pt x="0" y="133349"/>
                  </a:lnTo>
                  <a:lnTo>
                    <a:pt x="7620" y="133349"/>
                  </a:lnTo>
                  <a:lnTo>
                    <a:pt x="7620" y="128269"/>
                  </a:lnTo>
                  <a:close/>
                </a:path>
                <a:path w="7620" h="367029">
                  <a:moveTo>
                    <a:pt x="7620" y="133350"/>
                  </a:moveTo>
                  <a:lnTo>
                    <a:pt x="0" y="133350"/>
                  </a:lnTo>
                  <a:lnTo>
                    <a:pt x="0" y="160019"/>
                  </a:lnTo>
                  <a:lnTo>
                    <a:pt x="7620" y="160019"/>
                  </a:lnTo>
                  <a:lnTo>
                    <a:pt x="7620" y="133350"/>
                  </a:lnTo>
                  <a:close/>
                </a:path>
                <a:path w="7620" h="367029">
                  <a:moveTo>
                    <a:pt x="7620" y="160019"/>
                  </a:moveTo>
                  <a:lnTo>
                    <a:pt x="0" y="160019"/>
                  </a:lnTo>
                  <a:lnTo>
                    <a:pt x="0" y="217169"/>
                  </a:lnTo>
                  <a:lnTo>
                    <a:pt x="7620" y="217169"/>
                  </a:lnTo>
                  <a:lnTo>
                    <a:pt x="7620" y="160019"/>
                  </a:lnTo>
                  <a:close/>
                </a:path>
                <a:path w="7620" h="367029">
                  <a:moveTo>
                    <a:pt x="7620" y="217169"/>
                  </a:moveTo>
                  <a:lnTo>
                    <a:pt x="0" y="217169"/>
                  </a:lnTo>
                  <a:lnTo>
                    <a:pt x="0" y="223519"/>
                  </a:lnTo>
                  <a:lnTo>
                    <a:pt x="7620" y="223519"/>
                  </a:lnTo>
                  <a:lnTo>
                    <a:pt x="7620" y="217169"/>
                  </a:lnTo>
                  <a:close/>
                </a:path>
                <a:path w="7620" h="367029">
                  <a:moveTo>
                    <a:pt x="7620" y="223519"/>
                  </a:moveTo>
                  <a:lnTo>
                    <a:pt x="0" y="223519"/>
                  </a:lnTo>
                  <a:lnTo>
                    <a:pt x="0" y="228599"/>
                  </a:lnTo>
                  <a:lnTo>
                    <a:pt x="7620" y="228599"/>
                  </a:lnTo>
                  <a:lnTo>
                    <a:pt x="7620" y="223519"/>
                  </a:lnTo>
                  <a:close/>
                </a:path>
                <a:path w="7620" h="367029">
                  <a:moveTo>
                    <a:pt x="7620" y="228600"/>
                  </a:moveTo>
                  <a:lnTo>
                    <a:pt x="0" y="228600"/>
                  </a:lnTo>
                  <a:lnTo>
                    <a:pt x="0" y="236219"/>
                  </a:lnTo>
                  <a:lnTo>
                    <a:pt x="7620" y="236219"/>
                  </a:lnTo>
                  <a:lnTo>
                    <a:pt x="7620" y="228600"/>
                  </a:lnTo>
                  <a:close/>
                </a:path>
                <a:path w="7620" h="367029">
                  <a:moveTo>
                    <a:pt x="7620" y="236219"/>
                  </a:moveTo>
                  <a:lnTo>
                    <a:pt x="0" y="236219"/>
                  </a:lnTo>
                  <a:lnTo>
                    <a:pt x="0" y="242569"/>
                  </a:lnTo>
                  <a:lnTo>
                    <a:pt x="7620" y="242569"/>
                  </a:lnTo>
                  <a:lnTo>
                    <a:pt x="7620" y="236219"/>
                  </a:lnTo>
                  <a:close/>
                </a:path>
                <a:path w="7620" h="367029">
                  <a:moveTo>
                    <a:pt x="7620" y="242569"/>
                  </a:moveTo>
                  <a:lnTo>
                    <a:pt x="0" y="242569"/>
                  </a:lnTo>
                  <a:lnTo>
                    <a:pt x="0" y="248919"/>
                  </a:lnTo>
                  <a:lnTo>
                    <a:pt x="7620" y="248919"/>
                  </a:lnTo>
                  <a:lnTo>
                    <a:pt x="7620" y="242569"/>
                  </a:lnTo>
                  <a:close/>
                </a:path>
                <a:path w="7620" h="367029">
                  <a:moveTo>
                    <a:pt x="7620" y="248919"/>
                  </a:moveTo>
                  <a:lnTo>
                    <a:pt x="0" y="248919"/>
                  </a:lnTo>
                  <a:lnTo>
                    <a:pt x="0" y="261619"/>
                  </a:lnTo>
                  <a:lnTo>
                    <a:pt x="7620" y="261619"/>
                  </a:lnTo>
                  <a:lnTo>
                    <a:pt x="7620" y="248919"/>
                  </a:lnTo>
                  <a:close/>
                </a:path>
                <a:path w="7620" h="367029">
                  <a:moveTo>
                    <a:pt x="7620" y="261619"/>
                  </a:moveTo>
                  <a:lnTo>
                    <a:pt x="0" y="261619"/>
                  </a:lnTo>
                  <a:lnTo>
                    <a:pt x="0" y="267969"/>
                  </a:lnTo>
                  <a:lnTo>
                    <a:pt x="7620" y="267969"/>
                  </a:lnTo>
                  <a:lnTo>
                    <a:pt x="7620" y="261619"/>
                  </a:lnTo>
                  <a:close/>
                </a:path>
                <a:path w="7620" h="367029">
                  <a:moveTo>
                    <a:pt x="7620" y="267969"/>
                  </a:moveTo>
                  <a:lnTo>
                    <a:pt x="0" y="267969"/>
                  </a:lnTo>
                  <a:lnTo>
                    <a:pt x="0" y="273049"/>
                  </a:lnTo>
                  <a:lnTo>
                    <a:pt x="7620" y="273049"/>
                  </a:lnTo>
                  <a:lnTo>
                    <a:pt x="7620" y="267969"/>
                  </a:lnTo>
                  <a:close/>
                </a:path>
                <a:path w="7620" h="367029">
                  <a:moveTo>
                    <a:pt x="7620" y="273049"/>
                  </a:moveTo>
                  <a:lnTo>
                    <a:pt x="0" y="273049"/>
                  </a:lnTo>
                  <a:lnTo>
                    <a:pt x="0" y="275589"/>
                  </a:lnTo>
                  <a:lnTo>
                    <a:pt x="7620" y="275589"/>
                  </a:lnTo>
                  <a:lnTo>
                    <a:pt x="7620" y="273049"/>
                  </a:lnTo>
                  <a:close/>
                </a:path>
                <a:path w="7620" h="367029">
                  <a:moveTo>
                    <a:pt x="7620" y="275589"/>
                  </a:moveTo>
                  <a:lnTo>
                    <a:pt x="0" y="275589"/>
                  </a:lnTo>
                  <a:lnTo>
                    <a:pt x="0" y="281939"/>
                  </a:lnTo>
                  <a:lnTo>
                    <a:pt x="7620" y="281939"/>
                  </a:lnTo>
                  <a:lnTo>
                    <a:pt x="7620" y="275589"/>
                  </a:lnTo>
                  <a:close/>
                </a:path>
                <a:path w="7620" h="367029">
                  <a:moveTo>
                    <a:pt x="7620" y="281939"/>
                  </a:moveTo>
                  <a:lnTo>
                    <a:pt x="0" y="281939"/>
                  </a:lnTo>
                  <a:lnTo>
                    <a:pt x="0" y="285749"/>
                  </a:lnTo>
                  <a:lnTo>
                    <a:pt x="7620" y="285749"/>
                  </a:lnTo>
                  <a:lnTo>
                    <a:pt x="7620" y="281939"/>
                  </a:lnTo>
                  <a:close/>
                </a:path>
                <a:path w="7620" h="367029">
                  <a:moveTo>
                    <a:pt x="7620" y="285749"/>
                  </a:moveTo>
                  <a:lnTo>
                    <a:pt x="0" y="285749"/>
                  </a:lnTo>
                  <a:lnTo>
                    <a:pt x="0" y="292099"/>
                  </a:lnTo>
                  <a:lnTo>
                    <a:pt x="7620" y="292099"/>
                  </a:lnTo>
                  <a:lnTo>
                    <a:pt x="7620" y="285749"/>
                  </a:lnTo>
                  <a:close/>
                </a:path>
                <a:path w="7620" h="367029">
                  <a:moveTo>
                    <a:pt x="7620" y="292099"/>
                  </a:moveTo>
                  <a:lnTo>
                    <a:pt x="0" y="292099"/>
                  </a:lnTo>
                  <a:lnTo>
                    <a:pt x="0" y="294639"/>
                  </a:lnTo>
                  <a:lnTo>
                    <a:pt x="7620" y="294639"/>
                  </a:lnTo>
                  <a:lnTo>
                    <a:pt x="7620" y="292099"/>
                  </a:lnTo>
                  <a:close/>
                </a:path>
                <a:path w="7620" h="367029">
                  <a:moveTo>
                    <a:pt x="7620" y="294639"/>
                  </a:moveTo>
                  <a:lnTo>
                    <a:pt x="0" y="294639"/>
                  </a:lnTo>
                  <a:lnTo>
                    <a:pt x="0" y="298449"/>
                  </a:lnTo>
                  <a:lnTo>
                    <a:pt x="7620" y="298449"/>
                  </a:lnTo>
                  <a:lnTo>
                    <a:pt x="7620" y="294639"/>
                  </a:lnTo>
                  <a:close/>
                </a:path>
                <a:path w="7620" h="367029">
                  <a:moveTo>
                    <a:pt x="7620" y="298449"/>
                  </a:moveTo>
                  <a:lnTo>
                    <a:pt x="0" y="298449"/>
                  </a:lnTo>
                  <a:lnTo>
                    <a:pt x="0" y="300989"/>
                  </a:lnTo>
                  <a:lnTo>
                    <a:pt x="7620" y="300989"/>
                  </a:lnTo>
                  <a:lnTo>
                    <a:pt x="7620" y="298449"/>
                  </a:lnTo>
                  <a:close/>
                </a:path>
                <a:path w="7620" h="367029">
                  <a:moveTo>
                    <a:pt x="7620" y="300989"/>
                  </a:moveTo>
                  <a:lnTo>
                    <a:pt x="0" y="300989"/>
                  </a:lnTo>
                  <a:lnTo>
                    <a:pt x="0" y="304799"/>
                  </a:lnTo>
                  <a:lnTo>
                    <a:pt x="7620" y="304799"/>
                  </a:lnTo>
                  <a:lnTo>
                    <a:pt x="7620" y="300989"/>
                  </a:lnTo>
                  <a:close/>
                </a:path>
                <a:path w="7620" h="367029">
                  <a:moveTo>
                    <a:pt x="7620" y="304799"/>
                  </a:moveTo>
                  <a:lnTo>
                    <a:pt x="0" y="304799"/>
                  </a:lnTo>
                  <a:lnTo>
                    <a:pt x="0" y="307339"/>
                  </a:lnTo>
                  <a:lnTo>
                    <a:pt x="7620" y="307339"/>
                  </a:lnTo>
                  <a:lnTo>
                    <a:pt x="7620" y="304799"/>
                  </a:lnTo>
                  <a:close/>
                </a:path>
                <a:path w="7620" h="367029">
                  <a:moveTo>
                    <a:pt x="7620" y="307339"/>
                  </a:moveTo>
                  <a:lnTo>
                    <a:pt x="0" y="307339"/>
                  </a:lnTo>
                  <a:lnTo>
                    <a:pt x="0" y="313689"/>
                  </a:lnTo>
                  <a:lnTo>
                    <a:pt x="7620" y="313689"/>
                  </a:lnTo>
                  <a:lnTo>
                    <a:pt x="7620" y="307339"/>
                  </a:lnTo>
                  <a:close/>
                </a:path>
                <a:path w="7620" h="367029">
                  <a:moveTo>
                    <a:pt x="7620" y="313689"/>
                  </a:moveTo>
                  <a:lnTo>
                    <a:pt x="0" y="313689"/>
                  </a:lnTo>
                  <a:lnTo>
                    <a:pt x="0" y="317499"/>
                  </a:lnTo>
                  <a:lnTo>
                    <a:pt x="7620" y="317499"/>
                  </a:lnTo>
                  <a:lnTo>
                    <a:pt x="7620" y="313689"/>
                  </a:lnTo>
                  <a:close/>
                </a:path>
                <a:path w="7620" h="367029">
                  <a:moveTo>
                    <a:pt x="7620" y="317499"/>
                  </a:moveTo>
                  <a:lnTo>
                    <a:pt x="0" y="317499"/>
                  </a:lnTo>
                  <a:lnTo>
                    <a:pt x="0" y="320039"/>
                  </a:lnTo>
                  <a:lnTo>
                    <a:pt x="7620" y="320039"/>
                  </a:lnTo>
                  <a:lnTo>
                    <a:pt x="7620" y="317499"/>
                  </a:lnTo>
                  <a:close/>
                </a:path>
                <a:path w="7620" h="367029">
                  <a:moveTo>
                    <a:pt x="7620" y="320039"/>
                  </a:moveTo>
                  <a:lnTo>
                    <a:pt x="0" y="320039"/>
                  </a:lnTo>
                  <a:lnTo>
                    <a:pt x="0" y="323849"/>
                  </a:lnTo>
                  <a:lnTo>
                    <a:pt x="7620" y="323849"/>
                  </a:lnTo>
                  <a:lnTo>
                    <a:pt x="7620" y="320039"/>
                  </a:lnTo>
                  <a:close/>
                </a:path>
                <a:path w="7620" h="367029">
                  <a:moveTo>
                    <a:pt x="7620" y="323849"/>
                  </a:moveTo>
                  <a:lnTo>
                    <a:pt x="0" y="323849"/>
                  </a:lnTo>
                  <a:lnTo>
                    <a:pt x="0" y="326389"/>
                  </a:lnTo>
                  <a:lnTo>
                    <a:pt x="7620" y="326389"/>
                  </a:lnTo>
                  <a:lnTo>
                    <a:pt x="7620" y="323849"/>
                  </a:lnTo>
                  <a:close/>
                </a:path>
                <a:path w="7620" h="367029">
                  <a:moveTo>
                    <a:pt x="7620" y="326389"/>
                  </a:moveTo>
                  <a:lnTo>
                    <a:pt x="0" y="326389"/>
                  </a:lnTo>
                  <a:lnTo>
                    <a:pt x="0" y="330199"/>
                  </a:lnTo>
                  <a:lnTo>
                    <a:pt x="7620" y="330199"/>
                  </a:lnTo>
                  <a:lnTo>
                    <a:pt x="7620" y="326389"/>
                  </a:lnTo>
                  <a:close/>
                </a:path>
                <a:path w="7620" h="367029">
                  <a:moveTo>
                    <a:pt x="7620" y="330199"/>
                  </a:moveTo>
                  <a:lnTo>
                    <a:pt x="0" y="330199"/>
                  </a:lnTo>
                  <a:lnTo>
                    <a:pt x="0" y="332739"/>
                  </a:lnTo>
                  <a:lnTo>
                    <a:pt x="7620" y="332739"/>
                  </a:lnTo>
                  <a:lnTo>
                    <a:pt x="7620" y="330199"/>
                  </a:lnTo>
                  <a:close/>
                </a:path>
                <a:path w="7620" h="367029">
                  <a:moveTo>
                    <a:pt x="7620" y="332739"/>
                  </a:moveTo>
                  <a:lnTo>
                    <a:pt x="0" y="332739"/>
                  </a:lnTo>
                  <a:lnTo>
                    <a:pt x="0" y="336549"/>
                  </a:lnTo>
                  <a:lnTo>
                    <a:pt x="7620" y="336549"/>
                  </a:lnTo>
                  <a:lnTo>
                    <a:pt x="7620" y="332739"/>
                  </a:lnTo>
                  <a:close/>
                </a:path>
                <a:path w="7620" h="367029">
                  <a:moveTo>
                    <a:pt x="7620" y="336549"/>
                  </a:moveTo>
                  <a:lnTo>
                    <a:pt x="0" y="336549"/>
                  </a:lnTo>
                  <a:lnTo>
                    <a:pt x="0" y="339089"/>
                  </a:lnTo>
                  <a:lnTo>
                    <a:pt x="7620" y="339089"/>
                  </a:lnTo>
                  <a:lnTo>
                    <a:pt x="7620" y="336549"/>
                  </a:lnTo>
                  <a:close/>
                </a:path>
                <a:path w="7620" h="367029">
                  <a:moveTo>
                    <a:pt x="7620" y="339089"/>
                  </a:moveTo>
                  <a:lnTo>
                    <a:pt x="0" y="339089"/>
                  </a:lnTo>
                  <a:lnTo>
                    <a:pt x="0" y="342899"/>
                  </a:lnTo>
                  <a:lnTo>
                    <a:pt x="7620" y="342899"/>
                  </a:lnTo>
                  <a:lnTo>
                    <a:pt x="7620" y="339089"/>
                  </a:lnTo>
                  <a:close/>
                </a:path>
                <a:path w="7620" h="367029">
                  <a:moveTo>
                    <a:pt x="7620" y="342899"/>
                  </a:moveTo>
                  <a:lnTo>
                    <a:pt x="0" y="342899"/>
                  </a:lnTo>
                  <a:lnTo>
                    <a:pt x="0" y="345439"/>
                  </a:lnTo>
                  <a:lnTo>
                    <a:pt x="7620" y="345439"/>
                  </a:lnTo>
                  <a:lnTo>
                    <a:pt x="7620" y="342899"/>
                  </a:lnTo>
                  <a:close/>
                </a:path>
                <a:path w="7620" h="367029">
                  <a:moveTo>
                    <a:pt x="7620" y="345439"/>
                  </a:moveTo>
                  <a:lnTo>
                    <a:pt x="0" y="345439"/>
                  </a:lnTo>
                  <a:lnTo>
                    <a:pt x="0" y="349249"/>
                  </a:lnTo>
                  <a:lnTo>
                    <a:pt x="7620" y="349249"/>
                  </a:lnTo>
                  <a:lnTo>
                    <a:pt x="7620" y="345439"/>
                  </a:lnTo>
                  <a:close/>
                </a:path>
                <a:path w="7620" h="367029">
                  <a:moveTo>
                    <a:pt x="7620" y="349249"/>
                  </a:moveTo>
                  <a:lnTo>
                    <a:pt x="0" y="349249"/>
                  </a:lnTo>
                  <a:lnTo>
                    <a:pt x="0" y="351789"/>
                  </a:lnTo>
                  <a:lnTo>
                    <a:pt x="7620" y="351789"/>
                  </a:lnTo>
                  <a:lnTo>
                    <a:pt x="7620" y="349249"/>
                  </a:lnTo>
                  <a:close/>
                </a:path>
                <a:path w="7620" h="367029">
                  <a:moveTo>
                    <a:pt x="7620" y="351789"/>
                  </a:moveTo>
                  <a:lnTo>
                    <a:pt x="0" y="351789"/>
                  </a:lnTo>
                  <a:lnTo>
                    <a:pt x="0" y="355599"/>
                  </a:lnTo>
                  <a:lnTo>
                    <a:pt x="7620" y="355599"/>
                  </a:lnTo>
                  <a:lnTo>
                    <a:pt x="7620" y="351789"/>
                  </a:lnTo>
                  <a:close/>
                </a:path>
                <a:path w="7620" h="367029">
                  <a:moveTo>
                    <a:pt x="7620" y="355599"/>
                  </a:moveTo>
                  <a:lnTo>
                    <a:pt x="0" y="355599"/>
                  </a:lnTo>
                  <a:lnTo>
                    <a:pt x="0" y="358139"/>
                  </a:lnTo>
                  <a:lnTo>
                    <a:pt x="7620" y="358139"/>
                  </a:lnTo>
                  <a:lnTo>
                    <a:pt x="7620" y="355599"/>
                  </a:lnTo>
                  <a:close/>
                </a:path>
                <a:path w="7620" h="367029">
                  <a:moveTo>
                    <a:pt x="7620" y="358139"/>
                  </a:moveTo>
                  <a:lnTo>
                    <a:pt x="0" y="358139"/>
                  </a:lnTo>
                  <a:lnTo>
                    <a:pt x="0" y="361949"/>
                  </a:lnTo>
                  <a:lnTo>
                    <a:pt x="7620" y="361949"/>
                  </a:lnTo>
                  <a:lnTo>
                    <a:pt x="7620" y="358139"/>
                  </a:lnTo>
                  <a:close/>
                </a:path>
                <a:path w="7620" h="367029">
                  <a:moveTo>
                    <a:pt x="7620" y="361949"/>
                  </a:moveTo>
                  <a:lnTo>
                    <a:pt x="0" y="361949"/>
                  </a:lnTo>
                  <a:lnTo>
                    <a:pt x="0" y="364489"/>
                  </a:lnTo>
                  <a:lnTo>
                    <a:pt x="7620" y="364489"/>
                  </a:lnTo>
                  <a:lnTo>
                    <a:pt x="7620" y="361949"/>
                  </a:lnTo>
                  <a:close/>
                </a:path>
                <a:path w="7620" h="367029">
                  <a:moveTo>
                    <a:pt x="3810" y="364489"/>
                  </a:moveTo>
                  <a:lnTo>
                    <a:pt x="0" y="364489"/>
                  </a:lnTo>
                  <a:lnTo>
                    <a:pt x="0" y="367029"/>
                  </a:lnTo>
                  <a:lnTo>
                    <a:pt x="1270" y="367029"/>
                  </a:lnTo>
                  <a:lnTo>
                    <a:pt x="1270" y="365759"/>
                  </a:lnTo>
                  <a:lnTo>
                    <a:pt x="3810" y="365759"/>
                  </a:lnTo>
                  <a:lnTo>
                    <a:pt x="3810" y="364489"/>
                  </a:lnTo>
                  <a:close/>
                </a:path>
              </a:pathLst>
            </a:custGeom>
            <a:solidFill>
              <a:srgbClr val="A2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0" name="object 65">
              <a:extLst>
                <a:ext uri="{FF2B5EF4-FFF2-40B4-BE49-F238E27FC236}">
                  <a16:creationId xmlns:a16="http://schemas.microsoft.com/office/drawing/2014/main" id="{994C925E-B4D7-4FFF-86AA-274429D1DD3D}"/>
                </a:ext>
              </a:extLst>
            </p:cNvPr>
            <p:cNvSpPr/>
            <p:nvPr/>
          </p:nvSpPr>
          <p:spPr>
            <a:xfrm>
              <a:off x="4621530" y="4210685"/>
              <a:ext cx="7620" cy="369570"/>
            </a:xfrm>
            <a:custGeom>
              <a:avLst/>
              <a:gdLst/>
              <a:ahLst/>
              <a:cxnLst/>
              <a:rect l="l" t="t" r="r" b="b"/>
              <a:pathLst>
                <a:path w="7620" h="369570">
                  <a:moveTo>
                    <a:pt x="3810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7619" y="2539"/>
                  </a:lnTo>
                  <a:lnTo>
                    <a:pt x="7619" y="1269"/>
                  </a:lnTo>
                  <a:lnTo>
                    <a:pt x="3810" y="1269"/>
                  </a:lnTo>
                  <a:lnTo>
                    <a:pt x="3810" y="0"/>
                  </a:lnTo>
                  <a:close/>
                </a:path>
                <a:path w="7620" h="369570">
                  <a:moveTo>
                    <a:pt x="7619" y="2540"/>
                  </a:moveTo>
                  <a:lnTo>
                    <a:pt x="0" y="2540"/>
                  </a:lnTo>
                  <a:lnTo>
                    <a:pt x="0" y="8889"/>
                  </a:lnTo>
                  <a:lnTo>
                    <a:pt x="7619" y="8889"/>
                  </a:lnTo>
                  <a:lnTo>
                    <a:pt x="7619" y="2540"/>
                  </a:lnTo>
                  <a:close/>
                </a:path>
                <a:path w="7620" h="369570">
                  <a:moveTo>
                    <a:pt x="7619" y="8890"/>
                  </a:moveTo>
                  <a:lnTo>
                    <a:pt x="0" y="8890"/>
                  </a:lnTo>
                  <a:lnTo>
                    <a:pt x="0" y="15239"/>
                  </a:lnTo>
                  <a:lnTo>
                    <a:pt x="7619" y="15239"/>
                  </a:lnTo>
                  <a:lnTo>
                    <a:pt x="7619" y="8890"/>
                  </a:lnTo>
                  <a:close/>
                </a:path>
                <a:path w="7620" h="369570">
                  <a:moveTo>
                    <a:pt x="7619" y="15240"/>
                  </a:moveTo>
                  <a:lnTo>
                    <a:pt x="0" y="15240"/>
                  </a:lnTo>
                  <a:lnTo>
                    <a:pt x="0" y="21589"/>
                  </a:lnTo>
                  <a:lnTo>
                    <a:pt x="7619" y="21589"/>
                  </a:lnTo>
                  <a:lnTo>
                    <a:pt x="7619" y="15240"/>
                  </a:lnTo>
                  <a:close/>
                </a:path>
                <a:path w="7620" h="369570">
                  <a:moveTo>
                    <a:pt x="7619" y="21590"/>
                  </a:moveTo>
                  <a:lnTo>
                    <a:pt x="0" y="21590"/>
                  </a:lnTo>
                  <a:lnTo>
                    <a:pt x="0" y="27939"/>
                  </a:lnTo>
                  <a:lnTo>
                    <a:pt x="7619" y="27939"/>
                  </a:lnTo>
                  <a:lnTo>
                    <a:pt x="7619" y="21590"/>
                  </a:lnTo>
                  <a:close/>
                </a:path>
                <a:path w="7620" h="369570">
                  <a:moveTo>
                    <a:pt x="7619" y="27940"/>
                  </a:moveTo>
                  <a:lnTo>
                    <a:pt x="0" y="27940"/>
                  </a:lnTo>
                  <a:lnTo>
                    <a:pt x="0" y="34289"/>
                  </a:lnTo>
                  <a:lnTo>
                    <a:pt x="7619" y="34289"/>
                  </a:lnTo>
                  <a:lnTo>
                    <a:pt x="7619" y="27940"/>
                  </a:lnTo>
                  <a:close/>
                </a:path>
                <a:path w="7620" h="369570">
                  <a:moveTo>
                    <a:pt x="7619" y="34290"/>
                  </a:moveTo>
                  <a:lnTo>
                    <a:pt x="0" y="34290"/>
                  </a:lnTo>
                  <a:lnTo>
                    <a:pt x="0" y="40639"/>
                  </a:lnTo>
                  <a:lnTo>
                    <a:pt x="7619" y="40639"/>
                  </a:lnTo>
                  <a:lnTo>
                    <a:pt x="7619" y="34290"/>
                  </a:lnTo>
                  <a:close/>
                </a:path>
                <a:path w="7620" h="369570">
                  <a:moveTo>
                    <a:pt x="7619" y="40640"/>
                  </a:moveTo>
                  <a:lnTo>
                    <a:pt x="0" y="40640"/>
                  </a:lnTo>
                  <a:lnTo>
                    <a:pt x="0" y="46989"/>
                  </a:lnTo>
                  <a:lnTo>
                    <a:pt x="7619" y="46989"/>
                  </a:lnTo>
                  <a:lnTo>
                    <a:pt x="7619" y="40640"/>
                  </a:lnTo>
                  <a:close/>
                </a:path>
                <a:path w="7620" h="369570">
                  <a:moveTo>
                    <a:pt x="7619" y="46990"/>
                  </a:moveTo>
                  <a:lnTo>
                    <a:pt x="0" y="46990"/>
                  </a:lnTo>
                  <a:lnTo>
                    <a:pt x="0" y="53339"/>
                  </a:lnTo>
                  <a:lnTo>
                    <a:pt x="7619" y="53339"/>
                  </a:lnTo>
                  <a:lnTo>
                    <a:pt x="7619" y="46990"/>
                  </a:lnTo>
                  <a:close/>
                </a:path>
                <a:path w="7620" h="369570">
                  <a:moveTo>
                    <a:pt x="7619" y="53340"/>
                  </a:moveTo>
                  <a:lnTo>
                    <a:pt x="0" y="53340"/>
                  </a:lnTo>
                  <a:lnTo>
                    <a:pt x="0" y="59689"/>
                  </a:lnTo>
                  <a:lnTo>
                    <a:pt x="7619" y="59689"/>
                  </a:lnTo>
                  <a:lnTo>
                    <a:pt x="7619" y="53340"/>
                  </a:lnTo>
                  <a:close/>
                </a:path>
                <a:path w="7620" h="369570">
                  <a:moveTo>
                    <a:pt x="7619" y="59690"/>
                  </a:moveTo>
                  <a:lnTo>
                    <a:pt x="0" y="59690"/>
                  </a:lnTo>
                  <a:lnTo>
                    <a:pt x="0" y="66039"/>
                  </a:lnTo>
                  <a:lnTo>
                    <a:pt x="7619" y="66039"/>
                  </a:lnTo>
                  <a:lnTo>
                    <a:pt x="7619" y="59690"/>
                  </a:lnTo>
                  <a:close/>
                </a:path>
                <a:path w="7620" h="369570">
                  <a:moveTo>
                    <a:pt x="7619" y="66040"/>
                  </a:moveTo>
                  <a:lnTo>
                    <a:pt x="0" y="66040"/>
                  </a:lnTo>
                  <a:lnTo>
                    <a:pt x="0" y="72389"/>
                  </a:lnTo>
                  <a:lnTo>
                    <a:pt x="7619" y="72389"/>
                  </a:lnTo>
                  <a:lnTo>
                    <a:pt x="7619" y="66040"/>
                  </a:lnTo>
                  <a:close/>
                </a:path>
                <a:path w="7620" h="369570">
                  <a:moveTo>
                    <a:pt x="7619" y="72390"/>
                  </a:moveTo>
                  <a:lnTo>
                    <a:pt x="0" y="72390"/>
                  </a:lnTo>
                  <a:lnTo>
                    <a:pt x="0" y="78739"/>
                  </a:lnTo>
                  <a:lnTo>
                    <a:pt x="7619" y="78739"/>
                  </a:lnTo>
                  <a:lnTo>
                    <a:pt x="7619" y="72390"/>
                  </a:lnTo>
                  <a:close/>
                </a:path>
                <a:path w="7620" h="369570">
                  <a:moveTo>
                    <a:pt x="7619" y="78740"/>
                  </a:moveTo>
                  <a:lnTo>
                    <a:pt x="0" y="78740"/>
                  </a:lnTo>
                  <a:lnTo>
                    <a:pt x="0" y="85089"/>
                  </a:lnTo>
                  <a:lnTo>
                    <a:pt x="7619" y="85089"/>
                  </a:lnTo>
                  <a:lnTo>
                    <a:pt x="7619" y="78740"/>
                  </a:lnTo>
                  <a:close/>
                </a:path>
                <a:path w="7620" h="369570">
                  <a:moveTo>
                    <a:pt x="7619" y="85090"/>
                  </a:moveTo>
                  <a:lnTo>
                    <a:pt x="0" y="85090"/>
                  </a:lnTo>
                  <a:lnTo>
                    <a:pt x="0" y="90169"/>
                  </a:lnTo>
                  <a:lnTo>
                    <a:pt x="7619" y="90169"/>
                  </a:lnTo>
                  <a:lnTo>
                    <a:pt x="7619" y="85090"/>
                  </a:lnTo>
                  <a:close/>
                </a:path>
                <a:path w="7620" h="369570">
                  <a:moveTo>
                    <a:pt x="7619" y="90170"/>
                  </a:moveTo>
                  <a:lnTo>
                    <a:pt x="0" y="90170"/>
                  </a:lnTo>
                  <a:lnTo>
                    <a:pt x="0" y="97789"/>
                  </a:lnTo>
                  <a:lnTo>
                    <a:pt x="7619" y="97789"/>
                  </a:lnTo>
                  <a:lnTo>
                    <a:pt x="7619" y="90170"/>
                  </a:lnTo>
                  <a:close/>
                </a:path>
                <a:path w="7620" h="369570">
                  <a:moveTo>
                    <a:pt x="7619" y="97790"/>
                  </a:moveTo>
                  <a:lnTo>
                    <a:pt x="0" y="97790"/>
                  </a:lnTo>
                  <a:lnTo>
                    <a:pt x="0" y="102869"/>
                  </a:lnTo>
                  <a:lnTo>
                    <a:pt x="7619" y="102869"/>
                  </a:lnTo>
                  <a:lnTo>
                    <a:pt x="7619" y="97790"/>
                  </a:lnTo>
                  <a:close/>
                </a:path>
                <a:path w="7620" h="369570">
                  <a:moveTo>
                    <a:pt x="7619" y="102870"/>
                  </a:moveTo>
                  <a:lnTo>
                    <a:pt x="0" y="102870"/>
                  </a:lnTo>
                  <a:lnTo>
                    <a:pt x="0" y="116839"/>
                  </a:lnTo>
                  <a:lnTo>
                    <a:pt x="7619" y="116839"/>
                  </a:lnTo>
                  <a:lnTo>
                    <a:pt x="7619" y="102870"/>
                  </a:lnTo>
                  <a:close/>
                </a:path>
                <a:path w="7620" h="369570">
                  <a:moveTo>
                    <a:pt x="7619" y="116840"/>
                  </a:moveTo>
                  <a:lnTo>
                    <a:pt x="0" y="116840"/>
                  </a:lnTo>
                  <a:lnTo>
                    <a:pt x="0" y="123189"/>
                  </a:lnTo>
                  <a:lnTo>
                    <a:pt x="7619" y="123189"/>
                  </a:lnTo>
                  <a:lnTo>
                    <a:pt x="7619" y="116840"/>
                  </a:lnTo>
                  <a:close/>
                </a:path>
                <a:path w="7620" h="369570">
                  <a:moveTo>
                    <a:pt x="7619" y="123190"/>
                  </a:moveTo>
                  <a:lnTo>
                    <a:pt x="0" y="123190"/>
                  </a:lnTo>
                  <a:lnTo>
                    <a:pt x="0" y="129539"/>
                  </a:lnTo>
                  <a:lnTo>
                    <a:pt x="7619" y="129539"/>
                  </a:lnTo>
                  <a:lnTo>
                    <a:pt x="7619" y="123190"/>
                  </a:lnTo>
                  <a:close/>
                </a:path>
                <a:path w="7620" h="369570">
                  <a:moveTo>
                    <a:pt x="7619" y="129540"/>
                  </a:moveTo>
                  <a:lnTo>
                    <a:pt x="0" y="129540"/>
                  </a:lnTo>
                  <a:lnTo>
                    <a:pt x="0" y="134619"/>
                  </a:lnTo>
                  <a:lnTo>
                    <a:pt x="7619" y="134619"/>
                  </a:lnTo>
                  <a:lnTo>
                    <a:pt x="7619" y="129540"/>
                  </a:lnTo>
                  <a:close/>
                </a:path>
                <a:path w="7620" h="369570">
                  <a:moveTo>
                    <a:pt x="7619" y="134620"/>
                  </a:moveTo>
                  <a:lnTo>
                    <a:pt x="0" y="134620"/>
                  </a:lnTo>
                  <a:lnTo>
                    <a:pt x="0" y="161289"/>
                  </a:lnTo>
                  <a:lnTo>
                    <a:pt x="7619" y="161289"/>
                  </a:lnTo>
                  <a:lnTo>
                    <a:pt x="7619" y="134620"/>
                  </a:lnTo>
                  <a:close/>
                </a:path>
                <a:path w="7620" h="369570">
                  <a:moveTo>
                    <a:pt x="7619" y="161290"/>
                  </a:moveTo>
                  <a:lnTo>
                    <a:pt x="0" y="161290"/>
                  </a:lnTo>
                  <a:lnTo>
                    <a:pt x="0" y="218439"/>
                  </a:lnTo>
                  <a:lnTo>
                    <a:pt x="7619" y="218439"/>
                  </a:lnTo>
                  <a:lnTo>
                    <a:pt x="7619" y="161290"/>
                  </a:lnTo>
                  <a:close/>
                </a:path>
                <a:path w="7620" h="369570">
                  <a:moveTo>
                    <a:pt x="7619" y="218440"/>
                  </a:moveTo>
                  <a:lnTo>
                    <a:pt x="0" y="218440"/>
                  </a:lnTo>
                  <a:lnTo>
                    <a:pt x="0" y="224789"/>
                  </a:lnTo>
                  <a:lnTo>
                    <a:pt x="7619" y="224789"/>
                  </a:lnTo>
                  <a:lnTo>
                    <a:pt x="7619" y="218440"/>
                  </a:lnTo>
                  <a:close/>
                </a:path>
                <a:path w="7620" h="369570">
                  <a:moveTo>
                    <a:pt x="7619" y="224790"/>
                  </a:moveTo>
                  <a:lnTo>
                    <a:pt x="0" y="224790"/>
                  </a:lnTo>
                  <a:lnTo>
                    <a:pt x="0" y="229869"/>
                  </a:lnTo>
                  <a:lnTo>
                    <a:pt x="7619" y="229869"/>
                  </a:lnTo>
                  <a:lnTo>
                    <a:pt x="7619" y="224790"/>
                  </a:lnTo>
                  <a:close/>
                </a:path>
                <a:path w="7620" h="369570">
                  <a:moveTo>
                    <a:pt x="7619" y="229870"/>
                  </a:moveTo>
                  <a:lnTo>
                    <a:pt x="0" y="229870"/>
                  </a:lnTo>
                  <a:lnTo>
                    <a:pt x="0" y="237489"/>
                  </a:lnTo>
                  <a:lnTo>
                    <a:pt x="7619" y="237489"/>
                  </a:lnTo>
                  <a:lnTo>
                    <a:pt x="7619" y="229870"/>
                  </a:lnTo>
                  <a:close/>
                </a:path>
                <a:path w="7620" h="369570">
                  <a:moveTo>
                    <a:pt x="7619" y="237490"/>
                  </a:moveTo>
                  <a:lnTo>
                    <a:pt x="0" y="237490"/>
                  </a:lnTo>
                  <a:lnTo>
                    <a:pt x="0" y="243839"/>
                  </a:lnTo>
                  <a:lnTo>
                    <a:pt x="7619" y="243839"/>
                  </a:lnTo>
                  <a:lnTo>
                    <a:pt x="7619" y="237490"/>
                  </a:lnTo>
                  <a:close/>
                </a:path>
                <a:path w="7620" h="369570">
                  <a:moveTo>
                    <a:pt x="7619" y="243840"/>
                  </a:moveTo>
                  <a:lnTo>
                    <a:pt x="0" y="243840"/>
                  </a:lnTo>
                  <a:lnTo>
                    <a:pt x="0" y="250189"/>
                  </a:lnTo>
                  <a:lnTo>
                    <a:pt x="7619" y="250189"/>
                  </a:lnTo>
                  <a:lnTo>
                    <a:pt x="7619" y="243840"/>
                  </a:lnTo>
                  <a:close/>
                </a:path>
                <a:path w="7620" h="369570">
                  <a:moveTo>
                    <a:pt x="7619" y="250190"/>
                  </a:moveTo>
                  <a:lnTo>
                    <a:pt x="0" y="250190"/>
                  </a:lnTo>
                  <a:lnTo>
                    <a:pt x="0" y="262889"/>
                  </a:lnTo>
                  <a:lnTo>
                    <a:pt x="7619" y="262889"/>
                  </a:lnTo>
                  <a:lnTo>
                    <a:pt x="7619" y="250190"/>
                  </a:lnTo>
                  <a:close/>
                </a:path>
                <a:path w="7620" h="369570">
                  <a:moveTo>
                    <a:pt x="7619" y="262890"/>
                  </a:moveTo>
                  <a:lnTo>
                    <a:pt x="0" y="262890"/>
                  </a:lnTo>
                  <a:lnTo>
                    <a:pt x="0" y="269239"/>
                  </a:lnTo>
                  <a:lnTo>
                    <a:pt x="7619" y="269239"/>
                  </a:lnTo>
                  <a:lnTo>
                    <a:pt x="7619" y="262890"/>
                  </a:lnTo>
                  <a:close/>
                </a:path>
                <a:path w="7620" h="369570">
                  <a:moveTo>
                    <a:pt x="7619" y="269240"/>
                  </a:moveTo>
                  <a:lnTo>
                    <a:pt x="0" y="269240"/>
                  </a:lnTo>
                  <a:lnTo>
                    <a:pt x="0" y="274319"/>
                  </a:lnTo>
                  <a:lnTo>
                    <a:pt x="7619" y="274319"/>
                  </a:lnTo>
                  <a:lnTo>
                    <a:pt x="7619" y="269240"/>
                  </a:lnTo>
                  <a:close/>
                </a:path>
                <a:path w="7620" h="369570">
                  <a:moveTo>
                    <a:pt x="7619" y="274320"/>
                  </a:moveTo>
                  <a:lnTo>
                    <a:pt x="0" y="274320"/>
                  </a:lnTo>
                  <a:lnTo>
                    <a:pt x="0" y="276859"/>
                  </a:lnTo>
                  <a:lnTo>
                    <a:pt x="7619" y="276859"/>
                  </a:lnTo>
                  <a:lnTo>
                    <a:pt x="7619" y="274320"/>
                  </a:lnTo>
                  <a:close/>
                </a:path>
                <a:path w="7620" h="369570">
                  <a:moveTo>
                    <a:pt x="7619" y="276860"/>
                  </a:moveTo>
                  <a:lnTo>
                    <a:pt x="0" y="276860"/>
                  </a:lnTo>
                  <a:lnTo>
                    <a:pt x="0" y="283209"/>
                  </a:lnTo>
                  <a:lnTo>
                    <a:pt x="7619" y="283209"/>
                  </a:lnTo>
                  <a:lnTo>
                    <a:pt x="7619" y="276860"/>
                  </a:lnTo>
                  <a:close/>
                </a:path>
                <a:path w="7620" h="369570">
                  <a:moveTo>
                    <a:pt x="7619" y="283210"/>
                  </a:moveTo>
                  <a:lnTo>
                    <a:pt x="0" y="283210"/>
                  </a:lnTo>
                  <a:lnTo>
                    <a:pt x="0" y="287019"/>
                  </a:lnTo>
                  <a:lnTo>
                    <a:pt x="7619" y="287019"/>
                  </a:lnTo>
                  <a:lnTo>
                    <a:pt x="7619" y="283210"/>
                  </a:lnTo>
                  <a:close/>
                </a:path>
                <a:path w="7620" h="369570">
                  <a:moveTo>
                    <a:pt x="7619" y="287020"/>
                  </a:moveTo>
                  <a:lnTo>
                    <a:pt x="0" y="287020"/>
                  </a:lnTo>
                  <a:lnTo>
                    <a:pt x="0" y="293369"/>
                  </a:lnTo>
                  <a:lnTo>
                    <a:pt x="7619" y="293369"/>
                  </a:lnTo>
                  <a:lnTo>
                    <a:pt x="7619" y="287020"/>
                  </a:lnTo>
                  <a:close/>
                </a:path>
                <a:path w="7620" h="369570">
                  <a:moveTo>
                    <a:pt x="7619" y="293370"/>
                  </a:moveTo>
                  <a:lnTo>
                    <a:pt x="0" y="293370"/>
                  </a:lnTo>
                  <a:lnTo>
                    <a:pt x="0" y="295909"/>
                  </a:lnTo>
                  <a:lnTo>
                    <a:pt x="7619" y="295909"/>
                  </a:lnTo>
                  <a:lnTo>
                    <a:pt x="7619" y="293370"/>
                  </a:lnTo>
                  <a:close/>
                </a:path>
                <a:path w="7620" h="369570">
                  <a:moveTo>
                    <a:pt x="7619" y="295910"/>
                  </a:moveTo>
                  <a:lnTo>
                    <a:pt x="0" y="295910"/>
                  </a:lnTo>
                  <a:lnTo>
                    <a:pt x="0" y="299719"/>
                  </a:lnTo>
                  <a:lnTo>
                    <a:pt x="7619" y="299719"/>
                  </a:lnTo>
                  <a:lnTo>
                    <a:pt x="7619" y="295910"/>
                  </a:lnTo>
                  <a:close/>
                </a:path>
                <a:path w="7620" h="369570">
                  <a:moveTo>
                    <a:pt x="7619" y="299720"/>
                  </a:moveTo>
                  <a:lnTo>
                    <a:pt x="0" y="299720"/>
                  </a:lnTo>
                  <a:lnTo>
                    <a:pt x="0" y="302259"/>
                  </a:lnTo>
                  <a:lnTo>
                    <a:pt x="7619" y="302259"/>
                  </a:lnTo>
                  <a:lnTo>
                    <a:pt x="7619" y="299720"/>
                  </a:lnTo>
                  <a:close/>
                </a:path>
                <a:path w="7620" h="369570">
                  <a:moveTo>
                    <a:pt x="7619" y="302260"/>
                  </a:moveTo>
                  <a:lnTo>
                    <a:pt x="0" y="302260"/>
                  </a:lnTo>
                  <a:lnTo>
                    <a:pt x="0" y="306069"/>
                  </a:lnTo>
                  <a:lnTo>
                    <a:pt x="7619" y="306069"/>
                  </a:lnTo>
                  <a:lnTo>
                    <a:pt x="7619" y="302260"/>
                  </a:lnTo>
                  <a:close/>
                </a:path>
                <a:path w="7620" h="369570">
                  <a:moveTo>
                    <a:pt x="7619" y="306070"/>
                  </a:moveTo>
                  <a:lnTo>
                    <a:pt x="0" y="306070"/>
                  </a:lnTo>
                  <a:lnTo>
                    <a:pt x="0" y="308609"/>
                  </a:lnTo>
                  <a:lnTo>
                    <a:pt x="7619" y="308609"/>
                  </a:lnTo>
                  <a:lnTo>
                    <a:pt x="7619" y="306070"/>
                  </a:lnTo>
                  <a:close/>
                </a:path>
                <a:path w="7620" h="369570">
                  <a:moveTo>
                    <a:pt x="7619" y="308610"/>
                  </a:moveTo>
                  <a:lnTo>
                    <a:pt x="0" y="308610"/>
                  </a:lnTo>
                  <a:lnTo>
                    <a:pt x="0" y="314959"/>
                  </a:lnTo>
                  <a:lnTo>
                    <a:pt x="7619" y="314959"/>
                  </a:lnTo>
                  <a:lnTo>
                    <a:pt x="7619" y="308610"/>
                  </a:lnTo>
                  <a:close/>
                </a:path>
                <a:path w="7620" h="369570">
                  <a:moveTo>
                    <a:pt x="7619" y="314960"/>
                  </a:moveTo>
                  <a:lnTo>
                    <a:pt x="0" y="314960"/>
                  </a:lnTo>
                  <a:lnTo>
                    <a:pt x="0" y="318769"/>
                  </a:lnTo>
                  <a:lnTo>
                    <a:pt x="7619" y="318769"/>
                  </a:lnTo>
                  <a:lnTo>
                    <a:pt x="7619" y="314960"/>
                  </a:lnTo>
                  <a:close/>
                </a:path>
                <a:path w="7620" h="369570">
                  <a:moveTo>
                    <a:pt x="7619" y="318770"/>
                  </a:moveTo>
                  <a:lnTo>
                    <a:pt x="0" y="318770"/>
                  </a:lnTo>
                  <a:lnTo>
                    <a:pt x="0" y="321309"/>
                  </a:lnTo>
                  <a:lnTo>
                    <a:pt x="7619" y="321309"/>
                  </a:lnTo>
                  <a:lnTo>
                    <a:pt x="7619" y="318770"/>
                  </a:lnTo>
                  <a:close/>
                </a:path>
                <a:path w="7620" h="369570">
                  <a:moveTo>
                    <a:pt x="7619" y="321310"/>
                  </a:moveTo>
                  <a:lnTo>
                    <a:pt x="0" y="321310"/>
                  </a:lnTo>
                  <a:lnTo>
                    <a:pt x="0" y="325119"/>
                  </a:lnTo>
                  <a:lnTo>
                    <a:pt x="7619" y="325119"/>
                  </a:lnTo>
                  <a:lnTo>
                    <a:pt x="7619" y="321310"/>
                  </a:lnTo>
                  <a:close/>
                </a:path>
                <a:path w="7620" h="369570">
                  <a:moveTo>
                    <a:pt x="7619" y="325120"/>
                  </a:moveTo>
                  <a:lnTo>
                    <a:pt x="0" y="325120"/>
                  </a:lnTo>
                  <a:lnTo>
                    <a:pt x="0" y="327659"/>
                  </a:lnTo>
                  <a:lnTo>
                    <a:pt x="7619" y="327659"/>
                  </a:lnTo>
                  <a:lnTo>
                    <a:pt x="7619" y="325120"/>
                  </a:lnTo>
                  <a:close/>
                </a:path>
                <a:path w="7620" h="369570">
                  <a:moveTo>
                    <a:pt x="7619" y="327660"/>
                  </a:moveTo>
                  <a:lnTo>
                    <a:pt x="0" y="327660"/>
                  </a:lnTo>
                  <a:lnTo>
                    <a:pt x="0" y="331469"/>
                  </a:lnTo>
                  <a:lnTo>
                    <a:pt x="7619" y="331469"/>
                  </a:lnTo>
                  <a:lnTo>
                    <a:pt x="7619" y="327660"/>
                  </a:lnTo>
                  <a:close/>
                </a:path>
                <a:path w="7620" h="369570">
                  <a:moveTo>
                    <a:pt x="7619" y="331470"/>
                  </a:moveTo>
                  <a:lnTo>
                    <a:pt x="0" y="331470"/>
                  </a:lnTo>
                  <a:lnTo>
                    <a:pt x="0" y="334009"/>
                  </a:lnTo>
                  <a:lnTo>
                    <a:pt x="7619" y="334009"/>
                  </a:lnTo>
                  <a:lnTo>
                    <a:pt x="7619" y="331470"/>
                  </a:lnTo>
                  <a:close/>
                </a:path>
                <a:path w="7620" h="369570">
                  <a:moveTo>
                    <a:pt x="7619" y="334010"/>
                  </a:moveTo>
                  <a:lnTo>
                    <a:pt x="0" y="334010"/>
                  </a:lnTo>
                  <a:lnTo>
                    <a:pt x="0" y="337819"/>
                  </a:lnTo>
                  <a:lnTo>
                    <a:pt x="7619" y="337819"/>
                  </a:lnTo>
                  <a:lnTo>
                    <a:pt x="7619" y="334010"/>
                  </a:lnTo>
                  <a:close/>
                </a:path>
                <a:path w="7620" h="369570">
                  <a:moveTo>
                    <a:pt x="7619" y="337820"/>
                  </a:moveTo>
                  <a:lnTo>
                    <a:pt x="0" y="337820"/>
                  </a:lnTo>
                  <a:lnTo>
                    <a:pt x="0" y="340359"/>
                  </a:lnTo>
                  <a:lnTo>
                    <a:pt x="7619" y="340359"/>
                  </a:lnTo>
                  <a:lnTo>
                    <a:pt x="7619" y="337820"/>
                  </a:lnTo>
                  <a:close/>
                </a:path>
                <a:path w="7620" h="369570">
                  <a:moveTo>
                    <a:pt x="7619" y="340360"/>
                  </a:moveTo>
                  <a:lnTo>
                    <a:pt x="0" y="340360"/>
                  </a:lnTo>
                  <a:lnTo>
                    <a:pt x="0" y="344169"/>
                  </a:lnTo>
                  <a:lnTo>
                    <a:pt x="7619" y="344169"/>
                  </a:lnTo>
                  <a:lnTo>
                    <a:pt x="7619" y="340360"/>
                  </a:lnTo>
                  <a:close/>
                </a:path>
                <a:path w="7620" h="369570">
                  <a:moveTo>
                    <a:pt x="7619" y="344170"/>
                  </a:moveTo>
                  <a:lnTo>
                    <a:pt x="0" y="344170"/>
                  </a:lnTo>
                  <a:lnTo>
                    <a:pt x="0" y="346709"/>
                  </a:lnTo>
                  <a:lnTo>
                    <a:pt x="7619" y="346709"/>
                  </a:lnTo>
                  <a:lnTo>
                    <a:pt x="7619" y="344170"/>
                  </a:lnTo>
                  <a:close/>
                </a:path>
                <a:path w="7620" h="369570">
                  <a:moveTo>
                    <a:pt x="7619" y="346710"/>
                  </a:moveTo>
                  <a:lnTo>
                    <a:pt x="0" y="346710"/>
                  </a:lnTo>
                  <a:lnTo>
                    <a:pt x="0" y="350519"/>
                  </a:lnTo>
                  <a:lnTo>
                    <a:pt x="7619" y="350519"/>
                  </a:lnTo>
                  <a:lnTo>
                    <a:pt x="7619" y="346710"/>
                  </a:lnTo>
                  <a:close/>
                </a:path>
                <a:path w="7620" h="369570">
                  <a:moveTo>
                    <a:pt x="7619" y="350520"/>
                  </a:moveTo>
                  <a:lnTo>
                    <a:pt x="0" y="350520"/>
                  </a:lnTo>
                  <a:lnTo>
                    <a:pt x="0" y="353059"/>
                  </a:lnTo>
                  <a:lnTo>
                    <a:pt x="7619" y="353059"/>
                  </a:lnTo>
                  <a:lnTo>
                    <a:pt x="7619" y="350520"/>
                  </a:lnTo>
                  <a:close/>
                </a:path>
                <a:path w="7620" h="369570">
                  <a:moveTo>
                    <a:pt x="7619" y="353060"/>
                  </a:moveTo>
                  <a:lnTo>
                    <a:pt x="0" y="353060"/>
                  </a:lnTo>
                  <a:lnTo>
                    <a:pt x="0" y="356869"/>
                  </a:lnTo>
                  <a:lnTo>
                    <a:pt x="7619" y="356869"/>
                  </a:lnTo>
                  <a:lnTo>
                    <a:pt x="7619" y="353060"/>
                  </a:lnTo>
                  <a:close/>
                </a:path>
                <a:path w="7620" h="369570">
                  <a:moveTo>
                    <a:pt x="7619" y="356870"/>
                  </a:moveTo>
                  <a:lnTo>
                    <a:pt x="0" y="356870"/>
                  </a:lnTo>
                  <a:lnTo>
                    <a:pt x="0" y="359409"/>
                  </a:lnTo>
                  <a:lnTo>
                    <a:pt x="7619" y="359409"/>
                  </a:lnTo>
                  <a:lnTo>
                    <a:pt x="7619" y="356870"/>
                  </a:lnTo>
                  <a:close/>
                </a:path>
                <a:path w="7620" h="369570">
                  <a:moveTo>
                    <a:pt x="7619" y="359410"/>
                  </a:moveTo>
                  <a:lnTo>
                    <a:pt x="0" y="359410"/>
                  </a:lnTo>
                  <a:lnTo>
                    <a:pt x="0" y="363219"/>
                  </a:lnTo>
                  <a:lnTo>
                    <a:pt x="7619" y="363219"/>
                  </a:lnTo>
                  <a:lnTo>
                    <a:pt x="7619" y="359410"/>
                  </a:lnTo>
                  <a:close/>
                </a:path>
                <a:path w="7620" h="369570">
                  <a:moveTo>
                    <a:pt x="7619" y="363220"/>
                  </a:moveTo>
                  <a:lnTo>
                    <a:pt x="0" y="363220"/>
                  </a:lnTo>
                  <a:lnTo>
                    <a:pt x="0" y="365759"/>
                  </a:lnTo>
                  <a:lnTo>
                    <a:pt x="7619" y="365759"/>
                  </a:lnTo>
                  <a:lnTo>
                    <a:pt x="7619" y="363220"/>
                  </a:lnTo>
                  <a:close/>
                </a:path>
                <a:path w="7620" h="369570">
                  <a:moveTo>
                    <a:pt x="7619" y="365760"/>
                  </a:moveTo>
                  <a:lnTo>
                    <a:pt x="0" y="365760"/>
                  </a:lnTo>
                  <a:lnTo>
                    <a:pt x="0" y="369569"/>
                  </a:lnTo>
                  <a:lnTo>
                    <a:pt x="3809" y="369569"/>
                  </a:lnTo>
                  <a:lnTo>
                    <a:pt x="3809" y="368300"/>
                  </a:lnTo>
                  <a:lnTo>
                    <a:pt x="7619" y="368300"/>
                  </a:lnTo>
                  <a:lnTo>
                    <a:pt x="7619" y="365760"/>
                  </a:lnTo>
                  <a:close/>
                </a:path>
              </a:pathLst>
            </a:custGeom>
            <a:solidFill>
              <a:srgbClr val="A4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1" name="object 66">
              <a:extLst>
                <a:ext uri="{FF2B5EF4-FFF2-40B4-BE49-F238E27FC236}">
                  <a16:creationId xmlns:a16="http://schemas.microsoft.com/office/drawing/2014/main" id="{B3D0CB2A-E700-4639-965C-91C25C7C225E}"/>
                </a:ext>
              </a:extLst>
            </p:cNvPr>
            <p:cNvSpPr/>
            <p:nvPr/>
          </p:nvSpPr>
          <p:spPr>
            <a:xfrm>
              <a:off x="4615180" y="4209414"/>
              <a:ext cx="6350" cy="372110"/>
            </a:xfrm>
            <a:custGeom>
              <a:avLst/>
              <a:gdLst/>
              <a:ahLst/>
              <a:cxnLst/>
              <a:rect l="l" t="t" r="r" b="b"/>
              <a:pathLst>
                <a:path w="6350" h="372110">
                  <a:moveTo>
                    <a:pt x="381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6350" y="3810"/>
                  </a:lnTo>
                  <a:lnTo>
                    <a:pt x="6350" y="1270"/>
                  </a:lnTo>
                  <a:lnTo>
                    <a:pt x="3810" y="1270"/>
                  </a:lnTo>
                  <a:lnTo>
                    <a:pt x="3810" y="0"/>
                  </a:lnTo>
                  <a:close/>
                </a:path>
                <a:path w="6350" h="372110">
                  <a:moveTo>
                    <a:pt x="6350" y="3810"/>
                  </a:moveTo>
                  <a:lnTo>
                    <a:pt x="0" y="3810"/>
                  </a:lnTo>
                  <a:lnTo>
                    <a:pt x="0" y="10160"/>
                  </a:lnTo>
                  <a:lnTo>
                    <a:pt x="6350" y="10160"/>
                  </a:lnTo>
                  <a:lnTo>
                    <a:pt x="6350" y="3810"/>
                  </a:lnTo>
                  <a:close/>
                </a:path>
                <a:path w="6350" h="372110">
                  <a:moveTo>
                    <a:pt x="6350" y="10160"/>
                  </a:moveTo>
                  <a:lnTo>
                    <a:pt x="0" y="10160"/>
                  </a:lnTo>
                  <a:lnTo>
                    <a:pt x="0" y="16510"/>
                  </a:lnTo>
                  <a:lnTo>
                    <a:pt x="6350" y="16510"/>
                  </a:lnTo>
                  <a:lnTo>
                    <a:pt x="6350" y="10160"/>
                  </a:lnTo>
                  <a:close/>
                </a:path>
                <a:path w="6350" h="372110">
                  <a:moveTo>
                    <a:pt x="6350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6350" y="22860"/>
                  </a:lnTo>
                  <a:lnTo>
                    <a:pt x="6350" y="16510"/>
                  </a:lnTo>
                  <a:close/>
                </a:path>
                <a:path w="6350" h="372110">
                  <a:moveTo>
                    <a:pt x="6350" y="22860"/>
                  </a:moveTo>
                  <a:lnTo>
                    <a:pt x="0" y="22860"/>
                  </a:lnTo>
                  <a:lnTo>
                    <a:pt x="0" y="29210"/>
                  </a:lnTo>
                  <a:lnTo>
                    <a:pt x="6350" y="29210"/>
                  </a:lnTo>
                  <a:lnTo>
                    <a:pt x="6350" y="22860"/>
                  </a:lnTo>
                  <a:close/>
                </a:path>
                <a:path w="6350" h="372110">
                  <a:moveTo>
                    <a:pt x="6350" y="29210"/>
                  </a:moveTo>
                  <a:lnTo>
                    <a:pt x="0" y="29210"/>
                  </a:lnTo>
                  <a:lnTo>
                    <a:pt x="0" y="35560"/>
                  </a:lnTo>
                  <a:lnTo>
                    <a:pt x="6350" y="35560"/>
                  </a:lnTo>
                  <a:lnTo>
                    <a:pt x="6350" y="29210"/>
                  </a:lnTo>
                  <a:close/>
                </a:path>
                <a:path w="6350" h="372110">
                  <a:moveTo>
                    <a:pt x="6350" y="35560"/>
                  </a:moveTo>
                  <a:lnTo>
                    <a:pt x="0" y="35560"/>
                  </a:lnTo>
                  <a:lnTo>
                    <a:pt x="0" y="41910"/>
                  </a:lnTo>
                  <a:lnTo>
                    <a:pt x="6350" y="41910"/>
                  </a:lnTo>
                  <a:lnTo>
                    <a:pt x="6350" y="35560"/>
                  </a:lnTo>
                  <a:close/>
                </a:path>
                <a:path w="6350" h="372110">
                  <a:moveTo>
                    <a:pt x="6350" y="41910"/>
                  </a:moveTo>
                  <a:lnTo>
                    <a:pt x="0" y="41910"/>
                  </a:lnTo>
                  <a:lnTo>
                    <a:pt x="0" y="48260"/>
                  </a:lnTo>
                  <a:lnTo>
                    <a:pt x="6350" y="48260"/>
                  </a:lnTo>
                  <a:lnTo>
                    <a:pt x="6350" y="41910"/>
                  </a:lnTo>
                  <a:close/>
                </a:path>
                <a:path w="6350" h="372110">
                  <a:moveTo>
                    <a:pt x="6350" y="48260"/>
                  </a:moveTo>
                  <a:lnTo>
                    <a:pt x="0" y="48260"/>
                  </a:lnTo>
                  <a:lnTo>
                    <a:pt x="0" y="54610"/>
                  </a:lnTo>
                  <a:lnTo>
                    <a:pt x="6350" y="54610"/>
                  </a:lnTo>
                  <a:lnTo>
                    <a:pt x="6350" y="48260"/>
                  </a:lnTo>
                  <a:close/>
                </a:path>
                <a:path w="6350" h="372110">
                  <a:moveTo>
                    <a:pt x="6350" y="54610"/>
                  </a:moveTo>
                  <a:lnTo>
                    <a:pt x="0" y="54610"/>
                  </a:lnTo>
                  <a:lnTo>
                    <a:pt x="0" y="60960"/>
                  </a:lnTo>
                  <a:lnTo>
                    <a:pt x="6350" y="60960"/>
                  </a:lnTo>
                  <a:lnTo>
                    <a:pt x="6350" y="54610"/>
                  </a:lnTo>
                  <a:close/>
                </a:path>
                <a:path w="6350" h="372110">
                  <a:moveTo>
                    <a:pt x="6350" y="60960"/>
                  </a:moveTo>
                  <a:lnTo>
                    <a:pt x="0" y="60960"/>
                  </a:lnTo>
                  <a:lnTo>
                    <a:pt x="0" y="67310"/>
                  </a:lnTo>
                  <a:lnTo>
                    <a:pt x="6350" y="67310"/>
                  </a:lnTo>
                  <a:lnTo>
                    <a:pt x="6350" y="60960"/>
                  </a:lnTo>
                  <a:close/>
                </a:path>
                <a:path w="6350" h="372110">
                  <a:moveTo>
                    <a:pt x="6350" y="67310"/>
                  </a:moveTo>
                  <a:lnTo>
                    <a:pt x="0" y="67310"/>
                  </a:lnTo>
                  <a:lnTo>
                    <a:pt x="0" y="73660"/>
                  </a:lnTo>
                  <a:lnTo>
                    <a:pt x="6350" y="73660"/>
                  </a:lnTo>
                  <a:lnTo>
                    <a:pt x="6350" y="67310"/>
                  </a:lnTo>
                  <a:close/>
                </a:path>
                <a:path w="6350" h="372110">
                  <a:moveTo>
                    <a:pt x="6350" y="73660"/>
                  </a:moveTo>
                  <a:lnTo>
                    <a:pt x="0" y="73660"/>
                  </a:lnTo>
                  <a:lnTo>
                    <a:pt x="0" y="80010"/>
                  </a:lnTo>
                  <a:lnTo>
                    <a:pt x="6350" y="80010"/>
                  </a:lnTo>
                  <a:lnTo>
                    <a:pt x="6350" y="73660"/>
                  </a:lnTo>
                  <a:close/>
                </a:path>
                <a:path w="6350" h="372110">
                  <a:moveTo>
                    <a:pt x="6350" y="80010"/>
                  </a:moveTo>
                  <a:lnTo>
                    <a:pt x="0" y="80010"/>
                  </a:lnTo>
                  <a:lnTo>
                    <a:pt x="0" y="86360"/>
                  </a:lnTo>
                  <a:lnTo>
                    <a:pt x="6350" y="86360"/>
                  </a:lnTo>
                  <a:lnTo>
                    <a:pt x="6350" y="80010"/>
                  </a:lnTo>
                  <a:close/>
                </a:path>
                <a:path w="6350" h="372110">
                  <a:moveTo>
                    <a:pt x="6350" y="86360"/>
                  </a:moveTo>
                  <a:lnTo>
                    <a:pt x="0" y="86360"/>
                  </a:lnTo>
                  <a:lnTo>
                    <a:pt x="0" y="91440"/>
                  </a:lnTo>
                  <a:lnTo>
                    <a:pt x="6350" y="91440"/>
                  </a:lnTo>
                  <a:lnTo>
                    <a:pt x="6350" y="86360"/>
                  </a:lnTo>
                  <a:close/>
                </a:path>
                <a:path w="6350" h="372110">
                  <a:moveTo>
                    <a:pt x="6350" y="91440"/>
                  </a:moveTo>
                  <a:lnTo>
                    <a:pt x="0" y="91440"/>
                  </a:lnTo>
                  <a:lnTo>
                    <a:pt x="0" y="99060"/>
                  </a:lnTo>
                  <a:lnTo>
                    <a:pt x="6350" y="99060"/>
                  </a:lnTo>
                  <a:lnTo>
                    <a:pt x="6350" y="91440"/>
                  </a:lnTo>
                  <a:close/>
                </a:path>
                <a:path w="6350" h="372110">
                  <a:moveTo>
                    <a:pt x="6350" y="99060"/>
                  </a:moveTo>
                  <a:lnTo>
                    <a:pt x="0" y="99060"/>
                  </a:lnTo>
                  <a:lnTo>
                    <a:pt x="0" y="104140"/>
                  </a:lnTo>
                  <a:lnTo>
                    <a:pt x="6350" y="104140"/>
                  </a:lnTo>
                  <a:lnTo>
                    <a:pt x="6350" y="99060"/>
                  </a:lnTo>
                  <a:close/>
                </a:path>
                <a:path w="6350" h="372110">
                  <a:moveTo>
                    <a:pt x="6350" y="104140"/>
                  </a:moveTo>
                  <a:lnTo>
                    <a:pt x="0" y="104140"/>
                  </a:lnTo>
                  <a:lnTo>
                    <a:pt x="0" y="118110"/>
                  </a:lnTo>
                  <a:lnTo>
                    <a:pt x="6350" y="118110"/>
                  </a:lnTo>
                  <a:lnTo>
                    <a:pt x="6350" y="104140"/>
                  </a:lnTo>
                  <a:close/>
                </a:path>
                <a:path w="6350" h="372110">
                  <a:moveTo>
                    <a:pt x="6350" y="118110"/>
                  </a:moveTo>
                  <a:lnTo>
                    <a:pt x="0" y="118110"/>
                  </a:lnTo>
                  <a:lnTo>
                    <a:pt x="0" y="124460"/>
                  </a:lnTo>
                  <a:lnTo>
                    <a:pt x="6350" y="124460"/>
                  </a:lnTo>
                  <a:lnTo>
                    <a:pt x="6350" y="118110"/>
                  </a:lnTo>
                  <a:close/>
                </a:path>
                <a:path w="6350" h="372110">
                  <a:moveTo>
                    <a:pt x="6350" y="124460"/>
                  </a:moveTo>
                  <a:lnTo>
                    <a:pt x="0" y="124460"/>
                  </a:lnTo>
                  <a:lnTo>
                    <a:pt x="0" y="130810"/>
                  </a:lnTo>
                  <a:lnTo>
                    <a:pt x="6350" y="130810"/>
                  </a:lnTo>
                  <a:lnTo>
                    <a:pt x="6350" y="124460"/>
                  </a:lnTo>
                  <a:close/>
                </a:path>
                <a:path w="6350" h="372110">
                  <a:moveTo>
                    <a:pt x="6350" y="130810"/>
                  </a:moveTo>
                  <a:lnTo>
                    <a:pt x="0" y="130810"/>
                  </a:lnTo>
                  <a:lnTo>
                    <a:pt x="0" y="135890"/>
                  </a:lnTo>
                  <a:lnTo>
                    <a:pt x="6350" y="135890"/>
                  </a:lnTo>
                  <a:lnTo>
                    <a:pt x="6350" y="130810"/>
                  </a:lnTo>
                  <a:close/>
                </a:path>
                <a:path w="6350" h="372110">
                  <a:moveTo>
                    <a:pt x="6350" y="135890"/>
                  </a:moveTo>
                  <a:lnTo>
                    <a:pt x="0" y="135890"/>
                  </a:lnTo>
                  <a:lnTo>
                    <a:pt x="0" y="162560"/>
                  </a:lnTo>
                  <a:lnTo>
                    <a:pt x="6350" y="162560"/>
                  </a:lnTo>
                  <a:lnTo>
                    <a:pt x="6350" y="135890"/>
                  </a:lnTo>
                  <a:close/>
                </a:path>
                <a:path w="6350" h="372110">
                  <a:moveTo>
                    <a:pt x="6350" y="162560"/>
                  </a:moveTo>
                  <a:lnTo>
                    <a:pt x="0" y="162560"/>
                  </a:lnTo>
                  <a:lnTo>
                    <a:pt x="0" y="219710"/>
                  </a:lnTo>
                  <a:lnTo>
                    <a:pt x="6350" y="219710"/>
                  </a:lnTo>
                  <a:lnTo>
                    <a:pt x="6350" y="162560"/>
                  </a:lnTo>
                  <a:close/>
                </a:path>
                <a:path w="6350" h="372110">
                  <a:moveTo>
                    <a:pt x="6350" y="219710"/>
                  </a:moveTo>
                  <a:lnTo>
                    <a:pt x="0" y="219710"/>
                  </a:lnTo>
                  <a:lnTo>
                    <a:pt x="0" y="226060"/>
                  </a:lnTo>
                  <a:lnTo>
                    <a:pt x="6350" y="226060"/>
                  </a:lnTo>
                  <a:lnTo>
                    <a:pt x="6350" y="219710"/>
                  </a:lnTo>
                  <a:close/>
                </a:path>
                <a:path w="6350" h="372110">
                  <a:moveTo>
                    <a:pt x="6350" y="226060"/>
                  </a:moveTo>
                  <a:lnTo>
                    <a:pt x="0" y="226060"/>
                  </a:lnTo>
                  <a:lnTo>
                    <a:pt x="0" y="231140"/>
                  </a:lnTo>
                  <a:lnTo>
                    <a:pt x="6350" y="231140"/>
                  </a:lnTo>
                  <a:lnTo>
                    <a:pt x="6350" y="226060"/>
                  </a:lnTo>
                  <a:close/>
                </a:path>
                <a:path w="6350" h="372110">
                  <a:moveTo>
                    <a:pt x="6350" y="231140"/>
                  </a:moveTo>
                  <a:lnTo>
                    <a:pt x="0" y="231140"/>
                  </a:lnTo>
                  <a:lnTo>
                    <a:pt x="0" y="238760"/>
                  </a:lnTo>
                  <a:lnTo>
                    <a:pt x="6350" y="238760"/>
                  </a:lnTo>
                  <a:lnTo>
                    <a:pt x="6350" y="231140"/>
                  </a:lnTo>
                  <a:close/>
                </a:path>
                <a:path w="6350" h="372110">
                  <a:moveTo>
                    <a:pt x="6350" y="238760"/>
                  </a:moveTo>
                  <a:lnTo>
                    <a:pt x="0" y="238760"/>
                  </a:lnTo>
                  <a:lnTo>
                    <a:pt x="0" y="245110"/>
                  </a:lnTo>
                  <a:lnTo>
                    <a:pt x="6350" y="245110"/>
                  </a:lnTo>
                  <a:lnTo>
                    <a:pt x="6350" y="238760"/>
                  </a:lnTo>
                  <a:close/>
                </a:path>
                <a:path w="6350" h="372110">
                  <a:moveTo>
                    <a:pt x="6350" y="245110"/>
                  </a:moveTo>
                  <a:lnTo>
                    <a:pt x="0" y="245110"/>
                  </a:lnTo>
                  <a:lnTo>
                    <a:pt x="0" y="251460"/>
                  </a:lnTo>
                  <a:lnTo>
                    <a:pt x="6350" y="251460"/>
                  </a:lnTo>
                  <a:lnTo>
                    <a:pt x="6350" y="245110"/>
                  </a:lnTo>
                  <a:close/>
                </a:path>
                <a:path w="6350" h="372110">
                  <a:moveTo>
                    <a:pt x="6350" y="251460"/>
                  </a:moveTo>
                  <a:lnTo>
                    <a:pt x="0" y="251460"/>
                  </a:lnTo>
                  <a:lnTo>
                    <a:pt x="0" y="264160"/>
                  </a:lnTo>
                  <a:lnTo>
                    <a:pt x="6350" y="264160"/>
                  </a:lnTo>
                  <a:lnTo>
                    <a:pt x="6350" y="251460"/>
                  </a:lnTo>
                  <a:close/>
                </a:path>
                <a:path w="6350" h="372110">
                  <a:moveTo>
                    <a:pt x="6350" y="264160"/>
                  </a:moveTo>
                  <a:lnTo>
                    <a:pt x="0" y="264160"/>
                  </a:lnTo>
                  <a:lnTo>
                    <a:pt x="0" y="270510"/>
                  </a:lnTo>
                  <a:lnTo>
                    <a:pt x="6350" y="270510"/>
                  </a:lnTo>
                  <a:lnTo>
                    <a:pt x="6350" y="264160"/>
                  </a:lnTo>
                  <a:close/>
                </a:path>
                <a:path w="6350" h="372110">
                  <a:moveTo>
                    <a:pt x="6350" y="270510"/>
                  </a:moveTo>
                  <a:lnTo>
                    <a:pt x="0" y="270510"/>
                  </a:lnTo>
                  <a:lnTo>
                    <a:pt x="0" y="275590"/>
                  </a:lnTo>
                  <a:lnTo>
                    <a:pt x="6350" y="275590"/>
                  </a:lnTo>
                  <a:lnTo>
                    <a:pt x="6350" y="270510"/>
                  </a:lnTo>
                  <a:close/>
                </a:path>
                <a:path w="6350" h="372110">
                  <a:moveTo>
                    <a:pt x="6350" y="275590"/>
                  </a:moveTo>
                  <a:lnTo>
                    <a:pt x="0" y="275590"/>
                  </a:lnTo>
                  <a:lnTo>
                    <a:pt x="0" y="278130"/>
                  </a:lnTo>
                  <a:lnTo>
                    <a:pt x="6350" y="278130"/>
                  </a:lnTo>
                  <a:lnTo>
                    <a:pt x="6350" y="275590"/>
                  </a:lnTo>
                  <a:close/>
                </a:path>
                <a:path w="6350" h="372110">
                  <a:moveTo>
                    <a:pt x="6350" y="278130"/>
                  </a:moveTo>
                  <a:lnTo>
                    <a:pt x="0" y="278130"/>
                  </a:lnTo>
                  <a:lnTo>
                    <a:pt x="0" y="284480"/>
                  </a:lnTo>
                  <a:lnTo>
                    <a:pt x="6350" y="284480"/>
                  </a:lnTo>
                  <a:lnTo>
                    <a:pt x="6350" y="278130"/>
                  </a:lnTo>
                  <a:close/>
                </a:path>
                <a:path w="6350" h="372110">
                  <a:moveTo>
                    <a:pt x="6350" y="284480"/>
                  </a:moveTo>
                  <a:lnTo>
                    <a:pt x="0" y="284480"/>
                  </a:lnTo>
                  <a:lnTo>
                    <a:pt x="0" y="288290"/>
                  </a:lnTo>
                  <a:lnTo>
                    <a:pt x="6350" y="288290"/>
                  </a:lnTo>
                  <a:lnTo>
                    <a:pt x="6350" y="284480"/>
                  </a:lnTo>
                  <a:close/>
                </a:path>
                <a:path w="6350" h="372110">
                  <a:moveTo>
                    <a:pt x="6350" y="288290"/>
                  </a:moveTo>
                  <a:lnTo>
                    <a:pt x="0" y="288290"/>
                  </a:lnTo>
                  <a:lnTo>
                    <a:pt x="0" y="294640"/>
                  </a:lnTo>
                  <a:lnTo>
                    <a:pt x="6350" y="294640"/>
                  </a:lnTo>
                  <a:lnTo>
                    <a:pt x="6350" y="288290"/>
                  </a:lnTo>
                  <a:close/>
                </a:path>
                <a:path w="6350" h="372110">
                  <a:moveTo>
                    <a:pt x="6350" y="294640"/>
                  </a:moveTo>
                  <a:lnTo>
                    <a:pt x="0" y="294640"/>
                  </a:lnTo>
                  <a:lnTo>
                    <a:pt x="0" y="297180"/>
                  </a:lnTo>
                  <a:lnTo>
                    <a:pt x="6350" y="297180"/>
                  </a:lnTo>
                  <a:lnTo>
                    <a:pt x="6350" y="294640"/>
                  </a:lnTo>
                  <a:close/>
                </a:path>
                <a:path w="6350" h="372110">
                  <a:moveTo>
                    <a:pt x="6350" y="297180"/>
                  </a:moveTo>
                  <a:lnTo>
                    <a:pt x="0" y="297180"/>
                  </a:lnTo>
                  <a:lnTo>
                    <a:pt x="0" y="300990"/>
                  </a:lnTo>
                  <a:lnTo>
                    <a:pt x="6350" y="300990"/>
                  </a:lnTo>
                  <a:lnTo>
                    <a:pt x="6350" y="297180"/>
                  </a:lnTo>
                  <a:close/>
                </a:path>
                <a:path w="6350" h="372110">
                  <a:moveTo>
                    <a:pt x="6350" y="300990"/>
                  </a:moveTo>
                  <a:lnTo>
                    <a:pt x="0" y="300990"/>
                  </a:lnTo>
                  <a:lnTo>
                    <a:pt x="0" y="303530"/>
                  </a:lnTo>
                  <a:lnTo>
                    <a:pt x="6350" y="303530"/>
                  </a:lnTo>
                  <a:lnTo>
                    <a:pt x="6350" y="300990"/>
                  </a:lnTo>
                  <a:close/>
                </a:path>
                <a:path w="6350" h="372110">
                  <a:moveTo>
                    <a:pt x="6350" y="303530"/>
                  </a:moveTo>
                  <a:lnTo>
                    <a:pt x="0" y="303530"/>
                  </a:lnTo>
                  <a:lnTo>
                    <a:pt x="0" y="307340"/>
                  </a:lnTo>
                  <a:lnTo>
                    <a:pt x="6350" y="307340"/>
                  </a:lnTo>
                  <a:lnTo>
                    <a:pt x="6350" y="303530"/>
                  </a:lnTo>
                  <a:close/>
                </a:path>
                <a:path w="6350" h="372110">
                  <a:moveTo>
                    <a:pt x="6350" y="307340"/>
                  </a:moveTo>
                  <a:lnTo>
                    <a:pt x="0" y="307340"/>
                  </a:lnTo>
                  <a:lnTo>
                    <a:pt x="0" y="309880"/>
                  </a:lnTo>
                  <a:lnTo>
                    <a:pt x="6350" y="309880"/>
                  </a:lnTo>
                  <a:lnTo>
                    <a:pt x="6350" y="307340"/>
                  </a:lnTo>
                  <a:close/>
                </a:path>
                <a:path w="6350" h="372110">
                  <a:moveTo>
                    <a:pt x="6350" y="309880"/>
                  </a:moveTo>
                  <a:lnTo>
                    <a:pt x="0" y="309880"/>
                  </a:lnTo>
                  <a:lnTo>
                    <a:pt x="0" y="316230"/>
                  </a:lnTo>
                  <a:lnTo>
                    <a:pt x="6350" y="316230"/>
                  </a:lnTo>
                  <a:lnTo>
                    <a:pt x="6350" y="309880"/>
                  </a:lnTo>
                  <a:close/>
                </a:path>
                <a:path w="6350" h="372110">
                  <a:moveTo>
                    <a:pt x="6350" y="316230"/>
                  </a:moveTo>
                  <a:lnTo>
                    <a:pt x="0" y="316230"/>
                  </a:lnTo>
                  <a:lnTo>
                    <a:pt x="0" y="320040"/>
                  </a:lnTo>
                  <a:lnTo>
                    <a:pt x="6350" y="320040"/>
                  </a:lnTo>
                  <a:lnTo>
                    <a:pt x="6350" y="316230"/>
                  </a:lnTo>
                  <a:close/>
                </a:path>
                <a:path w="6350" h="372110">
                  <a:moveTo>
                    <a:pt x="6350" y="320040"/>
                  </a:moveTo>
                  <a:lnTo>
                    <a:pt x="0" y="320040"/>
                  </a:lnTo>
                  <a:lnTo>
                    <a:pt x="0" y="322580"/>
                  </a:lnTo>
                  <a:lnTo>
                    <a:pt x="6350" y="322580"/>
                  </a:lnTo>
                  <a:lnTo>
                    <a:pt x="6350" y="320040"/>
                  </a:lnTo>
                  <a:close/>
                </a:path>
                <a:path w="6350" h="372110">
                  <a:moveTo>
                    <a:pt x="6350" y="322580"/>
                  </a:moveTo>
                  <a:lnTo>
                    <a:pt x="0" y="322580"/>
                  </a:lnTo>
                  <a:lnTo>
                    <a:pt x="0" y="326390"/>
                  </a:lnTo>
                  <a:lnTo>
                    <a:pt x="6350" y="326390"/>
                  </a:lnTo>
                  <a:lnTo>
                    <a:pt x="6350" y="322580"/>
                  </a:lnTo>
                  <a:close/>
                </a:path>
                <a:path w="6350" h="372110">
                  <a:moveTo>
                    <a:pt x="6350" y="326390"/>
                  </a:moveTo>
                  <a:lnTo>
                    <a:pt x="0" y="326390"/>
                  </a:lnTo>
                  <a:lnTo>
                    <a:pt x="0" y="328930"/>
                  </a:lnTo>
                  <a:lnTo>
                    <a:pt x="6350" y="328930"/>
                  </a:lnTo>
                  <a:lnTo>
                    <a:pt x="6350" y="326390"/>
                  </a:lnTo>
                  <a:close/>
                </a:path>
                <a:path w="6350" h="372110">
                  <a:moveTo>
                    <a:pt x="6350" y="328930"/>
                  </a:moveTo>
                  <a:lnTo>
                    <a:pt x="0" y="328930"/>
                  </a:lnTo>
                  <a:lnTo>
                    <a:pt x="0" y="332740"/>
                  </a:lnTo>
                  <a:lnTo>
                    <a:pt x="6350" y="332740"/>
                  </a:lnTo>
                  <a:lnTo>
                    <a:pt x="6350" y="328930"/>
                  </a:lnTo>
                  <a:close/>
                </a:path>
                <a:path w="6350" h="372110">
                  <a:moveTo>
                    <a:pt x="6350" y="332740"/>
                  </a:moveTo>
                  <a:lnTo>
                    <a:pt x="0" y="332740"/>
                  </a:lnTo>
                  <a:lnTo>
                    <a:pt x="0" y="335280"/>
                  </a:lnTo>
                  <a:lnTo>
                    <a:pt x="6350" y="335280"/>
                  </a:lnTo>
                  <a:lnTo>
                    <a:pt x="6350" y="332740"/>
                  </a:lnTo>
                  <a:close/>
                </a:path>
                <a:path w="6350" h="372110">
                  <a:moveTo>
                    <a:pt x="6350" y="335280"/>
                  </a:moveTo>
                  <a:lnTo>
                    <a:pt x="0" y="335280"/>
                  </a:lnTo>
                  <a:lnTo>
                    <a:pt x="0" y="339090"/>
                  </a:lnTo>
                  <a:lnTo>
                    <a:pt x="6350" y="339090"/>
                  </a:lnTo>
                  <a:lnTo>
                    <a:pt x="6350" y="335280"/>
                  </a:lnTo>
                  <a:close/>
                </a:path>
                <a:path w="6350" h="372110">
                  <a:moveTo>
                    <a:pt x="6350" y="339090"/>
                  </a:moveTo>
                  <a:lnTo>
                    <a:pt x="0" y="339090"/>
                  </a:lnTo>
                  <a:lnTo>
                    <a:pt x="0" y="341630"/>
                  </a:lnTo>
                  <a:lnTo>
                    <a:pt x="6350" y="341630"/>
                  </a:lnTo>
                  <a:lnTo>
                    <a:pt x="6350" y="339090"/>
                  </a:lnTo>
                  <a:close/>
                </a:path>
                <a:path w="6350" h="372110">
                  <a:moveTo>
                    <a:pt x="6350" y="341630"/>
                  </a:moveTo>
                  <a:lnTo>
                    <a:pt x="0" y="341630"/>
                  </a:lnTo>
                  <a:lnTo>
                    <a:pt x="0" y="345440"/>
                  </a:lnTo>
                  <a:lnTo>
                    <a:pt x="6350" y="345440"/>
                  </a:lnTo>
                  <a:lnTo>
                    <a:pt x="6350" y="341630"/>
                  </a:lnTo>
                  <a:close/>
                </a:path>
                <a:path w="6350" h="372110">
                  <a:moveTo>
                    <a:pt x="6350" y="345440"/>
                  </a:moveTo>
                  <a:lnTo>
                    <a:pt x="0" y="345440"/>
                  </a:lnTo>
                  <a:lnTo>
                    <a:pt x="0" y="347980"/>
                  </a:lnTo>
                  <a:lnTo>
                    <a:pt x="6350" y="347980"/>
                  </a:lnTo>
                  <a:lnTo>
                    <a:pt x="6350" y="345440"/>
                  </a:lnTo>
                  <a:close/>
                </a:path>
                <a:path w="6350" h="372110">
                  <a:moveTo>
                    <a:pt x="6350" y="347980"/>
                  </a:moveTo>
                  <a:lnTo>
                    <a:pt x="0" y="347980"/>
                  </a:lnTo>
                  <a:lnTo>
                    <a:pt x="0" y="351790"/>
                  </a:lnTo>
                  <a:lnTo>
                    <a:pt x="6350" y="351790"/>
                  </a:lnTo>
                  <a:lnTo>
                    <a:pt x="6350" y="347980"/>
                  </a:lnTo>
                  <a:close/>
                </a:path>
                <a:path w="6350" h="372110">
                  <a:moveTo>
                    <a:pt x="6350" y="351790"/>
                  </a:moveTo>
                  <a:lnTo>
                    <a:pt x="0" y="351790"/>
                  </a:lnTo>
                  <a:lnTo>
                    <a:pt x="0" y="354330"/>
                  </a:lnTo>
                  <a:lnTo>
                    <a:pt x="6350" y="354330"/>
                  </a:lnTo>
                  <a:lnTo>
                    <a:pt x="6350" y="351790"/>
                  </a:lnTo>
                  <a:close/>
                </a:path>
                <a:path w="6350" h="372110">
                  <a:moveTo>
                    <a:pt x="6350" y="354330"/>
                  </a:moveTo>
                  <a:lnTo>
                    <a:pt x="0" y="354330"/>
                  </a:lnTo>
                  <a:lnTo>
                    <a:pt x="0" y="358140"/>
                  </a:lnTo>
                  <a:lnTo>
                    <a:pt x="6350" y="358140"/>
                  </a:lnTo>
                  <a:lnTo>
                    <a:pt x="6350" y="354330"/>
                  </a:lnTo>
                  <a:close/>
                </a:path>
                <a:path w="6350" h="372110">
                  <a:moveTo>
                    <a:pt x="6350" y="358140"/>
                  </a:moveTo>
                  <a:lnTo>
                    <a:pt x="0" y="358140"/>
                  </a:lnTo>
                  <a:lnTo>
                    <a:pt x="0" y="360680"/>
                  </a:lnTo>
                  <a:lnTo>
                    <a:pt x="6350" y="360680"/>
                  </a:lnTo>
                  <a:lnTo>
                    <a:pt x="6350" y="358140"/>
                  </a:lnTo>
                  <a:close/>
                </a:path>
                <a:path w="6350" h="372110">
                  <a:moveTo>
                    <a:pt x="6350" y="360680"/>
                  </a:moveTo>
                  <a:lnTo>
                    <a:pt x="0" y="360680"/>
                  </a:lnTo>
                  <a:lnTo>
                    <a:pt x="0" y="364490"/>
                  </a:lnTo>
                  <a:lnTo>
                    <a:pt x="6350" y="364490"/>
                  </a:lnTo>
                  <a:lnTo>
                    <a:pt x="6350" y="360680"/>
                  </a:lnTo>
                  <a:close/>
                </a:path>
                <a:path w="6350" h="372110">
                  <a:moveTo>
                    <a:pt x="6350" y="364490"/>
                  </a:moveTo>
                  <a:lnTo>
                    <a:pt x="0" y="364490"/>
                  </a:lnTo>
                  <a:lnTo>
                    <a:pt x="0" y="367030"/>
                  </a:lnTo>
                  <a:lnTo>
                    <a:pt x="6350" y="367030"/>
                  </a:lnTo>
                  <a:lnTo>
                    <a:pt x="6350" y="364490"/>
                  </a:lnTo>
                  <a:close/>
                </a:path>
                <a:path w="6350" h="372110">
                  <a:moveTo>
                    <a:pt x="6350" y="367030"/>
                  </a:moveTo>
                  <a:lnTo>
                    <a:pt x="0" y="367030"/>
                  </a:lnTo>
                  <a:lnTo>
                    <a:pt x="0" y="370840"/>
                  </a:lnTo>
                  <a:lnTo>
                    <a:pt x="6350" y="370840"/>
                  </a:lnTo>
                  <a:lnTo>
                    <a:pt x="6350" y="367030"/>
                  </a:lnTo>
                  <a:close/>
                </a:path>
                <a:path w="6350" h="372110">
                  <a:moveTo>
                    <a:pt x="6350" y="370840"/>
                  </a:moveTo>
                  <a:lnTo>
                    <a:pt x="0" y="370840"/>
                  </a:lnTo>
                  <a:lnTo>
                    <a:pt x="0" y="372110"/>
                  </a:lnTo>
                  <a:lnTo>
                    <a:pt x="6350" y="372110"/>
                  </a:lnTo>
                  <a:lnTo>
                    <a:pt x="6350" y="370840"/>
                  </a:lnTo>
                  <a:close/>
                </a:path>
              </a:pathLst>
            </a:custGeom>
            <a:solidFill>
              <a:srgbClr val="A7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2" name="object 67">
              <a:extLst>
                <a:ext uri="{FF2B5EF4-FFF2-40B4-BE49-F238E27FC236}">
                  <a16:creationId xmlns:a16="http://schemas.microsoft.com/office/drawing/2014/main" id="{CD5EBB64-B259-48BF-AEAF-0D3A504297BC}"/>
                </a:ext>
              </a:extLst>
            </p:cNvPr>
            <p:cNvSpPr/>
            <p:nvPr/>
          </p:nvSpPr>
          <p:spPr>
            <a:xfrm>
              <a:off x="4607560" y="4208144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3" name="object 68">
              <a:extLst>
                <a:ext uri="{FF2B5EF4-FFF2-40B4-BE49-F238E27FC236}">
                  <a16:creationId xmlns:a16="http://schemas.microsoft.com/office/drawing/2014/main" id="{7E670094-C8B1-4E4E-A754-05AEBED8A371}"/>
                </a:ext>
              </a:extLst>
            </p:cNvPr>
            <p:cNvSpPr/>
            <p:nvPr/>
          </p:nvSpPr>
          <p:spPr>
            <a:xfrm>
              <a:off x="4607560" y="42132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4" name="object 69">
              <a:extLst>
                <a:ext uri="{FF2B5EF4-FFF2-40B4-BE49-F238E27FC236}">
                  <a16:creationId xmlns:a16="http://schemas.microsoft.com/office/drawing/2014/main" id="{786C3AED-020E-4981-8B7D-5AD079F46BE7}"/>
                </a:ext>
              </a:extLst>
            </p:cNvPr>
            <p:cNvSpPr/>
            <p:nvPr/>
          </p:nvSpPr>
          <p:spPr>
            <a:xfrm>
              <a:off x="4607560" y="42195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5" name="object 70">
              <a:extLst>
                <a:ext uri="{FF2B5EF4-FFF2-40B4-BE49-F238E27FC236}">
                  <a16:creationId xmlns:a16="http://schemas.microsoft.com/office/drawing/2014/main" id="{DF593AC5-EB67-4626-B1D6-9BBE3FB84109}"/>
                </a:ext>
              </a:extLst>
            </p:cNvPr>
            <p:cNvSpPr/>
            <p:nvPr/>
          </p:nvSpPr>
          <p:spPr>
            <a:xfrm>
              <a:off x="4607560" y="42259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6" name="object 71">
              <a:extLst>
                <a:ext uri="{FF2B5EF4-FFF2-40B4-BE49-F238E27FC236}">
                  <a16:creationId xmlns:a16="http://schemas.microsoft.com/office/drawing/2014/main" id="{52639074-D45D-4AB0-8240-83BF7F8B9ED2}"/>
                </a:ext>
              </a:extLst>
            </p:cNvPr>
            <p:cNvSpPr/>
            <p:nvPr/>
          </p:nvSpPr>
          <p:spPr>
            <a:xfrm>
              <a:off x="4607560" y="42322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7" name="object 72">
              <a:extLst>
                <a:ext uri="{FF2B5EF4-FFF2-40B4-BE49-F238E27FC236}">
                  <a16:creationId xmlns:a16="http://schemas.microsoft.com/office/drawing/2014/main" id="{12C0CC14-8D14-4F8F-B0AE-BA4B86D43D01}"/>
                </a:ext>
              </a:extLst>
            </p:cNvPr>
            <p:cNvSpPr/>
            <p:nvPr/>
          </p:nvSpPr>
          <p:spPr>
            <a:xfrm>
              <a:off x="4607560" y="42386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8" name="object 73">
              <a:extLst>
                <a:ext uri="{FF2B5EF4-FFF2-40B4-BE49-F238E27FC236}">
                  <a16:creationId xmlns:a16="http://schemas.microsoft.com/office/drawing/2014/main" id="{E0FB9914-E5BE-4F12-A4B0-72DCD55D19B7}"/>
                </a:ext>
              </a:extLst>
            </p:cNvPr>
            <p:cNvSpPr/>
            <p:nvPr/>
          </p:nvSpPr>
          <p:spPr>
            <a:xfrm>
              <a:off x="4607560" y="42449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9" name="object 74">
              <a:extLst>
                <a:ext uri="{FF2B5EF4-FFF2-40B4-BE49-F238E27FC236}">
                  <a16:creationId xmlns:a16="http://schemas.microsoft.com/office/drawing/2014/main" id="{75A185C8-A1E0-4F09-AE54-6D5072E87095}"/>
                </a:ext>
              </a:extLst>
            </p:cNvPr>
            <p:cNvSpPr/>
            <p:nvPr/>
          </p:nvSpPr>
          <p:spPr>
            <a:xfrm>
              <a:off x="4607560" y="42513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0" name="object 75">
              <a:extLst>
                <a:ext uri="{FF2B5EF4-FFF2-40B4-BE49-F238E27FC236}">
                  <a16:creationId xmlns:a16="http://schemas.microsoft.com/office/drawing/2014/main" id="{84CD4B63-007A-4932-8B99-BAA5AB1F81E2}"/>
                </a:ext>
              </a:extLst>
            </p:cNvPr>
            <p:cNvSpPr/>
            <p:nvPr/>
          </p:nvSpPr>
          <p:spPr>
            <a:xfrm>
              <a:off x="4607560" y="42576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1" name="object 76">
              <a:extLst>
                <a:ext uri="{FF2B5EF4-FFF2-40B4-BE49-F238E27FC236}">
                  <a16:creationId xmlns:a16="http://schemas.microsoft.com/office/drawing/2014/main" id="{3CFB95AC-5F95-49F9-B6D0-FF754CF3DCEF}"/>
                </a:ext>
              </a:extLst>
            </p:cNvPr>
            <p:cNvSpPr/>
            <p:nvPr/>
          </p:nvSpPr>
          <p:spPr>
            <a:xfrm>
              <a:off x="4607560" y="42640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2" name="object 77">
              <a:extLst>
                <a:ext uri="{FF2B5EF4-FFF2-40B4-BE49-F238E27FC236}">
                  <a16:creationId xmlns:a16="http://schemas.microsoft.com/office/drawing/2014/main" id="{35C7A3F7-977C-4A52-8AAE-226646B128BC}"/>
                </a:ext>
              </a:extLst>
            </p:cNvPr>
            <p:cNvSpPr/>
            <p:nvPr/>
          </p:nvSpPr>
          <p:spPr>
            <a:xfrm>
              <a:off x="4607560" y="42703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3" name="object 78">
              <a:extLst>
                <a:ext uri="{FF2B5EF4-FFF2-40B4-BE49-F238E27FC236}">
                  <a16:creationId xmlns:a16="http://schemas.microsoft.com/office/drawing/2014/main" id="{02690B30-F622-4ACF-B713-C84A635D0EA6}"/>
                </a:ext>
              </a:extLst>
            </p:cNvPr>
            <p:cNvSpPr/>
            <p:nvPr/>
          </p:nvSpPr>
          <p:spPr>
            <a:xfrm>
              <a:off x="4607560" y="42767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4" name="object 79">
              <a:extLst>
                <a:ext uri="{FF2B5EF4-FFF2-40B4-BE49-F238E27FC236}">
                  <a16:creationId xmlns:a16="http://schemas.microsoft.com/office/drawing/2014/main" id="{9373C41B-038C-40F4-BA0A-0D77C0690B92}"/>
                </a:ext>
              </a:extLst>
            </p:cNvPr>
            <p:cNvSpPr/>
            <p:nvPr/>
          </p:nvSpPr>
          <p:spPr>
            <a:xfrm>
              <a:off x="4607560" y="42830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5" name="object 80">
              <a:extLst>
                <a:ext uri="{FF2B5EF4-FFF2-40B4-BE49-F238E27FC236}">
                  <a16:creationId xmlns:a16="http://schemas.microsoft.com/office/drawing/2014/main" id="{DE6E8E82-D301-44B8-B173-1618621EDA47}"/>
                </a:ext>
              </a:extLst>
            </p:cNvPr>
            <p:cNvSpPr/>
            <p:nvPr/>
          </p:nvSpPr>
          <p:spPr>
            <a:xfrm>
              <a:off x="4607560" y="42894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6" name="object 81">
              <a:extLst>
                <a:ext uri="{FF2B5EF4-FFF2-40B4-BE49-F238E27FC236}">
                  <a16:creationId xmlns:a16="http://schemas.microsoft.com/office/drawing/2014/main" id="{D5D9E1D9-39B2-45A6-80BD-C57445F9AFC1}"/>
                </a:ext>
              </a:extLst>
            </p:cNvPr>
            <p:cNvSpPr/>
            <p:nvPr/>
          </p:nvSpPr>
          <p:spPr>
            <a:xfrm>
              <a:off x="4607560" y="42957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7" name="object 82">
              <a:extLst>
                <a:ext uri="{FF2B5EF4-FFF2-40B4-BE49-F238E27FC236}">
                  <a16:creationId xmlns:a16="http://schemas.microsoft.com/office/drawing/2014/main" id="{7023ADF1-C67B-454B-BB79-EEB2DF71E93E}"/>
                </a:ext>
              </a:extLst>
            </p:cNvPr>
            <p:cNvSpPr/>
            <p:nvPr/>
          </p:nvSpPr>
          <p:spPr>
            <a:xfrm>
              <a:off x="4607560" y="430085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62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20" y="761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8" name="object 83">
              <a:extLst>
                <a:ext uri="{FF2B5EF4-FFF2-40B4-BE49-F238E27FC236}">
                  <a16:creationId xmlns:a16="http://schemas.microsoft.com/office/drawing/2014/main" id="{1E53A574-EC88-4B2E-8828-8129A7D650B1}"/>
                </a:ext>
              </a:extLst>
            </p:cNvPr>
            <p:cNvSpPr/>
            <p:nvPr/>
          </p:nvSpPr>
          <p:spPr>
            <a:xfrm>
              <a:off x="4607560" y="43084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89" name="object 84">
              <a:extLst>
                <a:ext uri="{FF2B5EF4-FFF2-40B4-BE49-F238E27FC236}">
                  <a16:creationId xmlns:a16="http://schemas.microsoft.com/office/drawing/2014/main" id="{985B8FB1-BC2D-4695-B77C-CD47A95DF20B}"/>
                </a:ext>
              </a:extLst>
            </p:cNvPr>
            <p:cNvSpPr/>
            <p:nvPr/>
          </p:nvSpPr>
          <p:spPr>
            <a:xfrm>
              <a:off x="4607560" y="4313555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70">
                  <a:moveTo>
                    <a:pt x="762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7620" y="1396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0" name="object 85">
              <a:extLst>
                <a:ext uri="{FF2B5EF4-FFF2-40B4-BE49-F238E27FC236}">
                  <a16:creationId xmlns:a16="http://schemas.microsoft.com/office/drawing/2014/main" id="{221E43D9-4D3A-4453-BABC-422FD2F41736}"/>
                </a:ext>
              </a:extLst>
            </p:cNvPr>
            <p:cNvSpPr/>
            <p:nvPr/>
          </p:nvSpPr>
          <p:spPr>
            <a:xfrm>
              <a:off x="4607560" y="43275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1" name="object 86">
              <a:extLst>
                <a:ext uri="{FF2B5EF4-FFF2-40B4-BE49-F238E27FC236}">
                  <a16:creationId xmlns:a16="http://schemas.microsoft.com/office/drawing/2014/main" id="{27847A43-BB8F-47DA-83AC-F291EBBAA035}"/>
                </a:ext>
              </a:extLst>
            </p:cNvPr>
            <p:cNvSpPr/>
            <p:nvPr/>
          </p:nvSpPr>
          <p:spPr>
            <a:xfrm>
              <a:off x="4607560" y="4333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2" name="object 87">
              <a:extLst>
                <a:ext uri="{FF2B5EF4-FFF2-40B4-BE49-F238E27FC236}">
                  <a16:creationId xmlns:a16="http://schemas.microsoft.com/office/drawing/2014/main" id="{B0016121-7370-42DF-8B0D-D064E04A0D87}"/>
                </a:ext>
              </a:extLst>
            </p:cNvPr>
            <p:cNvSpPr/>
            <p:nvPr/>
          </p:nvSpPr>
          <p:spPr>
            <a:xfrm>
              <a:off x="4607560" y="434022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3" name="object 88">
              <a:extLst>
                <a:ext uri="{FF2B5EF4-FFF2-40B4-BE49-F238E27FC236}">
                  <a16:creationId xmlns:a16="http://schemas.microsoft.com/office/drawing/2014/main" id="{49318D4F-9CA3-47F3-89D5-C49272705705}"/>
                </a:ext>
              </a:extLst>
            </p:cNvPr>
            <p:cNvSpPr/>
            <p:nvPr/>
          </p:nvSpPr>
          <p:spPr>
            <a:xfrm>
              <a:off x="4611369" y="4345305"/>
              <a:ext cx="0" cy="237490"/>
            </a:xfrm>
            <a:custGeom>
              <a:avLst/>
              <a:gdLst/>
              <a:ahLst/>
              <a:cxnLst/>
              <a:rect l="l" t="t" r="r" b="b"/>
              <a:pathLst>
                <a:path h="237489">
                  <a:moveTo>
                    <a:pt x="0" y="237489"/>
                  </a:moveTo>
                  <a:lnTo>
                    <a:pt x="0" y="0"/>
                  </a:lnTo>
                  <a:lnTo>
                    <a:pt x="0" y="237489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4" name="object 89">
              <a:extLst>
                <a:ext uri="{FF2B5EF4-FFF2-40B4-BE49-F238E27FC236}">
                  <a16:creationId xmlns:a16="http://schemas.microsoft.com/office/drawing/2014/main" id="{2DC613E8-549F-4167-BA09-FEC177233CB1}"/>
                </a:ext>
              </a:extLst>
            </p:cNvPr>
            <p:cNvSpPr/>
            <p:nvPr/>
          </p:nvSpPr>
          <p:spPr>
            <a:xfrm>
              <a:off x="4607560" y="4582794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39" h="1270">
                  <a:moveTo>
                    <a:pt x="2540" y="0"/>
                  </a:moveTo>
                  <a:lnTo>
                    <a:pt x="0" y="0"/>
                  </a:lnTo>
                  <a:lnTo>
                    <a:pt x="0" y="1269"/>
                  </a:lnTo>
                  <a:lnTo>
                    <a:pt x="2540" y="126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A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5" name="object 90">
              <a:extLst>
                <a:ext uri="{FF2B5EF4-FFF2-40B4-BE49-F238E27FC236}">
                  <a16:creationId xmlns:a16="http://schemas.microsoft.com/office/drawing/2014/main" id="{A83FBCBE-B4F9-46A8-BCFE-3217233DDD2D}"/>
                </a:ext>
              </a:extLst>
            </p:cNvPr>
            <p:cNvSpPr/>
            <p:nvPr/>
          </p:nvSpPr>
          <p:spPr>
            <a:xfrm>
              <a:off x="4599939" y="4206875"/>
              <a:ext cx="7620" cy="377190"/>
            </a:xfrm>
            <a:custGeom>
              <a:avLst/>
              <a:gdLst/>
              <a:ahLst/>
              <a:cxnLst/>
              <a:rect l="l" t="t" r="r" b="b"/>
              <a:pathLst>
                <a:path w="7620" h="377189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1269"/>
                  </a:lnTo>
                  <a:lnTo>
                    <a:pt x="6350" y="1269"/>
                  </a:lnTo>
                  <a:lnTo>
                    <a:pt x="6350" y="0"/>
                  </a:lnTo>
                  <a:close/>
                </a:path>
                <a:path w="7620" h="377189">
                  <a:moveTo>
                    <a:pt x="7620" y="6349"/>
                  </a:moveTo>
                  <a:lnTo>
                    <a:pt x="0" y="6349"/>
                  </a:lnTo>
                  <a:lnTo>
                    <a:pt x="0" y="12699"/>
                  </a:lnTo>
                  <a:lnTo>
                    <a:pt x="7620" y="12699"/>
                  </a:lnTo>
                  <a:lnTo>
                    <a:pt x="7620" y="6349"/>
                  </a:lnTo>
                  <a:close/>
                </a:path>
                <a:path w="7620" h="377189">
                  <a:moveTo>
                    <a:pt x="7620" y="12699"/>
                  </a:moveTo>
                  <a:lnTo>
                    <a:pt x="0" y="12699"/>
                  </a:lnTo>
                  <a:lnTo>
                    <a:pt x="0" y="19049"/>
                  </a:lnTo>
                  <a:lnTo>
                    <a:pt x="7620" y="19049"/>
                  </a:lnTo>
                  <a:lnTo>
                    <a:pt x="7620" y="12699"/>
                  </a:lnTo>
                  <a:close/>
                </a:path>
                <a:path w="7620" h="377189">
                  <a:moveTo>
                    <a:pt x="7620" y="19049"/>
                  </a:moveTo>
                  <a:lnTo>
                    <a:pt x="0" y="19049"/>
                  </a:lnTo>
                  <a:lnTo>
                    <a:pt x="0" y="25399"/>
                  </a:lnTo>
                  <a:lnTo>
                    <a:pt x="7620" y="25399"/>
                  </a:lnTo>
                  <a:lnTo>
                    <a:pt x="7620" y="19049"/>
                  </a:lnTo>
                  <a:close/>
                </a:path>
                <a:path w="7620" h="377189">
                  <a:moveTo>
                    <a:pt x="7620" y="25399"/>
                  </a:moveTo>
                  <a:lnTo>
                    <a:pt x="0" y="25399"/>
                  </a:lnTo>
                  <a:lnTo>
                    <a:pt x="0" y="31749"/>
                  </a:lnTo>
                  <a:lnTo>
                    <a:pt x="7620" y="31749"/>
                  </a:lnTo>
                  <a:lnTo>
                    <a:pt x="7620" y="25399"/>
                  </a:lnTo>
                  <a:close/>
                </a:path>
                <a:path w="7620" h="377189">
                  <a:moveTo>
                    <a:pt x="7620" y="31749"/>
                  </a:moveTo>
                  <a:lnTo>
                    <a:pt x="0" y="31749"/>
                  </a:lnTo>
                  <a:lnTo>
                    <a:pt x="0" y="38099"/>
                  </a:lnTo>
                  <a:lnTo>
                    <a:pt x="7620" y="38099"/>
                  </a:lnTo>
                  <a:lnTo>
                    <a:pt x="7620" y="31749"/>
                  </a:lnTo>
                  <a:close/>
                </a:path>
                <a:path w="7620" h="377189">
                  <a:moveTo>
                    <a:pt x="7620" y="38099"/>
                  </a:moveTo>
                  <a:lnTo>
                    <a:pt x="0" y="38099"/>
                  </a:lnTo>
                  <a:lnTo>
                    <a:pt x="0" y="44449"/>
                  </a:lnTo>
                  <a:lnTo>
                    <a:pt x="7620" y="44449"/>
                  </a:lnTo>
                  <a:lnTo>
                    <a:pt x="7620" y="38099"/>
                  </a:lnTo>
                  <a:close/>
                </a:path>
                <a:path w="7620" h="377189">
                  <a:moveTo>
                    <a:pt x="7620" y="44449"/>
                  </a:moveTo>
                  <a:lnTo>
                    <a:pt x="0" y="44449"/>
                  </a:lnTo>
                  <a:lnTo>
                    <a:pt x="0" y="50799"/>
                  </a:lnTo>
                  <a:lnTo>
                    <a:pt x="7620" y="50799"/>
                  </a:lnTo>
                  <a:lnTo>
                    <a:pt x="7620" y="44449"/>
                  </a:lnTo>
                  <a:close/>
                </a:path>
                <a:path w="7620" h="377189">
                  <a:moveTo>
                    <a:pt x="7620" y="50799"/>
                  </a:moveTo>
                  <a:lnTo>
                    <a:pt x="0" y="50799"/>
                  </a:lnTo>
                  <a:lnTo>
                    <a:pt x="0" y="57149"/>
                  </a:lnTo>
                  <a:lnTo>
                    <a:pt x="7620" y="57149"/>
                  </a:lnTo>
                  <a:lnTo>
                    <a:pt x="7620" y="50799"/>
                  </a:lnTo>
                  <a:close/>
                </a:path>
                <a:path w="7620" h="377189">
                  <a:moveTo>
                    <a:pt x="7620" y="57149"/>
                  </a:moveTo>
                  <a:lnTo>
                    <a:pt x="0" y="57149"/>
                  </a:lnTo>
                  <a:lnTo>
                    <a:pt x="0" y="63499"/>
                  </a:lnTo>
                  <a:lnTo>
                    <a:pt x="7620" y="63499"/>
                  </a:lnTo>
                  <a:lnTo>
                    <a:pt x="7620" y="57149"/>
                  </a:lnTo>
                  <a:close/>
                </a:path>
                <a:path w="7620" h="377189">
                  <a:moveTo>
                    <a:pt x="7620" y="63499"/>
                  </a:moveTo>
                  <a:lnTo>
                    <a:pt x="0" y="63499"/>
                  </a:lnTo>
                  <a:lnTo>
                    <a:pt x="0" y="69849"/>
                  </a:lnTo>
                  <a:lnTo>
                    <a:pt x="7620" y="69849"/>
                  </a:lnTo>
                  <a:lnTo>
                    <a:pt x="7620" y="63499"/>
                  </a:lnTo>
                  <a:close/>
                </a:path>
                <a:path w="7620" h="377189">
                  <a:moveTo>
                    <a:pt x="7620" y="69849"/>
                  </a:moveTo>
                  <a:lnTo>
                    <a:pt x="0" y="69849"/>
                  </a:lnTo>
                  <a:lnTo>
                    <a:pt x="0" y="76199"/>
                  </a:lnTo>
                  <a:lnTo>
                    <a:pt x="7620" y="76199"/>
                  </a:lnTo>
                  <a:lnTo>
                    <a:pt x="7620" y="69849"/>
                  </a:lnTo>
                  <a:close/>
                </a:path>
                <a:path w="7620" h="377189">
                  <a:moveTo>
                    <a:pt x="7620" y="76199"/>
                  </a:moveTo>
                  <a:lnTo>
                    <a:pt x="0" y="76199"/>
                  </a:lnTo>
                  <a:lnTo>
                    <a:pt x="0" y="82549"/>
                  </a:lnTo>
                  <a:lnTo>
                    <a:pt x="7620" y="82549"/>
                  </a:lnTo>
                  <a:lnTo>
                    <a:pt x="7620" y="76199"/>
                  </a:lnTo>
                  <a:close/>
                </a:path>
                <a:path w="7620" h="377189">
                  <a:moveTo>
                    <a:pt x="7620" y="82549"/>
                  </a:moveTo>
                  <a:lnTo>
                    <a:pt x="0" y="82549"/>
                  </a:lnTo>
                  <a:lnTo>
                    <a:pt x="0" y="88899"/>
                  </a:lnTo>
                  <a:lnTo>
                    <a:pt x="7620" y="88899"/>
                  </a:lnTo>
                  <a:lnTo>
                    <a:pt x="7620" y="82549"/>
                  </a:lnTo>
                  <a:close/>
                </a:path>
                <a:path w="7620" h="377189">
                  <a:moveTo>
                    <a:pt x="7620" y="88899"/>
                  </a:moveTo>
                  <a:lnTo>
                    <a:pt x="0" y="88899"/>
                  </a:lnTo>
                  <a:lnTo>
                    <a:pt x="0" y="93979"/>
                  </a:lnTo>
                  <a:lnTo>
                    <a:pt x="7620" y="93979"/>
                  </a:lnTo>
                  <a:lnTo>
                    <a:pt x="7620" y="88899"/>
                  </a:lnTo>
                  <a:close/>
                </a:path>
                <a:path w="7620" h="377189">
                  <a:moveTo>
                    <a:pt x="7620" y="93979"/>
                  </a:moveTo>
                  <a:lnTo>
                    <a:pt x="0" y="93979"/>
                  </a:lnTo>
                  <a:lnTo>
                    <a:pt x="0" y="101599"/>
                  </a:lnTo>
                  <a:lnTo>
                    <a:pt x="7620" y="101599"/>
                  </a:lnTo>
                  <a:lnTo>
                    <a:pt x="7620" y="93979"/>
                  </a:lnTo>
                  <a:close/>
                </a:path>
                <a:path w="7620" h="377189">
                  <a:moveTo>
                    <a:pt x="7620" y="101599"/>
                  </a:moveTo>
                  <a:lnTo>
                    <a:pt x="0" y="101599"/>
                  </a:lnTo>
                  <a:lnTo>
                    <a:pt x="0" y="106679"/>
                  </a:lnTo>
                  <a:lnTo>
                    <a:pt x="7620" y="106679"/>
                  </a:lnTo>
                  <a:lnTo>
                    <a:pt x="7620" y="101599"/>
                  </a:lnTo>
                  <a:close/>
                </a:path>
                <a:path w="7620" h="377189">
                  <a:moveTo>
                    <a:pt x="7620" y="106679"/>
                  </a:moveTo>
                  <a:lnTo>
                    <a:pt x="0" y="106679"/>
                  </a:lnTo>
                  <a:lnTo>
                    <a:pt x="0" y="120649"/>
                  </a:lnTo>
                  <a:lnTo>
                    <a:pt x="7620" y="120649"/>
                  </a:lnTo>
                  <a:lnTo>
                    <a:pt x="7620" y="106679"/>
                  </a:lnTo>
                  <a:close/>
                </a:path>
                <a:path w="7620" h="377189">
                  <a:moveTo>
                    <a:pt x="7620" y="120649"/>
                  </a:moveTo>
                  <a:lnTo>
                    <a:pt x="0" y="120649"/>
                  </a:lnTo>
                  <a:lnTo>
                    <a:pt x="0" y="126999"/>
                  </a:lnTo>
                  <a:lnTo>
                    <a:pt x="7620" y="126999"/>
                  </a:lnTo>
                  <a:lnTo>
                    <a:pt x="7620" y="120649"/>
                  </a:lnTo>
                  <a:close/>
                </a:path>
                <a:path w="7620" h="377189">
                  <a:moveTo>
                    <a:pt x="7620" y="126999"/>
                  </a:moveTo>
                  <a:lnTo>
                    <a:pt x="0" y="126999"/>
                  </a:lnTo>
                  <a:lnTo>
                    <a:pt x="0" y="133349"/>
                  </a:lnTo>
                  <a:lnTo>
                    <a:pt x="7620" y="133349"/>
                  </a:lnTo>
                  <a:lnTo>
                    <a:pt x="7620" y="126999"/>
                  </a:lnTo>
                  <a:close/>
                </a:path>
                <a:path w="7620" h="377189">
                  <a:moveTo>
                    <a:pt x="7620" y="133349"/>
                  </a:moveTo>
                  <a:lnTo>
                    <a:pt x="0" y="133349"/>
                  </a:lnTo>
                  <a:lnTo>
                    <a:pt x="0" y="138429"/>
                  </a:lnTo>
                  <a:lnTo>
                    <a:pt x="7620" y="138429"/>
                  </a:lnTo>
                  <a:lnTo>
                    <a:pt x="7620" y="133349"/>
                  </a:lnTo>
                  <a:close/>
                </a:path>
                <a:path w="7620" h="377189">
                  <a:moveTo>
                    <a:pt x="7620" y="138429"/>
                  </a:moveTo>
                  <a:lnTo>
                    <a:pt x="0" y="138429"/>
                  </a:lnTo>
                  <a:lnTo>
                    <a:pt x="0" y="165099"/>
                  </a:lnTo>
                  <a:lnTo>
                    <a:pt x="7620" y="165099"/>
                  </a:lnTo>
                  <a:lnTo>
                    <a:pt x="7620" y="138429"/>
                  </a:lnTo>
                  <a:close/>
                </a:path>
                <a:path w="7620" h="377189">
                  <a:moveTo>
                    <a:pt x="7620" y="165099"/>
                  </a:moveTo>
                  <a:lnTo>
                    <a:pt x="0" y="165099"/>
                  </a:lnTo>
                  <a:lnTo>
                    <a:pt x="0" y="222249"/>
                  </a:lnTo>
                  <a:lnTo>
                    <a:pt x="7620" y="222249"/>
                  </a:lnTo>
                  <a:lnTo>
                    <a:pt x="7620" y="165099"/>
                  </a:lnTo>
                  <a:close/>
                </a:path>
                <a:path w="7620" h="377189">
                  <a:moveTo>
                    <a:pt x="7620" y="222249"/>
                  </a:moveTo>
                  <a:lnTo>
                    <a:pt x="0" y="222249"/>
                  </a:lnTo>
                  <a:lnTo>
                    <a:pt x="0" y="228599"/>
                  </a:lnTo>
                  <a:lnTo>
                    <a:pt x="7620" y="228599"/>
                  </a:lnTo>
                  <a:lnTo>
                    <a:pt x="7620" y="222249"/>
                  </a:lnTo>
                  <a:close/>
                </a:path>
                <a:path w="7620" h="377189">
                  <a:moveTo>
                    <a:pt x="7620" y="228599"/>
                  </a:moveTo>
                  <a:lnTo>
                    <a:pt x="0" y="228599"/>
                  </a:lnTo>
                  <a:lnTo>
                    <a:pt x="0" y="233679"/>
                  </a:lnTo>
                  <a:lnTo>
                    <a:pt x="7620" y="233679"/>
                  </a:lnTo>
                  <a:lnTo>
                    <a:pt x="7620" y="228599"/>
                  </a:lnTo>
                  <a:close/>
                </a:path>
                <a:path w="7620" h="377189">
                  <a:moveTo>
                    <a:pt x="7620" y="233679"/>
                  </a:moveTo>
                  <a:lnTo>
                    <a:pt x="0" y="233679"/>
                  </a:lnTo>
                  <a:lnTo>
                    <a:pt x="0" y="241299"/>
                  </a:lnTo>
                  <a:lnTo>
                    <a:pt x="7620" y="241299"/>
                  </a:lnTo>
                  <a:lnTo>
                    <a:pt x="7620" y="233679"/>
                  </a:lnTo>
                  <a:close/>
                </a:path>
                <a:path w="7620" h="377189">
                  <a:moveTo>
                    <a:pt x="7620" y="241299"/>
                  </a:moveTo>
                  <a:lnTo>
                    <a:pt x="0" y="241299"/>
                  </a:lnTo>
                  <a:lnTo>
                    <a:pt x="0" y="247649"/>
                  </a:lnTo>
                  <a:lnTo>
                    <a:pt x="7620" y="247649"/>
                  </a:lnTo>
                  <a:lnTo>
                    <a:pt x="7620" y="241299"/>
                  </a:lnTo>
                  <a:close/>
                </a:path>
                <a:path w="7620" h="377189">
                  <a:moveTo>
                    <a:pt x="7620" y="247649"/>
                  </a:moveTo>
                  <a:lnTo>
                    <a:pt x="0" y="247649"/>
                  </a:lnTo>
                  <a:lnTo>
                    <a:pt x="0" y="253999"/>
                  </a:lnTo>
                  <a:lnTo>
                    <a:pt x="7620" y="253999"/>
                  </a:lnTo>
                  <a:lnTo>
                    <a:pt x="7620" y="247649"/>
                  </a:lnTo>
                  <a:close/>
                </a:path>
                <a:path w="7620" h="377189">
                  <a:moveTo>
                    <a:pt x="7620" y="253999"/>
                  </a:moveTo>
                  <a:lnTo>
                    <a:pt x="0" y="253999"/>
                  </a:lnTo>
                  <a:lnTo>
                    <a:pt x="0" y="266699"/>
                  </a:lnTo>
                  <a:lnTo>
                    <a:pt x="7620" y="266699"/>
                  </a:lnTo>
                  <a:lnTo>
                    <a:pt x="7620" y="253999"/>
                  </a:lnTo>
                  <a:close/>
                </a:path>
                <a:path w="7620" h="377189">
                  <a:moveTo>
                    <a:pt x="7620" y="266699"/>
                  </a:moveTo>
                  <a:lnTo>
                    <a:pt x="0" y="266699"/>
                  </a:lnTo>
                  <a:lnTo>
                    <a:pt x="0" y="273049"/>
                  </a:lnTo>
                  <a:lnTo>
                    <a:pt x="7620" y="273049"/>
                  </a:lnTo>
                  <a:lnTo>
                    <a:pt x="7620" y="266699"/>
                  </a:lnTo>
                  <a:close/>
                </a:path>
                <a:path w="7620" h="377189">
                  <a:moveTo>
                    <a:pt x="7620" y="273049"/>
                  </a:moveTo>
                  <a:lnTo>
                    <a:pt x="0" y="273049"/>
                  </a:lnTo>
                  <a:lnTo>
                    <a:pt x="0" y="278129"/>
                  </a:lnTo>
                  <a:lnTo>
                    <a:pt x="7620" y="278129"/>
                  </a:lnTo>
                  <a:lnTo>
                    <a:pt x="7620" y="273049"/>
                  </a:lnTo>
                  <a:close/>
                </a:path>
                <a:path w="7620" h="377189">
                  <a:moveTo>
                    <a:pt x="7620" y="278129"/>
                  </a:moveTo>
                  <a:lnTo>
                    <a:pt x="0" y="278129"/>
                  </a:lnTo>
                  <a:lnTo>
                    <a:pt x="0" y="280669"/>
                  </a:lnTo>
                  <a:lnTo>
                    <a:pt x="7620" y="280669"/>
                  </a:lnTo>
                  <a:lnTo>
                    <a:pt x="7620" y="278129"/>
                  </a:lnTo>
                  <a:close/>
                </a:path>
                <a:path w="7620" h="377189">
                  <a:moveTo>
                    <a:pt x="7620" y="280669"/>
                  </a:moveTo>
                  <a:lnTo>
                    <a:pt x="0" y="280669"/>
                  </a:lnTo>
                  <a:lnTo>
                    <a:pt x="0" y="287019"/>
                  </a:lnTo>
                  <a:lnTo>
                    <a:pt x="7620" y="287019"/>
                  </a:lnTo>
                  <a:lnTo>
                    <a:pt x="7620" y="280669"/>
                  </a:lnTo>
                  <a:close/>
                </a:path>
                <a:path w="7620" h="377189">
                  <a:moveTo>
                    <a:pt x="7620" y="287019"/>
                  </a:moveTo>
                  <a:lnTo>
                    <a:pt x="0" y="287019"/>
                  </a:lnTo>
                  <a:lnTo>
                    <a:pt x="0" y="290829"/>
                  </a:lnTo>
                  <a:lnTo>
                    <a:pt x="7620" y="290829"/>
                  </a:lnTo>
                  <a:lnTo>
                    <a:pt x="7620" y="287019"/>
                  </a:lnTo>
                  <a:close/>
                </a:path>
                <a:path w="7620" h="377189">
                  <a:moveTo>
                    <a:pt x="7620" y="290829"/>
                  </a:moveTo>
                  <a:lnTo>
                    <a:pt x="0" y="290829"/>
                  </a:lnTo>
                  <a:lnTo>
                    <a:pt x="0" y="297179"/>
                  </a:lnTo>
                  <a:lnTo>
                    <a:pt x="7620" y="297179"/>
                  </a:lnTo>
                  <a:lnTo>
                    <a:pt x="7620" y="290829"/>
                  </a:lnTo>
                  <a:close/>
                </a:path>
                <a:path w="7620" h="377189">
                  <a:moveTo>
                    <a:pt x="7620" y="297179"/>
                  </a:moveTo>
                  <a:lnTo>
                    <a:pt x="0" y="297179"/>
                  </a:lnTo>
                  <a:lnTo>
                    <a:pt x="0" y="299719"/>
                  </a:lnTo>
                  <a:lnTo>
                    <a:pt x="7620" y="299719"/>
                  </a:lnTo>
                  <a:lnTo>
                    <a:pt x="7620" y="297179"/>
                  </a:lnTo>
                  <a:close/>
                </a:path>
                <a:path w="7620" h="377189">
                  <a:moveTo>
                    <a:pt x="7620" y="299719"/>
                  </a:moveTo>
                  <a:lnTo>
                    <a:pt x="0" y="299719"/>
                  </a:lnTo>
                  <a:lnTo>
                    <a:pt x="0" y="303529"/>
                  </a:lnTo>
                  <a:lnTo>
                    <a:pt x="7620" y="303529"/>
                  </a:lnTo>
                  <a:lnTo>
                    <a:pt x="7620" y="299719"/>
                  </a:lnTo>
                  <a:close/>
                </a:path>
                <a:path w="7620" h="377189">
                  <a:moveTo>
                    <a:pt x="7620" y="303529"/>
                  </a:moveTo>
                  <a:lnTo>
                    <a:pt x="0" y="303529"/>
                  </a:lnTo>
                  <a:lnTo>
                    <a:pt x="0" y="306069"/>
                  </a:lnTo>
                  <a:lnTo>
                    <a:pt x="7620" y="306069"/>
                  </a:lnTo>
                  <a:lnTo>
                    <a:pt x="7620" y="303529"/>
                  </a:lnTo>
                  <a:close/>
                </a:path>
                <a:path w="7620" h="377189">
                  <a:moveTo>
                    <a:pt x="7620" y="306069"/>
                  </a:moveTo>
                  <a:lnTo>
                    <a:pt x="0" y="306069"/>
                  </a:lnTo>
                  <a:lnTo>
                    <a:pt x="0" y="309879"/>
                  </a:lnTo>
                  <a:lnTo>
                    <a:pt x="7620" y="309879"/>
                  </a:lnTo>
                  <a:lnTo>
                    <a:pt x="7620" y="306069"/>
                  </a:lnTo>
                  <a:close/>
                </a:path>
                <a:path w="7620" h="377189">
                  <a:moveTo>
                    <a:pt x="7620" y="309879"/>
                  </a:moveTo>
                  <a:lnTo>
                    <a:pt x="0" y="309879"/>
                  </a:lnTo>
                  <a:lnTo>
                    <a:pt x="0" y="312419"/>
                  </a:lnTo>
                  <a:lnTo>
                    <a:pt x="7620" y="312419"/>
                  </a:lnTo>
                  <a:lnTo>
                    <a:pt x="7620" y="309879"/>
                  </a:lnTo>
                  <a:close/>
                </a:path>
                <a:path w="7620" h="377189">
                  <a:moveTo>
                    <a:pt x="7620" y="312419"/>
                  </a:moveTo>
                  <a:lnTo>
                    <a:pt x="0" y="312419"/>
                  </a:lnTo>
                  <a:lnTo>
                    <a:pt x="0" y="318769"/>
                  </a:lnTo>
                  <a:lnTo>
                    <a:pt x="7620" y="318769"/>
                  </a:lnTo>
                  <a:lnTo>
                    <a:pt x="7620" y="312419"/>
                  </a:lnTo>
                  <a:close/>
                </a:path>
                <a:path w="7620" h="377189">
                  <a:moveTo>
                    <a:pt x="7620" y="318769"/>
                  </a:moveTo>
                  <a:lnTo>
                    <a:pt x="0" y="318769"/>
                  </a:lnTo>
                  <a:lnTo>
                    <a:pt x="0" y="322579"/>
                  </a:lnTo>
                  <a:lnTo>
                    <a:pt x="7620" y="322579"/>
                  </a:lnTo>
                  <a:lnTo>
                    <a:pt x="7620" y="318769"/>
                  </a:lnTo>
                  <a:close/>
                </a:path>
                <a:path w="7620" h="377189">
                  <a:moveTo>
                    <a:pt x="7620" y="322579"/>
                  </a:moveTo>
                  <a:lnTo>
                    <a:pt x="0" y="322579"/>
                  </a:lnTo>
                  <a:lnTo>
                    <a:pt x="0" y="325119"/>
                  </a:lnTo>
                  <a:lnTo>
                    <a:pt x="7620" y="325119"/>
                  </a:lnTo>
                  <a:lnTo>
                    <a:pt x="7620" y="322579"/>
                  </a:lnTo>
                  <a:close/>
                </a:path>
                <a:path w="7620" h="377189">
                  <a:moveTo>
                    <a:pt x="7620" y="325119"/>
                  </a:moveTo>
                  <a:lnTo>
                    <a:pt x="0" y="325119"/>
                  </a:lnTo>
                  <a:lnTo>
                    <a:pt x="0" y="328929"/>
                  </a:lnTo>
                  <a:lnTo>
                    <a:pt x="7620" y="328929"/>
                  </a:lnTo>
                  <a:lnTo>
                    <a:pt x="7620" y="325119"/>
                  </a:lnTo>
                  <a:close/>
                </a:path>
                <a:path w="7620" h="377189">
                  <a:moveTo>
                    <a:pt x="7620" y="328929"/>
                  </a:moveTo>
                  <a:lnTo>
                    <a:pt x="0" y="328929"/>
                  </a:lnTo>
                  <a:lnTo>
                    <a:pt x="0" y="331469"/>
                  </a:lnTo>
                  <a:lnTo>
                    <a:pt x="7620" y="331469"/>
                  </a:lnTo>
                  <a:lnTo>
                    <a:pt x="7620" y="328929"/>
                  </a:lnTo>
                  <a:close/>
                </a:path>
                <a:path w="7620" h="377189">
                  <a:moveTo>
                    <a:pt x="7620" y="331469"/>
                  </a:moveTo>
                  <a:lnTo>
                    <a:pt x="0" y="331469"/>
                  </a:lnTo>
                  <a:lnTo>
                    <a:pt x="0" y="335279"/>
                  </a:lnTo>
                  <a:lnTo>
                    <a:pt x="7620" y="335279"/>
                  </a:lnTo>
                  <a:lnTo>
                    <a:pt x="7620" y="331469"/>
                  </a:lnTo>
                  <a:close/>
                </a:path>
                <a:path w="7620" h="377189">
                  <a:moveTo>
                    <a:pt x="7620" y="335279"/>
                  </a:moveTo>
                  <a:lnTo>
                    <a:pt x="0" y="335279"/>
                  </a:lnTo>
                  <a:lnTo>
                    <a:pt x="0" y="337819"/>
                  </a:lnTo>
                  <a:lnTo>
                    <a:pt x="7620" y="337819"/>
                  </a:lnTo>
                  <a:lnTo>
                    <a:pt x="7620" y="335279"/>
                  </a:lnTo>
                  <a:close/>
                </a:path>
                <a:path w="7620" h="377189">
                  <a:moveTo>
                    <a:pt x="7620" y="337819"/>
                  </a:moveTo>
                  <a:lnTo>
                    <a:pt x="0" y="337819"/>
                  </a:lnTo>
                  <a:lnTo>
                    <a:pt x="0" y="341629"/>
                  </a:lnTo>
                  <a:lnTo>
                    <a:pt x="7620" y="341629"/>
                  </a:lnTo>
                  <a:lnTo>
                    <a:pt x="7620" y="337819"/>
                  </a:lnTo>
                  <a:close/>
                </a:path>
                <a:path w="7620" h="377189">
                  <a:moveTo>
                    <a:pt x="7620" y="341629"/>
                  </a:moveTo>
                  <a:lnTo>
                    <a:pt x="0" y="341629"/>
                  </a:lnTo>
                  <a:lnTo>
                    <a:pt x="0" y="344169"/>
                  </a:lnTo>
                  <a:lnTo>
                    <a:pt x="7620" y="344169"/>
                  </a:lnTo>
                  <a:lnTo>
                    <a:pt x="7620" y="341629"/>
                  </a:lnTo>
                  <a:close/>
                </a:path>
                <a:path w="7620" h="377189">
                  <a:moveTo>
                    <a:pt x="7620" y="344169"/>
                  </a:moveTo>
                  <a:lnTo>
                    <a:pt x="0" y="344169"/>
                  </a:lnTo>
                  <a:lnTo>
                    <a:pt x="0" y="347979"/>
                  </a:lnTo>
                  <a:lnTo>
                    <a:pt x="7620" y="347979"/>
                  </a:lnTo>
                  <a:lnTo>
                    <a:pt x="7620" y="344169"/>
                  </a:lnTo>
                  <a:close/>
                </a:path>
                <a:path w="7620" h="377189">
                  <a:moveTo>
                    <a:pt x="7620" y="347979"/>
                  </a:moveTo>
                  <a:lnTo>
                    <a:pt x="0" y="347979"/>
                  </a:lnTo>
                  <a:lnTo>
                    <a:pt x="0" y="350519"/>
                  </a:lnTo>
                  <a:lnTo>
                    <a:pt x="7620" y="350519"/>
                  </a:lnTo>
                  <a:lnTo>
                    <a:pt x="7620" y="347979"/>
                  </a:lnTo>
                  <a:close/>
                </a:path>
                <a:path w="7620" h="377189">
                  <a:moveTo>
                    <a:pt x="7620" y="350519"/>
                  </a:moveTo>
                  <a:lnTo>
                    <a:pt x="0" y="350519"/>
                  </a:lnTo>
                  <a:lnTo>
                    <a:pt x="0" y="354329"/>
                  </a:lnTo>
                  <a:lnTo>
                    <a:pt x="7620" y="354329"/>
                  </a:lnTo>
                  <a:lnTo>
                    <a:pt x="7620" y="350519"/>
                  </a:lnTo>
                  <a:close/>
                </a:path>
                <a:path w="7620" h="377189">
                  <a:moveTo>
                    <a:pt x="7620" y="354329"/>
                  </a:moveTo>
                  <a:lnTo>
                    <a:pt x="0" y="354329"/>
                  </a:lnTo>
                  <a:lnTo>
                    <a:pt x="0" y="356869"/>
                  </a:lnTo>
                  <a:lnTo>
                    <a:pt x="7620" y="356869"/>
                  </a:lnTo>
                  <a:lnTo>
                    <a:pt x="7620" y="354329"/>
                  </a:lnTo>
                  <a:close/>
                </a:path>
                <a:path w="7620" h="377189">
                  <a:moveTo>
                    <a:pt x="7620" y="356869"/>
                  </a:moveTo>
                  <a:lnTo>
                    <a:pt x="0" y="356869"/>
                  </a:lnTo>
                  <a:lnTo>
                    <a:pt x="0" y="360679"/>
                  </a:lnTo>
                  <a:lnTo>
                    <a:pt x="7620" y="360679"/>
                  </a:lnTo>
                  <a:lnTo>
                    <a:pt x="7620" y="356869"/>
                  </a:lnTo>
                  <a:close/>
                </a:path>
                <a:path w="7620" h="377189">
                  <a:moveTo>
                    <a:pt x="7620" y="360679"/>
                  </a:moveTo>
                  <a:lnTo>
                    <a:pt x="0" y="360679"/>
                  </a:lnTo>
                  <a:lnTo>
                    <a:pt x="0" y="363219"/>
                  </a:lnTo>
                  <a:lnTo>
                    <a:pt x="7620" y="363219"/>
                  </a:lnTo>
                  <a:lnTo>
                    <a:pt x="7620" y="360679"/>
                  </a:lnTo>
                  <a:close/>
                </a:path>
                <a:path w="7620" h="377189">
                  <a:moveTo>
                    <a:pt x="7620" y="363219"/>
                  </a:moveTo>
                  <a:lnTo>
                    <a:pt x="0" y="363219"/>
                  </a:lnTo>
                  <a:lnTo>
                    <a:pt x="0" y="367029"/>
                  </a:lnTo>
                  <a:lnTo>
                    <a:pt x="7620" y="367029"/>
                  </a:lnTo>
                  <a:lnTo>
                    <a:pt x="7620" y="363219"/>
                  </a:lnTo>
                  <a:close/>
                </a:path>
                <a:path w="7620" h="377189">
                  <a:moveTo>
                    <a:pt x="7620" y="367029"/>
                  </a:moveTo>
                  <a:lnTo>
                    <a:pt x="0" y="367029"/>
                  </a:lnTo>
                  <a:lnTo>
                    <a:pt x="0" y="369569"/>
                  </a:lnTo>
                  <a:lnTo>
                    <a:pt x="7620" y="369569"/>
                  </a:lnTo>
                  <a:lnTo>
                    <a:pt x="7620" y="367029"/>
                  </a:lnTo>
                  <a:close/>
                </a:path>
                <a:path w="7620" h="377189">
                  <a:moveTo>
                    <a:pt x="7620" y="369569"/>
                  </a:moveTo>
                  <a:lnTo>
                    <a:pt x="0" y="369569"/>
                  </a:lnTo>
                  <a:lnTo>
                    <a:pt x="0" y="373379"/>
                  </a:lnTo>
                  <a:lnTo>
                    <a:pt x="7620" y="373379"/>
                  </a:lnTo>
                  <a:lnTo>
                    <a:pt x="7620" y="369569"/>
                  </a:lnTo>
                  <a:close/>
                </a:path>
                <a:path w="7620" h="377189">
                  <a:moveTo>
                    <a:pt x="7620" y="373379"/>
                  </a:moveTo>
                  <a:lnTo>
                    <a:pt x="0" y="373379"/>
                  </a:lnTo>
                  <a:lnTo>
                    <a:pt x="0" y="375919"/>
                  </a:lnTo>
                  <a:lnTo>
                    <a:pt x="7620" y="375919"/>
                  </a:lnTo>
                  <a:lnTo>
                    <a:pt x="7620" y="373379"/>
                  </a:lnTo>
                  <a:close/>
                </a:path>
                <a:path w="7620" h="377189">
                  <a:moveTo>
                    <a:pt x="7620" y="375919"/>
                  </a:moveTo>
                  <a:lnTo>
                    <a:pt x="0" y="375919"/>
                  </a:lnTo>
                  <a:lnTo>
                    <a:pt x="0" y="377189"/>
                  </a:lnTo>
                  <a:lnTo>
                    <a:pt x="7620" y="377189"/>
                  </a:lnTo>
                  <a:lnTo>
                    <a:pt x="7620" y="375919"/>
                  </a:lnTo>
                  <a:close/>
                </a:path>
              </a:pathLst>
            </a:custGeom>
            <a:solidFill>
              <a:srgbClr val="AC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6" name="object 91">
              <a:extLst>
                <a:ext uri="{FF2B5EF4-FFF2-40B4-BE49-F238E27FC236}">
                  <a16:creationId xmlns:a16="http://schemas.microsoft.com/office/drawing/2014/main" id="{C4CC241C-ACE3-4783-90F7-5F64B8BBBE2E}"/>
                </a:ext>
              </a:extLst>
            </p:cNvPr>
            <p:cNvSpPr/>
            <p:nvPr/>
          </p:nvSpPr>
          <p:spPr>
            <a:xfrm>
              <a:off x="4593589" y="4204335"/>
              <a:ext cx="6350" cy="381000"/>
            </a:xfrm>
            <a:custGeom>
              <a:avLst/>
              <a:gdLst/>
              <a:ahLst/>
              <a:cxnLst/>
              <a:rect l="l" t="t" r="r" b="b"/>
              <a:pathLst>
                <a:path w="6350" h="381000">
                  <a:moveTo>
                    <a:pt x="2540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6350" y="2539"/>
                  </a:lnTo>
                  <a:lnTo>
                    <a:pt x="6350" y="1269"/>
                  </a:lnTo>
                  <a:lnTo>
                    <a:pt x="2540" y="1269"/>
                  </a:lnTo>
                  <a:lnTo>
                    <a:pt x="2540" y="0"/>
                  </a:lnTo>
                  <a:close/>
                </a:path>
                <a:path w="6350" h="381000">
                  <a:moveTo>
                    <a:pt x="6350" y="2540"/>
                  </a:moveTo>
                  <a:lnTo>
                    <a:pt x="0" y="2540"/>
                  </a:lnTo>
                  <a:lnTo>
                    <a:pt x="0" y="8889"/>
                  </a:lnTo>
                  <a:lnTo>
                    <a:pt x="6350" y="8889"/>
                  </a:lnTo>
                  <a:lnTo>
                    <a:pt x="6350" y="2540"/>
                  </a:lnTo>
                  <a:close/>
                </a:path>
                <a:path w="6350" h="381000">
                  <a:moveTo>
                    <a:pt x="6350" y="8890"/>
                  </a:moveTo>
                  <a:lnTo>
                    <a:pt x="0" y="8890"/>
                  </a:lnTo>
                  <a:lnTo>
                    <a:pt x="0" y="15239"/>
                  </a:lnTo>
                  <a:lnTo>
                    <a:pt x="6350" y="15239"/>
                  </a:lnTo>
                  <a:lnTo>
                    <a:pt x="6350" y="8890"/>
                  </a:lnTo>
                  <a:close/>
                </a:path>
                <a:path w="6350" h="381000">
                  <a:moveTo>
                    <a:pt x="6350" y="15240"/>
                  </a:moveTo>
                  <a:lnTo>
                    <a:pt x="0" y="15240"/>
                  </a:lnTo>
                  <a:lnTo>
                    <a:pt x="0" y="21589"/>
                  </a:lnTo>
                  <a:lnTo>
                    <a:pt x="6350" y="21589"/>
                  </a:lnTo>
                  <a:lnTo>
                    <a:pt x="6350" y="15240"/>
                  </a:lnTo>
                  <a:close/>
                </a:path>
                <a:path w="6350" h="381000">
                  <a:moveTo>
                    <a:pt x="6350" y="21590"/>
                  </a:moveTo>
                  <a:lnTo>
                    <a:pt x="0" y="21590"/>
                  </a:lnTo>
                  <a:lnTo>
                    <a:pt x="0" y="27939"/>
                  </a:lnTo>
                  <a:lnTo>
                    <a:pt x="6350" y="27939"/>
                  </a:lnTo>
                  <a:lnTo>
                    <a:pt x="6350" y="21590"/>
                  </a:lnTo>
                  <a:close/>
                </a:path>
                <a:path w="6350" h="381000">
                  <a:moveTo>
                    <a:pt x="6350" y="27940"/>
                  </a:moveTo>
                  <a:lnTo>
                    <a:pt x="0" y="27940"/>
                  </a:lnTo>
                  <a:lnTo>
                    <a:pt x="0" y="34289"/>
                  </a:lnTo>
                  <a:lnTo>
                    <a:pt x="6350" y="34289"/>
                  </a:lnTo>
                  <a:lnTo>
                    <a:pt x="6350" y="27940"/>
                  </a:lnTo>
                  <a:close/>
                </a:path>
                <a:path w="6350" h="381000">
                  <a:moveTo>
                    <a:pt x="6350" y="34290"/>
                  </a:moveTo>
                  <a:lnTo>
                    <a:pt x="0" y="34290"/>
                  </a:lnTo>
                  <a:lnTo>
                    <a:pt x="0" y="40639"/>
                  </a:lnTo>
                  <a:lnTo>
                    <a:pt x="6350" y="40639"/>
                  </a:lnTo>
                  <a:lnTo>
                    <a:pt x="6350" y="34290"/>
                  </a:lnTo>
                  <a:close/>
                </a:path>
                <a:path w="6350" h="381000">
                  <a:moveTo>
                    <a:pt x="6350" y="40640"/>
                  </a:moveTo>
                  <a:lnTo>
                    <a:pt x="0" y="40640"/>
                  </a:lnTo>
                  <a:lnTo>
                    <a:pt x="0" y="46989"/>
                  </a:lnTo>
                  <a:lnTo>
                    <a:pt x="6350" y="46989"/>
                  </a:lnTo>
                  <a:lnTo>
                    <a:pt x="6350" y="40640"/>
                  </a:lnTo>
                  <a:close/>
                </a:path>
                <a:path w="6350" h="381000">
                  <a:moveTo>
                    <a:pt x="6350" y="46990"/>
                  </a:moveTo>
                  <a:lnTo>
                    <a:pt x="0" y="46990"/>
                  </a:lnTo>
                  <a:lnTo>
                    <a:pt x="0" y="53339"/>
                  </a:lnTo>
                  <a:lnTo>
                    <a:pt x="6350" y="53339"/>
                  </a:lnTo>
                  <a:lnTo>
                    <a:pt x="6350" y="46990"/>
                  </a:lnTo>
                  <a:close/>
                </a:path>
                <a:path w="6350" h="381000">
                  <a:moveTo>
                    <a:pt x="6350" y="53340"/>
                  </a:moveTo>
                  <a:lnTo>
                    <a:pt x="0" y="53340"/>
                  </a:lnTo>
                  <a:lnTo>
                    <a:pt x="0" y="59689"/>
                  </a:lnTo>
                  <a:lnTo>
                    <a:pt x="6350" y="59689"/>
                  </a:lnTo>
                  <a:lnTo>
                    <a:pt x="6350" y="53340"/>
                  </a:lnTo>
                  <a:close/>
                </a:path>
                <a:path w="6350" h="381000">
                  <a:moveTo>
                    <a:pt x="6350" y="59690"/>
                  </a:moveTo>
                  <a:lnTo>
                    <a:pt x="0" y="59690"/>
                  </a:lnTo>
                  <a:lnTo>
                    <a:pt x="0" y="66039"/>
                  </a:lnTo>
                  <a:lnTo>
                    <a:pt x="6350" y="66039"/>
                  </a:lnTo>
                  <a:lnTo>
                    <a:pt x="6350" y="59690"/>
                  </a:lnTo>
                  <a:close/>
                </a:path>
                <a:path w="6350" h="381000">
                  <a:moveTo>
                    <a:pt x="6350" y="66040"/>
                  </a:moveTo>
                  <a:lnTo>
                    <a:pt x="0" y="66040"/>
                  </a:lnTo>
                  <a:lnTo>
                    <a:pt x="0" y="72389"/>
                  </a:lnTo>
                  <a:lnTo>
                    <a:pt x="6350" y="72389"/>
                  </a:lnTo>
                  <a:lnTo>
                    <a:pt x="6350" y="66040"/>
                  </a:lnTo>
                  <a:close/>
                </a:path>
                <a:path w="6350" h="381000">
                  <a:moveTo>
                    <a:pt x="6350" y="72390"/>
                  </a:moveTo>
                  <a:lnTo>
                    <a:pt x="0" y="72390"/>
                  </a:lnTo>
                  <a:lnTo>
                    <a:pt x="0" y="78739"/>
                  </a:lnTo>
                  <a:lnTo>
                    <a:pt x="6350" y="78739"/>
                  </a:lnTo>
                  <a:lnTo>
                    <a:pt x="6350" y="72390"/>
                  </a:lnTo>
                  <a:close/>
                </a:path>
                <a:path w="6350" h="381000">
                  <a:moveTo>
                    <a:pt x="6350" y="78740"/>
                  </a:moveTo>
                  <a:lnTo>
                    <a:pt x="0" y="78740"/>
                  </a:lnTo>
                  <a:lnTo>
                    <a:pt x="0" y="85089"/>
                  </a:lnTo>
                  <a:lnTo>
                    <a:pt x="6350" y="85089"/>
                  </a:lnTo>
                  <a:lnTo>
                    <a:pt x="6350" y="78740"/>
                  </a:lnTo>
                  <a:close/>
                </a:path>
                <a:path w="6350" h="381000">
                  <a:moveTo>
                    <a:pt x="6350" y="85090"/>
                  </a:moveTo>
                  <a:lnTo>
                    <a:pt x="0" y="85090"/>
                  </a:lnTo>
                  <a:lnTo>
                    <a:pt x="0" y="91439"/>
                  </a:lnTo>
                  <a:lnTo>
                    <a:pt x="6350" y="91439"/>
                  </a:lnTo>
                  <a:lnTo>
                    <a:pt x="6350" y="85090"/>
                  </a:lnTo>
                  <a:close/>
                </a:path>
                <a:path w="6350" h="381000">
                  <a:moveTo>
                    <a:pt x="6350" y="91440"/>
                  </a:moveTo>
                  <a:lnTo>
                    <a:pt x="0" y="91440"/>
                  </a:lnTo>
                  <a:lnTo>
                    <a:pt x="0" y="96519"/>
                  </a:lnTo>
                  <a:lnTo>
                    <a:pt x="6350" y="96519"/>
                  </a:lnTo>
                  <a:lnTo>
                    <a:pt x="6350" y="91440"/>
                  </a:lnTo>
                  <a:close/>
                </a:path>
                <a:path w="6350" h="381000">
                  <a:moveTo>
                    <a:pt x="6350" y="96520"/>
                  </a:moveTo>
                  <a:lnTo>
                    <a:pt x="0" y="96520"/>
                  </a:lnTo>
                  <a:lnTo>
                    <a:pt x="0" y="104139"/>
                  </a:lnTo>
                  <a:lnTo>
                    <a:pt x="6350" y="104139"/>
                  </a:lnTo>
                  <a:lnTo>
                    <a:pt x="6350" y="96520"/>
                  </a:lnTo>
                  <a:close/>
                </a:path>
                <a:path w="6350" h="381000">
                  <a:moveTo>
                    <a:pt x="6350" y="104140"/>
                  </a:moveTo>
                  <a:lnTo>
                    <a:pt x="0" y="104140"/>
                  </a:lnTo>
                  <a:lnTo>
                    <a:pt x="0" y="109219"/>
                  </a:lnTo>
                  <a:lnTo>
                    <a:pt x="6350" y="109219"/>
                  </a:lnTo>
                  <a:lnTo>
                    <a:pt x="6350" y="104140"/>
                  </a:lnTo>
                  <a:close/>
                </a:path>
                <a:path w="6350" h="381000">
                  <a:moveTo>
                    <a:pt x="6350" y="109220"/>
                  </a:moveTo>
                  <a:lnTo>
                    <a:pt x="0" y="109220"/>
                  </a:lnTo>
                  <a:lnTo>
                    <a:pt x="0" y="123189"/>
                  </a:lnTo>
                  <a:lnTo>
                    <a:pt x="6350" y="123189"/>
                  </a:lnTo>
                  <a:lnTo>
                    <a:pt x="6350" y="109220"/>
                  </a:lnTo>
                  <a:close/>
                </a:path>
                <a:path w="6350" h="381000">
                  <a:moveTo>
                    <a:pt x="6350" y="123190"/>
                  </a:moveTo>
                  <a:lnTo>
                    <a:pt x="0" y="123190"/>
                  </a:lnTo>
                  <a:lnTo>
                    <a:pt x="0" y="129539"/>
                  </a:lnTo>
                  <a:lnTo>
                    <a:pt x="6350" y="129539"/>
                  </a:lnTo>
                  <a:lnTo>
                    <a:pt x="6350" y="123190"/>
                  </a:lnTo>
                  <a:close/>
                </a:path>
                <a:path w="6350" h="381000">
                  <a:moveTo>
                    <a:pt x="6350" y="129540"/>
                  </a:moveTo>
                  <a:lnTo>
                    <a:pt x="0" y="129540"/>
                  </a:lnTo>
                  <a:lnTo>
                    <a:pt x="0" y="135889"/>
                  </a:lnTo>
                  <a:lnTo>
                    <a:pt x="6350" y="135889"/>
                  </a:lnTo>
                  <a:lnTo>
                    <a:pt x="6350" y="129540"/>
                  </a:lnTo>
                  <a:close/>
                </a:path>
                <a:path w="6350" h="381000">
                  <a:moveTo>
                    <a:pt x="6350" y="135890"/>
                  </a:moveTo>
                  <a:lnTo>
                    <a:pt x="0" y="135890"/>
                  </a:lnTo>
                  <a:lnTo>
                    <a:pt x="0" y="140969"/>
                  </a:lnTo>
                  <a:lnTo>
                    <a:pt x="6350" y="140969"/>
                  </a:lnTo>
                  <a:lnTo>
                    <a:pt x="6350" y="135890"/>
                  </a:lnTo>
                  <a:close/>
                </a:path>
                <a:path w="6350" h="381000">
                  <a:moveTo>
                    <a:pt x="6350" y="140970"/>
                  </a:moveTo>
                  <a:lnTo>
                    <a:pt x="0" y="140970"/>
                  </a:lnTo>
                  <a:lnTo>
                    <a:pt x="0" y="167639"/>
                  </a:lnTo>
                  <a:lnTo>
                    <a:pt x="6350" y="167639"/>
                  </a:lnTo>
                  <a:lnTo>
                    <a:pt x="6350" y="140970"/>
                  </a:lnTo>
                  <a:close/>
                </a:path>
                <a:path w="6350" h="381000">
                  <a:moveTo>
                    <a:pt x="6350" y="167640"/>
                  </a:moveTo>
                  <a:lnTo>
                    <a:pt x="0" y="167640"/>
                  </a:lnTo>
                  <a:lnTo>
                    <a:pt x="0" y="224789"/>
                  </a:lnTo>
                  <a:lnTo>
                    <a:pt x="6350" y="224789"/>
                  </a:lnTo>
                  <a:lnTo>
                    <a:pt x="6350" y="167640"/>
                  </a:lnTo>
                  <a:close/>
                </a:path>
                <a:path w="6350" h="381000">
                  <a:moveTo>
                    <a:pt x="6350" y="224790"/>
                  </a:moveTo>
                  <a:lnTo>
                    <a:pt x="0" y="224790"/>
                  </a:lnTo>
                  <a:lnTo>
                    <a:pt x="0" y="231139"/>
                  </a:lnTo>
                  <a:lnTo>
                    <a:pt x="6350" y="231139"/>
                  </a:lnTo>
                  <a:lnTo>
                    <a:pt x="6350" y="224790"/>
                  </a:lnTo>
                  <a:close/>
                </a:path>
                <a:path w="6350" h="381000">
                  <a:moveTo>
                    <a:pt x="6350" y="231140"/>
                  </a:moveTo>
                  <a:lnTo>
                    <a:pt x="0" y="231140"/>
                  </a:lnTo>
                  <a:lnTo>
                    <a:pt x="0" y="236219"/>
                  </a:lnTo>
                  <a:lnTo>
                    <a:pt x="6350" y="236219"/>
                  </a:lnTo>
                  <a:lnTo>
                    <a:pt x="6350" y="231140"/>
                  </a:lnTo>
                  <a:close/>
                </a:path>
                <a:path w="6350" h="381000">
                  <a:moveTo>
                    <a:pt x="6350" y="236220"/>
                  </a:moveTo>
                  <a:lnTo>
                    <a:pt x="0" y="236220"/>
                  </a:lnTo>
                  <a:lnTo>
                    <a:pt x="0" y="243839"/>
                  </a:lnTo>
                  <a:lnTo>
                    <a:pt x="6350" y="243839"/>
                  </a:lnTo>
                  <a:lnTo>
                    <a:pt x="6350" y="236220"/>
                  </a:lnTo>
                  <a:close/>
                </a:path>
                <a:path w="6350" h="381000">
                  <a:moveTo>
                    <a:pt x="6350" y="243840"/>
                  </a:moveTo>
                  <a:lnTo>
                    <a:pt x="0" y="243840"/>
                  </a:lnTo>
                  <a:lnTo>
                    <a:pt x="0" y="250189"/>
                  </a:lnTo>
                  <a:lnTo>
                    <a:pt x="6350" y="250189"/>
                  </a:lnTo>
                  <a:lnTo>
                    <a:pt x="6350" y="243840"/>
                  </a:lnTo>
                  <a:close/>
                </a:path>
                <a:path w="6350" h="381000">
                  <a:moveTo>
                    <a:pt x="6350" y="250190"/>
                  </a:moveTo>
                  <a:lnTo>
                    <a:pt x="0" y="250190"/>
                  </a:lnTo>
                  <a:lnTo>
                    <a:pt x="0" y="256539"/>
                  </a:lnTo>
                  <a:lnTo>
                    <a:pt x="6350" y="256539"/>
                  </a:lnTo>
                  <a:lnTo>
                    <a:pt x="6350" y="250190"/>
                  </a:lnTo>
                  <a:close/>
                </a:path>
                <a:path w="6350" h="381000">
                  <a:moveTo>
                    <a:pt x="6350" y="256540"/>
                  </a:moveTo>
                  <a:lnTo>
                    <a:pt x="0" y="256540"/>
                  </a:lnTo>
                  <a:lnTo>
                    <a:pt x="0" y="269239"/>
                  </a:lnTo>
                  <a:lnTo>
                    <a:pt x="6350" y="269239"/>
                  </a:lnTo>
                  <a:lnTo>
                    <a:pt x="6350" y="256540"/>
                  </a:lnTo>
                  <a:close/>
                </a:path>
                <a:path w="6350" h="381000">
                  <a:moveTo>
                    <a:pt x="6350" y="269240"/>
                  </a:moveTo>
                  <a:lnTo>
                    <a:pt x="0" y="269240"/>
                  </a:lnTo>
                  <a:lnTo>
                    <a:pt x="0" y="275589"/>
                  </a:lnTo>
                  <a:lnTo>
                    <a:pt x="6350" y="275589"/>
                  </a:lnTo>
                  <a:lnTo>
                    <a:pt x="6350" y="269240"/>
                  </a:lnTo>
                  <a:close/>
                </a:path>
                <a:path w="6350" h="381000">
                  <a:moveTo>
                    <a:pt x="6350" y="275590"/>
                  </a:moveTo>
                  <a:lnTo>
                    <a:pt x="0" y="275590"/>
                  </a:lnTo>
                  <a:lnTo>
                    <a:pt x="0" y="280669"/>
                  </a:lnTo>
                  <a:lnTo>
                    <a:pt x="6350" y="280669"/>
                  </a:lnTo>
                  <a:lnTo>
                    <a:pt x="6350" y="275590"/>
                  </a:lnTo>
                  <a:close/>
                </a:path>
                <a:path w="6350" h="381000">
                  <a:moveTo>
                    <a:pt x="6350" y="280670"/>
                  </a:moveTo>
                  <a:lnTo>
                    <a:pt x="0" y="280670"/>
                  </a:lnTo>
                  <a:lnTo>
                    <a:pt x="0" y="283209"/>
                  </a:lnTo>
                  <a:lnTo>
                    <a:pt x="6350" y="283209"/>
                  </a:lnTo>
                  <a:lnTo>
                    <a:pt x="6350" y="280670"/>
                  </a:lnTo>
                  <a:close/>
                </a:path>
                <a:path w="6350" h="381000">
                  <a:moveTo>
                    <a:pt x="6350" y="283210"/>
                  </a:moveTo>
                  <a:lnTo>
                    <a:pt x="0" y="283210"/>
                  </a:lnTo>
                  <a:lnTo>
                    <a:pt x="0" y="289559"/>
                  </a:lnTo>
                  <a:lnTo>
                    <a:pt x="6350" y="289559"/>
                  </a:lnTo>
                  <a:lnTo>
                    <a:pt x="6350" y="283210"/>
                  </a:lnTo>
                  <a:close/>
                </a:path>
                <a:path w="6350" h="381000">
                  <a:moveTo>
                    <a:pt x="6350" y="289560"/>
                  </a:moveTo>
                  <a:lnTo>
                    <a:pt x="0" y="289560"/>
                  </a:lnTo>
                  <a:lnTo>
                    <a:pt x="0" y="293369"/>
                  </a:lnTo>
                  <a:lnTo>
                    <a:pt x="6350" y="293369"/>
                  </a:lnTo>
                  <a:lnTo>
                    <a:pt x="6350" y="289560"/>
                  </a:lnTo>
                  <a:close/>
                </a:path>
                <a:path w="6350" h="381000">
                  <a:moveTo>
                    <a:pt x="6350" y="293370"/>
                  </a:moveTo>
                  <a:lnTo>
                    <a:pt x="0" y="293370"/>
                  </a:lnTo>
                  <a:lnTo>
                    <a:pt x="0" y="299719"/>
                  </a:lnTo>
                  <a:lnTo>
                    <a:pt x="6350" y="299719"/>
                  </a:lnTo>
                  <a:lnTo>
                    <a:pt x="6350" y="293370"/>
                  </a:lnTo>
                  <a:close/>
                </a:path>
                <a:path w="6350" h="381000">
                  <a:moveTo>
                    <a:pt x="6350" y="299720"/>
                  </a:moveTo>
                  <a:lnTo>
                    <a:pt x="0" y="299720"/>
                  </a:lnTo>
                  <a:lnTo>
                    <a:pt x="0" y="302259"/>
                  </a:lnTo>
                  <a:lnTo>
                    <a:pt x="6350" y="302259"/>
                  </a:lnTo>
                  <a:lnTo>
                    <a:pt x="6350" y="299720"/>
                  </a:lnTo>
                  <a:close/>
                </a:path>
                <a:path w="6350" h="381000">
                  <a:moveTo>
                    <a:pt x="6350" y="302260"/>
                  </a:moveTo>
                  <a:lnTo>
                    <a:pt x="0" y="302260"/>
                  </a:lnTo>
                  <a:lnTo>
                    <a:pt x="0" y="306069"/>
                  </a:lnTo>
                  <a:lnTo>
                    <a:pt x="6350" y="306069"/>
                  </a:lnTo>
                  <a:lnTo>
                    <a:pt x="6350" y="302260"/>
                  </a:lnTo>
                  <a:close/>
                </a:path>
                <a:path w="6350" h="381000">
                  <a:moveTo>
                    <a:pt x="6350" y="306070"/>
                  </a:moveTo>
                  <a:lnTo>
                    <a:pt x="0" y="306070"/>
                  </a:lnTo>
                  <a:lnTo>
                    <a:pt x="0" y="308609"/>
                  </a:lnTo>
                  <a:lnTo>
                    <a:pt x="6350" y="308609"/>
                  </a:lnTo>
                  <a:lnTo>
                    <a:pt x="6350" y="306070"/>
                  </a:lnTo>
                  <a:close/>
                </a:path>
                <a:path w="6350" h="381000">
                  <a:moveTo>
                    <a:pt x="6350" y="308610"/>
                  </a:moveTo>
                  <a:lnTo>
                    <a:pt x="0" y="308610"/>
                  </a:lnTo>
                  <a:lnTo>
                    <a:pt x="0" y="312419"/>
                  </a:lnTo>
                  <a:lnTo>
                    <a:pt x="6350" y="312419"/>
                  </a:lnTo>
                  <a:lnTo>
                    <a:pt x="6350" y="308610"/>
                  </a:lnTo>
                  <a:close/>
                </a:path>
                <a:path w="6350" h="381000">
                  <a:moveTo>
                    <a:pt x="6350" y="312420"/>
                  </a:moveTo>
                  <a:lnTo>
                    <a:pt x="0" y="312420"/>
                  </a:lnTo>
                  <a:lnTo>
                    <a:pt x="0" y="314959"/>
                  </a:lnTo>
                  <a:lnTo>
                    <a:pt x="6350" y="314959"/>
                  </a:lnTo>
                  <a:lnTo>
                    <a:pt x="6350" y="312420"/>
                  </a:lnTo>
                  <a:close/>
                </a:path>
                <a:path w="6350" h="381000">
                  <a:moveTo>
                    <a:pt x="6350" y="314960"/>
                  </a:moveTo>
                  <a:lnTo>
                    <a:pt x="0" y="314960"/>
                  </a:lnTo>
                  <a:lnTo>
                    <a:pt x="0" y="321309"/>
                  </a:lnTo>
                  <a:lnTo>
                    <a:pt x="6350" y="321309"/>
                  </a:lnTo>
                  <a:lnTo>
                    <a:pt x="6350" y="314960"/>
                  </a:lnTo>
                  <a:close/>
                </a:path>
                <a:path w="6350" h="381000">
                  <a:moveTo>
                    <a:pt x="6350" y="321310"/>
                  </a:moveTo>
                  <a:lnTo>
                    <a:pt x="0" y="321310"/>
                  </a:lnTo>
                  <a:lnTo>
                    <a:pt x="0" y="325119"/>
                  </a:lnTo>
                  <a:lnTo>
                    <a:pt x="6350" y="325119"/>
                  </a:lnTo>
                  <a:lnTo>
                    <a:pt x="6350" y="321310"/>
                  </a:lnTo>
                  <a:close/>
                </a:path>
                <a:path w="6350" h="381000">
                  <a:moveTo>
                    <a:pt x="6350" y="325120"/>
                  </a:moveTo>
                  <a:lnTo>
                    <a:pt x="0" y="325120"/>
                  </a:lnTo>
                  <a:lnTo>
                    <a:pt x="0" y="327659"/>
                  </a:lnTo>
                  <a:lnTo>
                    <a:pt x="6350" y="327659"/>
                  </a:lnTo>
                  <a:lnTo>
                    <a:pt x="6350" y="325120"/>
                  </a:lnTo>
                  <a:close/>
                </a:path>
                <a:path w="6350" h="381000">
                  <a:moveTo>
                    <a:pt x="6350" y="327660"/>
                  </a:moveTo>
                  <a:lnTo>
                    <a:pt x="0" y="327660"/>
                  </a:lnTo>
                  <a:lnTo>
                    <a:pt x="0" y="331469"/>
                  </a:lnTo>
                  <a:lnTo>
                    <a:pt x="6350" y="331469"/>
                  </a:lnTo>
                  <a:lnTo>
                    <a:pt x="6350" y="327660"/>
                  </a:lnTo>
                  <a:close/>
                </a:path>
                <a:path w="6350" h="381000">
                  <a:moveTo>
                    <a:pt x="6350" y="331470"/>
                  </a:moveTo>
                  <a:lnTo>
                    <a:pt x="0" y="331470"/>
                  </a:lnTo>
                  <a:lnTo>
                    <a:pt x="0" y="334009"/>
                  </a:lnTo>
                  <a:lnTo>
                    <a:pt x="6350" y="334009"/>
                  </a:lnTo>
                  <a:lnTo>
                    <a:pt x="6350" y="331470"/>
                  </a:lnTo>
                  <a:close/>
                </a:path>
                <a:path w="6350" h="381000">
                  <a:moveTo>
                    <a:pt x="6350" y="334010"/>
                  </a:moveTo>
                  <a:lnTo>
                    <a:pt x="0" y="334010"/>
                  </a:lnTo>
                  <a:lnTo>
                    <a:pt x="0" y="337819"/>
                  </a:lnTo>
                  <a:lnTo>
                    <a:pt x="6350" y="337819"/>
                  </a:lnTo>
                  <a:lnTo>
                    <a:pt x="6350" y="334010"/>
                  </a:lnTo>
                  <a:close/>
                </a:path>
                <a:path w="6350" h="381000">
                  <a:moveTo>
                    <a:pt x="6350" y="337820"/>
                  </a:moveTo>
                  <a:lnTo>
                    <a:pt x="0" y="337820"/>
                  </a:lnTo>
                  <a:lnTo>
                    <a:pt x="0" y="340359"/>
                  </a:lnTo>
                  <a:lnTo>
                    <a:pt x="6350" y="340359"/>
                  </a:lnTo>
                  <a:lnTo>
                    <a:pt x="6350" y="337820"/>
                  </a:lnTo>
                  <a:close/>
                </a:path>
                <a:path w="6350" h="381000">
                  <a:moveTo>
                    <a:pt x="6350" y="340360"/>
                  </a:moveTo>
                  <a:lnTo>
                    <a:pt x="0" y="340360"/>
                  </a:lnTo>
                  <a:lnTo>
                    <a:pt x="0" y="344169"/>
                  </a:lnTo>
                  <a:lnTo>
                    <a:pt x="6350" y="344169"/>
                  </a:lnTo>
                  <a:lnTo>
                    <a:pt x="6350" y="340360"/>
                  </a:lnTo>
                  <a:close/>
                </a:path>
                <a:path w="6350" h="381000">
                  <a:moveTo>
                    <a:pt x="6350" y="344170"/>
                  </a:moveTo>
                  <a:lnTo>
                    <a:pt x="0" y="344170"/>
                  </a:lnTo>
                  <a:lnTo>
                    <a:pt x="0" y="346709"/>
                  </a:lnTo>
                  <a:lnTo>
                    <a:pt x="6350" y="346709"/>
                  </a:lnTo>
                  <a:lnTo>
                    <a:pt x="6350" y="344170"/>
                  </a:lnTo>
                  <a:close/>
                </a:path>
                <a:path w="6350" h="381000">
                  <a:moveTo>
                    <a:pt x="6350" y="346710"/>
                  </a:moveTo>
                  <a:lnTo>
                    <a:pt x="0" y="346710"/>
                  </a:lnTo>
                  <a:lnTo>
                    <a:pt x="0" y="350519"/>
                  </a:lnTo>
                  <a:lnTo>
                    <a:pt x="6350" y="350519"/>
                  </a:lnTo>
                  <a:lnTo>
                    <a:pt x="6350" y="346710"/>
                  </a:lnTo>
                  <a:close/>
                </a:path>
                <a:path w="6350" h="381000">
                  <a:moveTo>
                    <a:pt x="6350" y="350520"/>
                  </a:moveTo>
                  <a:lnTo>
                    <a:pt x="0" y="350520"/>
                  </a:lnTo>
                  <a:lnTo>
                    <a:pt x="0" y="353059"/>
                  </a:lnTo>
                  <a:lnTo>
                    <a:pt x="6350" y="353059"/>
                  </a:lnTo>
                  <a:lnTo>
                    <a:pt x="6350" y="350520"/>
                  </a:lnTo>
                  <a:close/>
                </a:path>
                <a:path w="6350" h="381000">
                  <a:moveTo>
                    <a:pt x="6350" y="353060"/>
                  </a:moveTo>
                  <a:lnTo>
                    <a:pt x="0" y="353060"/>
                  </a:lnTo>
                  <a:lnTo>
                    <a:pt x="0" y="356869"/>
                  </a:lnTo>
                  <a:lnTo>
                    <a:pt x="6350" y="356869"/>
                  </a:lnTo>
                  <a:lnTo>
                    <a:pt x="6350" y="353060"/>
                  </a:lnTo>
                  <a:close/>
                </a:path>
                <a:path w="6350" h="381000">
                  <a:moveTo>
                    <a:pt x="6350" y="356870"/>
                  </a:moveTo>
                  <a:lnTo>
                    <a:pt x="0" y="356870"/>
                  </a:lnTo>
                  <a:lnTo>
                    <a:pt x="0" y="359409"/>
                  </a:lnTo>
                  <a:lnTo>
                    <a:pt x="6350" y="359409"/>
                  </a:lnTo>
                  <a:lnTo>
                    <a:pt x="6350" y="356870"/>
                  </a:lnTo>
                  <a:close/>
                </a:path>
                <a:path w="6350" h="381000">
                  <a:moveTo>
                    <a:pt x="6350" y="359410"/>
                  </a:moveTo>
                  <a:lnTo>
                    <a:pt x="0" y="359410"/>
                  </a:lnTo>
                  <a:lnTo>
                    <a:pt x="0" y="363219"/>
                  </a:lnTo>
                  <a:lnTo>
                    <a:pt x="6350" y="363219"/>
                  </a:lnTo>
                  <a:lnTo>
                    <a:pt x="6350" y="359410"/>
                  </a:lnTo>
                  <a:close/>
                </a:path>
                <a:path w="6350" h="381000">
                  <a:moveTo>
                    <a:pt x="6350" y="363220"/>
                  </a:moveTo>
                  <a:lnTo>
                    <a:pt x="0" y="363220"/>
                  </a:lnTo>
                  <a:lnTo>
                    <a:pt x="0" y="365759"/>
                  </a:lnTo>
                  <a:lnTo>
                    <a:pt x="6350" y="365759"/>
                  </a:lnTo>
                  <a:lnTo>
                    <a:pt x="6350" y="363220"/>
                  </a:lnTo>
                  <a:close/>
                </a:path>
                <a:path w="6350" h="381000">
                  <a:moveTo>
                    <a:pt x="6350" y="365760"/>
                  </a:moveTo>
                  <a:lnTo>
                    <a:pt x="0" y="365760"/>
                  </a:lnTo>
                  <a:lnTo>
                    <a:pt x="0" y="369569"/>
                  </a:lnTo>
                  <a:lnTo>
                    <a:pt x="6350" y="369569"/>
                  </a:lnTo>
                  <a:lnTo>
                    <a:pt x="6350" y="365760"/>
                  </a:lnTo>
                  <a:close/>
                </a:path>
                <a:path w="6350" h="381000">
                  <a:moveTo>
                    <a:pt x="6350" y="369570"/>
                  </a:moveTo>
                  <a:lnTo>
                    <a:pt x="0" y="369570"/>
                  </a:lnTo>
                  <a:lnTo>
                    <a:pt x="0" y="372109"/>
                  </a:lnTo>
                  <a:lnTo>
                    <a:pt x="6350" y="372109"/>
                  </a:lnTo>
                  <a:lnTo>
                    <a:pt x="6350" y="369570"/>
                  </a:lnTo>
                  <a:close/>
                </a:path>
                <a:path w="6350" h="381000">
                  <a:moveTo>
                    <a:pt x="6350" y="372110"/>
                  </a:moveTo>
                  <a:lnTo>
                    <a:pt x="0" y="372110"/>
                  </a:lnTo>
                  <a:lnTo>
                    <a:pt x="0" y="375919"/>
                  </a:lnTo>
                  <a:lnTo>
                    <a:pt x="6350" y="375919"/>
                  </a:lnTo>
                  <a:lnTo>
                    <a:pt x="6350" y="372110"/>
                  </a:lnTo>
                  <a:close/>
                </a:path>
                <a:path w="6350" h="381000">
                  <a:moveTo>
                    <a:pt x="6350" y="375920"/>
                  </a:moveTo>
                  <a:lnTo>
                    <a:pt x="0" y="375920"/>
                  </a:lnTo>
                  <a:lnTo>
                    <a:pt x="0" y="378459"/>
                  </a:lnTo>
                  <a:lnTo>
                    <a:pt x="6350" y="378459"/>
                  </a:lnTo>
                  <a:lnTo>
                    <a:pt x="6350" y="375920"/>
                  </a:lnTo>
                  <a:close/>
                </a:path>
                <a:path w="6350" h="381000">
                  <a:moveTo>
                    <a:pt x="6350" y="378460"/>
                  </a:moveTo>
                  <a:lnTo>
                    <a:pt x="0" y="378460"/>
                  </a:lnTo>
                  <a:lnTo>
                    <a:pt x="0" y="381000"/>
                  </a:lnTo>
                  <a:lnTo>
                    <a:pt x="2540" y="381000"/>
                  </a:lnTo>
                  <a:lnTo>
                    <a:pt x="2540" y="379730"/>
                  </a:lnTo>
                  <a:lnTo>
                    <a:pt x="6350" y="379730"/>
                  </a:lnTo>
                  <a:lnTo>
                    <a:pt x="6350" y="378460"/>
                  </a:lnTo>
                  <a:close/>
                </a:path>
              </a:pathLst>
            </a:custGeom>
            <a:solidFill>
              <a:srgbClr val="A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7" name="object 92">
              <a:extLst>
                <a:ext uri="{FF2B5EF4-FFF2-40B4-BE49-F238E27FC236}">
                  <a16:creationId xmlns:a16="http://schemas.microsoft.com/office/drawing/2014/main" id="{88760B88-4D7D-4A15-B1D3-2614FCFFB1D3}"/>
                </a:ext>
              </a:extLst>
            </p:cNvPr>
            <p:cNvSpPr/>
            <p:nvPr/>
          </p:nvSpPr>
          <p:spPr>
            <a:xfrm>
              <a:off x="4585969" y="4204335"/>
              <a:ext cx="7620" cy="2540"/>
            </a:xfrm>
            <a:custGeom>
              <a:avLst/>
              <a:gdLst/>
              <a:ahLst/>
              <a:cxnLst/>
              <a:rect l="l" t="t" r="r" b="b"/>
              <a:pathLst>
                <a:path w="7620" h="2539">
                  <a:moveTo>
                    <a:pt x="7619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7619" y="253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8" name="object 93">
              <a:extLst>
                <a:ext uri="{FF2B5EF4-FFF2-40B4-BE49-F238E27FC236}">
                  <a16:creationId xmlns:a16="http://schemas.microsoft.com/office/drawing/2014/main" id="{13D54733-C91F-4021-AB71-DDDC8EF44C44}"/>
                </a:ext>
              </a:extLst>
            </p:cNvPr>
            <p:cNvSpPr/>
            <p:nvPr/>
          </p:nvSpPr>
          <p:spPr>
            <a:xfrm>
              <a:off x="4585969" y="4206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99" name="object 94">
              <a:extLst>
                <a:ext uri="{FF2B5EF4-FFF2-40B4-BE49-F238E27FC236}">
                  <a16:creationId xmlns:a16="http://schemas.microsoft.com/office/drawing/2014/main" id="{190A3AD0-D190-47F2-8C86-081B39243339}"/>
                </a:ext>
              </a:extLst>
            </p:cNvPr>
            <p:cNvSpPr/>
            <p:nvPr/>
          </p:nvSpPr>
          <p:spPr>
            <a:xfrm>
              <a:off x="4585969" y="42132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0" name="object 95">
              <a:extLst>
                <a:ext uri="{FF2B5EF4-FFF2-40B4-BE49-F238E27FC236}">
                  <a16:creationId xmlns:a16="http://schemas.microsoft.com/office/drawing/2014/main" id="{92D3BBBA-B4DC-40DD-932B-BB6822A183B4}"/>
                </a:ext>
              </a:extLst>
            </p:cNvPr>
            <p:cNvSpPr/>
            <p:nvPr/>
          </p:nvSpPr>
          <p:spPr>
            <a:xfrm>
              <a:off x="4585969" y="42195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1" name="object 96">
              <a:extLst>
                <a:ext uri="{FF2B5EF4-FFF2-40B4-BE49-F238E27FC236}">
                  <a16:creationId xmlns:a16="http://schemas.microsoft.com/office/drawing/2014/main" id="{853CDD3B-DF6B-49C5-B376-36AABEF0119B}"/>
                </a:ext>
              </a:extLst>
            </p:cNvPr>
            <p:cNvSpPr/>
            <p:nvPr/>
          </p:nvSpPr>
          <p:spPr>
            <a:xfrm>
              <a:off x="4585969" y="42259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2" name="object 97">
              <a:extLst>
                <a:ext uri="{FF2B5EF4-FFF2-40B4-BE49-F238E27FC236}">
                  <a16:creationId xmlns:a16="http://schemas.microsoft.com/office/drawing/2014/main" id="{8AA6FF29-60B5-424C-8F8D-303876328A00}"/>
                </a:ext>
              </a:extLst>
            </p:cNvPr>
            <p:cNvSpPr/>
            <p:nvPr/>
          </p:nvSpPr>
          <p:spPr>
            <a:xfrm>
              <a:off x="4585969" y="42322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3" name="object 98">
              <a:extLst>
                <a:ext uri="{FF2B5EF4-FFF2-40B4-BE49-F238E27FC236}">
                  <a16:creationId xmlns:a16="http://schemas.microsoft.com/office/drawing/2014/main" id="{59E10BAA-1B21-414D-9EAD-E3999598F18C}"/>
                </a:ext>
              </a:extLst>
            </p:cNvPr>
            <p:cNvSpPr/>
            <p:nvPr/>
          </p:nvSpPr>
          <p:spPr>
            <a:xfrm>
              <a:off x="4585969" y="42386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4" name="object 99">
              <a:extLst>
                <a:ext uri="{FF2B5EF4-FFF2-40B4-BE49-F238E27FC236}">
                  <a16:creationId xmlns:a16="http://schemas.microsoft.com/office/drawing/2014/main" id="{43718DBB-08EF-47C7-ADA1-D584D56B3171}"/>
                </a:ext>
              </a:extLst>
            </p:cNvPr>
            <p:cNvSpPr/>
            <p:nvPr/>
          </p:nvSpPr>
          <p:spPr>
            <a:xfrm>
              <a:off x="4585969" y="42449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5" name="object 100">
              <a:extLst>
                <a:ext uri="{FF2B5EF4-FFF2-40B4-BE49-F238E27FC236}">
                  <a16:creationId xmlns:a16="http://schemas.microsoft.com/office/drawing/2014/main" id="{F5B94280-639E-4DFB-9FC3-ED869FE9BE3B}"/>
                </a:ext>
              </a:extLst>
            </p:cNvPr>
            <p:cNvSpPr/>
            <p:nvPr/>
          </p:nvSpPr>
          <p:spPr>
            <a:xfrm>
              <a:off x="4585969" y="42513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6" name="object 101">
              <a:extLst>
                <a:ext uri="{FF2B5EF4-FFF2-40B4-BE49-F238E27FC236}">
                  <a16:creationId xmlns:a16="http://schemas.microsoft.com/office/drawing/2014/main" id="{0426F029-F83F-4144-9213-B1DF06D1C5FD}"/>
                </a:ext>
              </a:extLst>
            </p:cNvPr>
            <p:cNvSpPr/>
            <p:nvPr/>
          </p:nvSpPr>
          <p:spPr>
            <a:xfrm>
              <a:off x="4585969" y="42576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7" name="object 102">
              <a:extLst>
                <a:ext uri="{FF2B5EF4-FFF2-40B4-BE49-F238E27FC236}">
                  <a16:creationId xmlns:a16="http://schemas.microsoft.com/office/drawing/2014/main" id="{4B540853-D6A0-4ABF-9728-FB42CF34BC40}"/>
                </a:ext>
              </a:extLst>
            </p:cNvPr>
            <p:cNvSpPr/>
            <p:nvPr/>
          </p:nvSpPr>
          <p:spPr>
            <a:xfrm>
              <a:off x="4585969" y="42640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8" name="object 103">
              <a:extLst>
                <a:ext uri="{FF2B5EF4-FFF2-40B4-BE49-F238E27FC236}">
                  <a16:creationId xmlns:a16="http://schemas.microsoft.com/office/drawing/2014/main" id="{E8ACDB88-7D44-4211-9AAC-2BF7AF78A2FA}"/>
                </a:ext>
              </a:extLst>
            </p:cNvPr>
            <p:cNvSpPr/>
            <p:nvPr/>
          </p:nvSpPr>
          <p:spPr>
            <a:xfrm>
              <a:off x="4585969" y="42703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09" name="object 104">
              <a:extLst>
                <a:ext uri="{FF2B5EF4-FFF2-40B4-BE49-F238E27FC236}">
                  <a16:creationId xmlns:a16="http://schemas.microsoft.com/office/drawing/2014/main" id="{2FF5F6ED-CD7D-472E-8252-AAEFD32343C3}"/>
                </a:ext>
              </a:extLst>
            </p:cNvPr>
            <p:cNvSpPr/>
            <p:nvPr/>
          </p:nvSpPr>
          <p:spPr>
            <a:xfrm>
              <a:off x="4585969" y="42767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0" name="object 105">
              <a:extLst>
                <a:ext uri="{FF2B5EF4-FFF2-40B4-BE49-F238E27FC236}">
                  <a16:creationId xmlns:a16="http://schemas.microsoft.com/office/drawing/2014/main" id="{BFC12ADD-4829-461A-9D77-85DE28EE0925}"/>
                </a:ext>
              </a:extLst>
            </p:cNvPr>
            <p:cNvSpPr/>
            <p:nvPr/>
          </p:nvSpPr>
          <p:spPr>
            <a:xfrm>
              <a:off x="4585969" y="42830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1" name="object 106">
              <a:extLst>
                <a:ext uri="{FF2B5EF4-FFF2-40B4-BE49-F238E27FC236}">
                  <a16:creationId xmlns:a16="http://schemas.microsoft.com/office/drawing/2014/main" id="{C24E2B08-9553-4912-A9E2-DCE897F9BD6A}"/>
                </a:ext>
              </a:extLst>
            </p:cNvPr>
            <p:cNvSpPr/>
            <p:nvPr/>
          </p:nvSpPr>
          <p:spPr>
            <a:xfrm>
              <a:off x="4585969" y="42894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2" name="object 107">
              <a:extLst>
                <a:ext uri="{FF2B5EF4-FFF2-40B4-BE49-F238E27FC236}">
                  <a16:creationId xmlns:a16="http://schemas.microsoft.com/office/drawing/2014/main" id="{05942C5D-462D-48A4-9BF5-7540C71A30D5}"/>
                </a:ext>
              </a:extLst>
            </p:cNvPr>
            <p:cNvSpPr/>
            <p:nvPr/>
          </p:nvSpPr>
          <p:spPr>
            <a:xfrm>
              <a:off x="4585969" y="42957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1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19" y="50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3" name="object 108">
              <a:extLst>
                <a:ext uri="{FF2B5EF4-FFF2-40B4-BE49-F238E27FC236}">
                  <a16:creationId xmlns:a16="http://schemas.microsoft.com/office/drawing/2014/main" id="{0E3E77A0-27D8-4A29-A1CF-7B38FABD3392}"/>
                </a:ext>
              </a:extLst>
            </p:cNvPr>
            <p:cNvSpPr/>
            <p:nvPr/>
          </p:nvSpPr>
          <p:spPr>
            <a:xfrm>
              <a:off x="4585969" y="430085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61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19" y="761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4" name="object 109">
              <a:extLst>
                <a:ext uri="{FF2B5EF4-FFF2-40B4-BE49-F238E27FC236}">
                  <a16:creationId xmlns:a16="http://schemas.microsoft.com/office/drawing/2014/main" id="{9FFEC575-B24A-4176-9A03-7C6B977637D6}"/>
                </a:ext>
              </a:extLst>
            </p:cNvPr>
            <p:cNvSpPr/>
            <p:nvPr/>
          </p:nvSpPr>
          <p:spPr>
            <a:xfrm>
              <a:off x="4585969" y="43084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1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19" y="50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5" name="object 110">
              <a:extLst>
                <a:ext uri="{FF2B5EF4-FFF2-40B4-BE49-F238E27FC236}">
                  <a16:creationId xmlns:a16="http://schemas.microsoft.com/office/drawing/2014/main" id="{A320BB81-5488-4ED6-B12D-ACF82D3C8402}"/>
                </a:ext>
              </a:extLst>
            </p:cNvPr>
            <p:cNvSpPr/>
            <p:nvPr/>
          </p:nvSpPr>
          <p:spPr>
            <a:xfrm>
              <a:off x="4585969" y="4313555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70">
                  <a:moveTo>
                    <a:pt x="7619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7619" y="1396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6" name="object 111">
              <a:extLst>
                <a:ext uri="{FF2B5EF4-FFF2-40B4-BE49-F238E27FC236}">
                  <a16:creationId xmlns:a16="http://schemas.microsoft.com/office/drawing/2014/main" id="{530AA966-A471-4CA0-8743-6E7FA4B50F51}"/>
                </a:ext>
              </a:extLst>
            </p:cNvPr>
            <p:cNvSpPr/>
            <p:nvPr/>
          </p:nvSpPr>
          <p:spPr>
            <a:xfrm>
              <a:off x="4585969" y="43275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7" name="object 112">
              <a:extLst>
                <a:ext uri="{FF2B5EF4-FFF2-40B4-BE49-F238E27FC236}">
                  <a16:creationId xmlns:a16="http://schemas.microsoft.com/office/drawing/2014/main" id="{FF264DD7-2ADE-4F87-989B-F12F60E33B89}"/>
                </a:ext>
              </a:extLst>
            </p:cNvPr>
            <p:cNvSpPr/>
            <p:nvPr/>
          </p:nvSpPr>
          <p:spPr>
            <a:xfrm>
              <a:off x="4585969" y="4333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8" name="object 113">
              <a:extLst>
                <a:ext uri="{FF2B5EF4-FFF2-40B4-BE49-F238E27FC236}">
                  <a16:creationId xmlns:a16="http://schemas.microsoft.com/office/drawing/2014/main" id="{94A2B500-F15B-4C1C-84FB-43ABC35C5277}"/>
                </a:ext>
              </a:extLst>
            </p:cNvPr>
            <p:cNvSpPr/>
            <p:nvPr/>
          </p:nvSpPr>
          <p:spPr>
            <a:xfrm>
              <a:off x="4585969" y="434022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1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19" y="50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19" name="object 114">
              <a:extLst>
                <a:ext uri="{FF2B5EF4-FFF2-40B4-BE49-F238E27FC236}">
                  <a16:creationId xmlns:a16="http://schemas.microsoft.com/office/drawing/2014/main" id="{8B6C3BE8-17DA-4B30-8999-C3051964F7F3}"/>
                </a:ext>
              </a:extLst>
            </p:cNvPr>
            <p:cNvSpPr/>
            <p:nvPr/>
          </p:nvSpPr>
          <p:spPr>
            <a:xfrm>
              <a:off x="4589780" y="434530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29">
                  <a:moveTo>
                    <a:pt x="0" y="240029"/>
                  </a:moveTo>
                  <a:lnTo>
                    <a:pt x="0" y="0"/>
                  </a:lnTo>
                  <a:lnTo>
                    <a:pt x="0" y="240029"/>
                  </a:lnTo>
                  <a:close/>
                </a:path>
              </a:pathLst>
            </a:custGeom>
            <a:solidFill>
              <a:srgbClr val="B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0" name="object 115">
              <a:extLst>
                <a:ext uri="{FF2B5EF4-FFF2-40B4-BE49-F238E27FC236}">
                  <a16:creationId xmlns:a16="http://schemas.microsoft.com/office/drawing/2014/main" id="{86EF29D6-2C5A-4340-81CD-7B006CE90258}"/>
                </a:ext>
              </a:extLst>
            </p:cNvPr>
            <p:cNvSpPr/>
            <p:nvPr/>
          </p:nvSpPr>
          <p:spPr>
            <a:xfrm>
              <a:off x="4578350" y="4204335"/>
              <a:ext cx="7620" cy="2540"/>
            </a:xfrm>
            <a:custGeom>
              <a:avLst/>
              <a:gdLst/>
              <a:ahLst/>
              <a:cxnLst/>
              <a:rect l="l" t="t" r="r" b="b"/>
              <a:pathLst>
                <a:path w="7620" h="2539">
                  <a:moveTo>
                    <a:pt x="7620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7620" y="253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1" name="object 116">
              <a:extLst>
                <a:ext uri="{FF2B5EF4-FFF2-40B4-BE49-F238E27FC236}">
                  <a16:creationId xmlns:a16="http://schemas.microsoft.com/office/drawing/2014/main" id="{AA862A60-EE0F-4DC0-9B1B-E435F687D4EF}"/>
                </a:ext>
              </a:extLst>
            </p:cNvPr>
            <p:cNvSpPr/>
            <p:nvPr/>
          </p:nvSpPr>
          <p:spPr>
            <a:xfrm>
              <a:off x="4578350" y="4206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2" name="object 117">
              <a:extLst>
                <a:ext uri="{FF2B5EF4-FFF2-40B4-BE49-F238E27FC236}">
                  <a16:creationId xmlns:a16="http://schemas.microsoft.com/office/drawing/2014/main" id="{1E51223E-C8F3-44F0-A1E9-6B38F48A29F0}"/>
                </a:ext>
              </a:extLst>
            </p:cNvPr>
            <p:cNvSpPr/>
            <p:nvPr/>
          </p:nvSpPr>
          <p:spPr>
            <a:xfrm>
              <a:off x="4578350" y="42132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3" name="object 118">
              <a:extLst>
                <a:ext uri="{FF2B5EF4-FFF2-40B4-BE49-F238E27FC236}">
                  <a16:creationId xmlns:a16="http://schemas.microsoft.com/office/drawing/2014/main" id="{4032349D-1896-4E12-BC08-9426D4860049}"/>
                </a:ext>
              </a:extLst>
            </p:cNvPr>
            <p:cNvSpPr/>
            <p:nvPr/>
          </p:nvSpPr>
          <p:spPr>
            <a:xfrm>
              <a:off x="4578350" y="42195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4" name="object 119">
              <a:extLst>
                <a:ext uri="{FF2B5EF4-FFF2-40B4-BE49-F238E27FC236}">
                  <a16:creationId xmlns:a16="http://schemas.microsoft.com/office/drawing/2014/main" id="{33ED6F17-6DA6-4817-95B9-D9DF589F156B}"/>
                </a:ext>
              </a:extLst>
            </p:cNvPr>
            <p:cNvSpPr/>
            <p:nvPr/>
          </p:nvSpPr>
          <p:spPr>
            <a:xfrm>
              <a:off x="4578350" y="42259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5" name="object 120">
              <a:extLst>
                <a:ext uri="{FF2B5EF4-FFF2-40B4-BE49-F238E27FC236}">
                  <a16:creationId xmlns:a16="http://schemas.microsoft.com/office/drawing/2014/main" id="{BF5846C5-890B-42B6-8EE3-436AAC825D2F}"/>
                </a:ext>
              </a:extLst>
            </p:cNvPr>
            <p:cNvSpPr/>
            <p:nvPr/>
          </p:nvSpPr>
          <p:spPr>
            <a:xfrm>
              <a:off x="4578350" y="42322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6" name="object 121">
              <a:extLst>
                <a:ext uri="{FF2B5EF4-FFF2-40B4-BE49-F238E27FC236}">
                  <a16:creationId xmlns:a16="http://schemas.microsoft.com/office/drawing/2014/main" id="{E2F441EC-168C-4C82-A06C-B6C5AE6EE7D9}"/>
                </a:ext>
              </a:extLst>
            </p:cNvPr>
            <p:cNvSpPr/>
            <p:nvPr/>
          </p:nvSpPr>
          <p:spPr>
            <a:xfrm>
              <a:off x="4578350" y="42386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7" name="object 122">
              <a:extLst>
                <a:ext uri="{FF2B5EF4-FFF2-40B4-BE49-F238E27FC236}">
                  <a16:creationId xmlns:a16="http://schemas.microsoft.com/office/drawing/2014/main" id="{80AEC9B4-D719-4922-96AF-21D98076D279}"/>
                </a:ext>
              </a:extLst>
            </p:cNvPr>
            <p:cNvSpPr/>
            <p:nvPr/>
          </p:nvSpPr>
          <p:spPr>
            <a:xfrm>
              <a:off x="4578350" y="42449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8" name="object 123">
              <a:extLst>
                <a:ext uri="{FF2B5EF4-FFF2-40B4-BE49-F238E27FC236}">
                  <a16:creationId xmlns:a16="http://schemas.microsoft.com/office/drawing/2014/main" id="{A933E65C-BA39-4EFA-A5FA-F30DA258F1C6}"/>
                </a:ext>
              </a:extLst>
            </p:cNvPr>
            <p:cNvSpPr/>
            <p:nvPr/>
          </p:nvSpPr>
          <p:spPr>
            <a:xfrm>
              <a:off x="4578350" y="42513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29" name="object 124">
              <a:extLst>
                <a:ext uri="{FF2B5EF4-FFF2-40B4-BE49-F238E27FC236}">
                  <a16:creationId xmlns:a16="http://schemas.microsoft.com/office/drawing/2014/main" id="{CDF2ADD0-FE9D-4CB7-A2CF-EE4BD2784A12}"/>
                </a:ext>
              </a:extLst>
            </p:cNvPr>
            <p:cNvSpPr/>
            <p:nvPr/>
          </p:nvSpPr>
          <p:spPr>
            <a:xfrm>
              <a:off x="4578350" y="42576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0" name="object 125">
              <a:extLst>
                <a:ext uri="{FF2B5EF4-FFF2-40B4-BE49-F238E27FC236}">
                  <a16:creationId xmlns:a16="http://schemas.microsoft.com/office/drawing/2014/main" id="{3CCD03F4-1AE9-4CCF-93A3-9087501DDE31}"/>
                </a:ext>
              </a:extLst>
            </p:cNvPr>
            <p:cNvSpPr/>
            <p:nvPr/>
          </p:nvSpPr>
          <p:spPr>
            <a:xfrm>
              <a:off x="4578350" y="42640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1" name="object 126">
              <a:extLst>
                <a:ext uri="{FF2B5EF4-FFF2-40B4-BE49-F238E27FC236}">
                  <a16:creationId xmlns:a16="http://schemas.microsoft.com/office/drawing/2014/main" id="{2787C4FF-E110-4407-ACAB-279C3520EF50}"/>
                </a:ext>
              </a:extLst>
            </p:cNvPr>
            <p:cNvSpPr/>
            <p:nvPr/>
          </p:nvSpPr>
          <p:spPr>
            <a:xfrm>
              <a:off x="4578350" y="42703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2" name="object 127">
              <a:extLst>
                <a:ext uri="{FF2B5EF4-FFF2-40B4-BE49-F238E27FC236}">
                  <a16:creationId xmlns:a16="http://schemas.microsoft.com/office/drawing/2014/main" id="{8CD7FC1F-9A4E-496C-8A54-EA1D755753C9}"/>
                </a:ext>
              </a:extLst>
            </p:cNvPr>
            <p:cNvSpPr/>
            <p:nvPr/>
          </p:nvSpPr>
          <p:spPr>
            <a:xfrm>
              <a:off x="4578350" y="42767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3" name="object 128">
              <a:extLst>
                <a:ext uri="{FF2B5EF4-FFF2-40B4-BE49-F238E27FC236}">
                  <a16:creationId xmlns:a16="http://schemas.microsoft.com/office/drawing/2014/main" id="{4963E882-1E27-4731-A2BF-8D958BA6E501}"/>
                </a:ext>
              </a:extLst>
            </p:cNvPr>
            <p:cNvSpPr/>
            <p:nvPr/>
          </p:nvSpPr>
          <p:spPr>
            <a:xfrm>
              <a:off x="4578350" y="42830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4" name="object 129">
              <a:extLst>
                <a:ext uri="{FF2B5EF4-FFF2-40B4-BE49-F238E27FC236}">
                  <a16:creationId xmlns:a16="http://schemas.microsoft.com/office/drawing/2014/main" id="{E0408A59-2B2A-4C01-96F0-33868C0B8460}"/>
                </a:ext>
              </a:extLst>
            </p:cNvPr>
            <p:cNvSpPr/>
            <p:nvPr/>
          </p:nvSpPr>
          <p:spPr>
            <a:xfrm>
              <a:off x="4578350" y="42894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5" name="object 130">
              <a:extLst>
                <a:ext uri="{FF2B5EF4-FFF2-40B4-BE49-F238E27FC236}">
                  <a16:creationId xmlns:a16="http://schemas.microsoft.com/office/drawing/2014/main" id="{DCEC3D16-D622-4B68-91D2-34ECBD04E836}"/>
                </a:ext>
              </a:extLst>
            </p:cNvPr>
            <p:cNvSpPr/>
            <p:nvPr/>
          </p:nvSpPr>
          <p:spPr>
            <a:xfrm>
              <a:off x="4578350" y="42957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6" name="object 131">
              <a:extLst>
                <a:ext uri="{FF2B5EF4-FFF2-40B4-BE49-F238E27FC236}">
                  <a16:creationId xmlns:a16="http://schemas.microsoft.com/office/drawing/2014/main" id="{28796D42-EFFA-4F03-AE84-2C85F7846680}"/>
                </a:ext>
              </a:extLst>
            </p:cNvPr>
            <p:cNvSpPr/>
            <p:nvPr/>
          </p:nvSpPr>
          <p:spPr>
            <a:xfrm>
              <a:off x="4578350" y="430085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62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20" y="761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7" name="object 132">
              <a:extLst>
                <a:ext uri="{FF2B5EF4-FFF2-40B4-BE49-F238E27FC236}">
                  <a16:creationId xmlns:a16="http://schemas.microsoft.com/office/drawing/2014/main" id="{4A8C7ACE-2886-4A8C-B9F6-C6C5779BFB5F}"/>
                </a:ext>
              </a:extLst>
            </p:cNvPr>
            <p:cNvSpPr/>
            <p:nvPr/>
          </p:nvSpPr>
          <p:spPr>
            <a:xfrm>
              <a:off x="4578350" y="43084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8" name="object 133">
              <a:extLst>
                <a:ext uri="{FF2B5EF4-FFF2-40B4-BE49-F238E27FC236}">
                  <a16:creationId xmlns:a16="http://schemas.microsoft.com/office/drawing/2014/main" id="{57334182-4E0E-4BED-8BBB-32BB69389FF2}"/>
                </a:ext>
              </a:extLst>
            </p:cNvPr>
            <p:cNvSpPr/>
            <p:nvPr/>
          </p:nvSpPr>
          <p:spPr>
            <a:xfrm>
              <a:off x="4578350" y="4313555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70">
                  <a:moveTo>
                    <a:pt x="762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7620" y="1396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39" name="object 134">
              <a:extLst>
                <a:ext uri="{FF2B5EF4-FFF2-40B4-BE49-F238E27FC236}">
                  <a16:creationId xmlns:a16="http://schemas.microsoft.com/office/drawing/2014/main" id="{0C89FC23-02FF-4A9C-881D-DD9409DF5C5E}"/>
                </a:ext>
              </a:extLst>
            </p:cNvPr>
            <p:cNvSpPr/>
            <p:nvPr/>
          </p:nvSpPr>
          <p:spPr>
            <a:xfrm>
              <a:off x="4578350" y="43275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0" name="object 135">
              <a:extLst>
                <a:ext uri="{FF2B5EF4-FFF2-40B4-BE49-F238E27FC236}">
                  <a16:creationId xmlns:a16="http://schemas.microsoft.com/office/drawing/2014/main" id="{7759CB94-5645-4D88-979F-835BC24F8E51}"/>
                </a:ext>
              </a:extLst>
            </p:cNvPr>
            <p:cNvSpPr/>
            <p:nvPr/>
          </p:nvSpPr>
          <p:spPr>
            <a:xfrm>
              <a:off x="4578350" y="4333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1" name="object 136">
              <a:extLst>
                <a:ext uri="{FF2B5EF4-FFF2-40B4-BE49-F238E27FC236}">
                  <a16:creationId xmlns:a16="http://schemas.microsoft.com/office/drawing/2014/main" id="{914A52D2-C8D1-458D-9FB6-C657078798B5}"/>
                </a:ext>
              </a:extLst>
            </p:cNvPr>
            <p:cNvSpPr/>
            <p:nvPr/>
          </p:nvSpPr>
          <p:spPr>
            <a:xfrm>
              <a:off x="4578350" y="434022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2" name="object 137">
              <a:extLst>
                <a:ext uri="{FF2B5EF4-FFF2-40B4-BE49-F238E27FC236}">
                  <a16:creationId xmlns:a16="http://schemas.microsoft.com/office/drawing/2014/main" id="{36AEBA08-73DD-4245-9E99-B913639AD0A2}"/>
                </a:ext>
              </a:extLst>
            </p:cNvPr>
            <p:cNvSpPr/>
            <p:nvPr/>
          </p:nvSpPr>
          <p:spPr>
            <a:xfrm>
              <a:off x="4582160" y="434530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29">
                  <a:moveTo>
                    <a:pt x="0" y="240029"/>
                  </a:moveTo>
                  <a:lnTo>
                    <a:pt x="0" y="0"/>
                  </a:lnTo>
                  <a:lnTo>
                    <a:pt x="0" y="240029"/>
                  </a:lnTo>
                  <a:close/>
                </a:path>
              </a:pathLst>
            </a:custGeom>
            <a:solidFill>
              <a:srgbClr val="B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3" name="object 138">
              <a:extLst>
                <a:ext uri="{FF2B5EF4-FFF2-40B4-BE49-F238E27FC236}">
                  <a16:creationId xmlns:a16="http://schemas.microsoft.com/office/drawing/2014/main" id="{1486BFAE-C7FD-43C0-B391-F0B10B2637F7}"/>
                </a:ext>
              </a:extLst>
            </p:cNvPr>
            <p:cNvSpPr/>
            <p:nvPr/>
          </p:nvSpPr>
          <p:spPr>
            <a:xfrm>
              <a:off x="4570730" y="4204335"/>
              <a:ext cx="7620" cy="2540"/>
            </a:xfrm>
            <a:custGeom>
              <a:avLst/>
              <a:gdLst/>
              <a:ahLst/>
              <a:cxnLst/>
              <a:rect l="l" t="t" r="r" b="b"/>
              <a:pathLst>
                <a:path w="7620" h="2539">
                  <a:moveTo>
                    <a:pt x="7619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7619" y="253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4" name="object 139">
              <a:extLst>
                <a:ext uri="{FF2B5EF4-FFF2-40B4-BE49-F238E27FC236}">
                  <a16:creationId xmlns:a16="http://schemas.microsoft.com/office/drawing/2014/main" id="{56C33D49-2270-4F2F-B8C9-2D0AC59FC1F8}"/>
                </a:ext>
              </a:extLst>
            </p:cNvPr>
            <p:cNvSpPr/>
            <p:nvPr/>
          </p:nvSpPr>
          <p:spPr>
            <a:xfrm>
              <a:off x="4570730" y="4206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5" name="object 140">
              <a:extLst>
                <a:ext uri="{FF2B5EF4-FFF2-40B4-BE49-F238E27FC236}">
                  <a16:creationId xmlns:a16="http://schemas.microsoft.com/office/drawing/2014/main" id="{31B72339-75D9-4273-9C57-CFEFB63826C8}"/>
                </a:ext>
              </a:extLst>
            </p:cNvPr>
            <p:cNvSpPr/>
            <p:nvPr/>
          </p:nvSpPr>
          <p:spPr>
            <a:xfrm>
              <a:off x="4570730" y="42132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6" name="object 141">
              <a:extLst>
                <a:ext uri="{FF2B5EF4-FFF2-40B4-BE49-F238E27FC236}">
                  <a16:creationId xmlns:a16="http://schemas.microsoft.com/office/drawing/2014/main" id="{9AE5C51D-EBB1-4D10-820A-72AA146E835B}"/>
                </a:ext>
              </a:extLst>
            </p:cNvPr>
            <p:cNvSpPr/>
            <p:nvPr/>
          </p:nvSpPr>
          <p:spPr>
            <a:xfrm>
              <a:off x="4570730" y="42195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7" name="object 142">
              <a:extLst>
                <a:ext uri="{FF2B5EF4-FFF2-40B4-BE49-F238E27FC236}">
                  <a16:creationId xmlns:a16="http://schemas.microsoft.com/office/drawing/2014/main" id="{73E33E9F-D482-42F9-8D35-787D977FD878}"/>
                </a:ext>
              </a:extLst>
            </p:cNvPr>
            <p:cNvSpPr/>
            <p:nvPr/>
          </p:nvSpPr>
          <p:spPr>
            <a:xfrm>
              <a:off x="4570730" y="42259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8" name="object 143">
              <a:extLst>
                <a:ext uri="{FF2B5EF4-FFF2-40B4-BE49-F238E27FC236}">
                  <a16:creationId xmlns:a16="http://schemas.microsoft.com/office/drawing/2014/main" id="{2E125B5E-B320-4100-8BAA-6F188F3ACC08}"/>
                </a:ext>
              </a:extLst>
            </p:cNvPr>
            <p:cNvSpPr/>
            <p:nvPr/>
          </p:nvSpPr>
          <p:spPr>
            <a:xfrm>
              <a:off x="4570730" y="42322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49" name="object 144">
              <a:extLst>
                <a:ext uri="{FF2B5EF4-FFF2-40B4-BE49-F238E27FC236}">
                  <a16:creationId xmlns:a16="http://schemas.microsoft.com/office/drawing/2014/main" id="{4C59D7E4-5348-497A-BBB4-02C931A5A3A2}"/>
                </a:ext>
              </a:extLst>
            </p:cNvPr>
            <p:cNvSpPr/>
            <p:nvPr/>
          </p:nvSpPr>
          <p:spPr>
            <a:xfrm>
              <a:off x="4570730" y="42386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0" name="object 145">
              <a:extLst>
                <a:ext uri="{FF2B5EF4-FFF2-40B4-BE49-F238E27FC236}">
                  <a16:creationId xmlns:a16="http://schemas.microsoft.com/office/drawing/2014/main" id="{8E07A782-F3D2-4A6B-ADAA-8619880FD2D6}"/>
                </a:ext>
              </a:extLst>
            </p:cNvPr>
            <p:cNvSpPr/>
            <p:nvPr/>
          </p:nvSpPr>
          <p:spPr>
            <a:xfrm>
              <a:off x="4570730" y="42449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1" name="object 146">
              <a:extLst>
                <a:ext uri="{FF2B5EF4-FFF2-40B4-BE49-F238E27FC236}">
                  <a16:creationId xmlns:a16="http://schemas.microsoft.com/office/drawing/2014/main" id="{3FE6D32C-81E3-45F7-A68C-812C81B62641}"/>
                </a:ext>
              </a:extLst>
            </p:cNvPr>
            <p:cNvSpPr/>
            <p:nvPr/>
          </p:nvSpPr>
          <p:spPr>
            <a:xfrm>
              <a:off x="4570730" y="42513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2" name="object 147">
              <a:extLst>
                <a:ext uri="{FF2B5EF4-FFF2-40B4-BE49-F238E27FC236}">
                  <a16:creationId xmlns:a16="http://schemas.microsoft.com/office/drawing/2014/main" id="{93099F89-F6AB-4CBE-ADCA-EC3E152F5EE8}"/>
                </a:ext>
              </a:extLst>
            </p:cNvPr>
            <p:cNvSpPr/>
            <p:nvPr/>
          </p:nvSpPr>
          <p:spPr>
            <a:xfrm>
              <a:off x="4570730" y="42576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3" name="object 148">
              <a:extLst>
                <a:ext uri="{FF2B5EF4-FFF2-40B4-BE49-F238E27FC236}">
                  <a16:creationId xmlns:a16="http://schemas.microsoft.com/office/drawing/2014/main" id="{14BE5F37-F871-4500-AFF7-CC71FC0AAC13}"/>
                </a:ext>
              </a:extLst>
            </p:cNvPr>
            <p:cNvSpPr/>
            <p:nvPr/>
          </p:nvSpPr>
          <p:spPr>
            <a:xfrm>
              <a:off x="4570730" y="42640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4" name="object 149">
              <a:extLst>
                <a:ext uri="{FF2B5EF4-FFF2-40B4-BE49-F238E27FC236}">
                  <a16:creationId xmlns:a16="http://schemas.microsoft.com/office/drawing/2014/main" id="{EA642E40-1480-4616-985A-D4843EE7286C}"/>
                </a:ext>
              </a:extLst>
            </p:cNvPr>
            <p:cNvSpPr/>
            <p:nvPr/>
          </p:nvSpPr>
          <p:spPr>
            <a:xfrm>
              <a:off x="4570730" y="42703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5" name="object 150">
              <a:extLst>
                <a:ext uri="{FF2B5EF4-FFF2-40B4-BE49-F238E27FC236}">
                  <a16:creationId xmlns:a16="http://schemas.microsoft.com/office/drawing/2014/main" id="{84C1D955-76F9-476B-816A-3D1E172BE4CA}"/>
                </a:ext>
              </a:extLst>
            </p:cNvPr>
            <p:cNvSpPr/>
            <p:nvPr/>
          </p:nvSpPr>
          <p:spPr>
            <a:xfrm>
              <a:off x="4570730" y="42767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6" name="object 151">
              <a:extLst>
                <a:ext uri="{FF2B5EF4-FFF2-40B4-BE49-F238E27FC236}">
                  <a16:creationId xmlns:a16="http://schemas.microsoft.com/office/drawing/2014/main" id="{74A51033-0089-4CCC-8E11-C97E73E77D30}"/>
                </a:ext>
              </a:extLst>
            </p:cNvPr>
            <p:cNvSpPr/>
            <p:nvPr/>
          </p:nvSpPr>
          <p:spPr>
            <a:xfrm>
              <a:off x="4570730" y="42830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7" name="object 152">
              <a:extLst>
                <a:ext uri="{FF2B5EF4-FFF2-40B4-BE49-F238E27FC236}">
                  <a16:creationId xmlns:a16="http://schemas.microsoft.com/office/drawing/2014/main" id="{4124A851-D588-416E-B876-8236EBCD2D50}"/>
                </a:ext>
              </a:extLst>
            </p:cNvPr>
            <p:cNvSpPr/>
            <p:nvPr/>
          </p:nvSpPr>
          <p:spPr>
            <a:xfrm>
              <a:off x="4570730" y="42894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8" name="object 153">
              <a:extLst>
                <a:ext uri="{FF2B5EF4-FFF2-40B4-BE49-F238E27FC236}">
                  <a16:creationId xmlns:a16="http://schemas.microsoft.com/office/drawing/2014/main" id="{110375D2-2BC8-4C19-AC94-10C50C8DFE6B}"/>
                </a:ext>
              </a:extLst>
            </p:cNvPr>
            <p:cNvSpPr/>
            <p:nvPr/>
          </p:nvSpPr>
          <p:spPr>
            <a:xfrm>
              <a:off x="4570730" y="42957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1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19" y="50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59" name="object 154">
              <a:extLst>
                <a:ext uri="{FF2B5EF4-FFF2-40B4-BE49-F238E27FC236}">
                  <a16:creationId xmlns:a16="http://schemas.microsoft.com/office/drawing/2014/main" id="{622EA8C9-1D66-460A-8E96-40CBB4B303DA}"/>
                </a:ext>
              </a:extLst>
            </p:cNvPr>
            <p:cNvSpPr/>
            <p:nvPr/>
          </p:nvSpPr>
          <p:spPr>
            <a:xfrm>
              <a:off x="4570730" y="430085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619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19" y="761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0" name="object 155">
              <a:extLst>
                <a:ext uri="{FF2B5EF4-FFF2-40B4-BE49-F238E27FC236}">
                  <a16:creationId xmlns:a16="http://schemas.microsoft.com/office/drawing/2014/main" id="{E7378EF6-6649-4F8E-BAC6-4A4A7FA032B2}"/>
                </a:ext>
              </a:extLst>
            </p:cNvPr>
            <p:cNvSpPr/>
            <p:nvPr/>
          </p:nvSpPr>
          <p:spPr>
            <a:xfrm>
              <a:off x="4570730" y="43084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1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19" y="50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1" name="object 156">
              <a:extLst>
                <a:ext uri="{FF2B5EF4-FFF2-40B4-BE49-F238E27FC236}">
                  <a16:creationId xmlns:a16="http://schemas.microsoft.com/office/drawing/2014/main" id="{2CA60D43-65B5-43F7-A3CC-D14238753BA6}"/>
                </a:ext>
              </a:extLst>
            </p:cNvPr>
            <p:cNvSpPr/>
            <p:nvPr/>
          </p:nvSpPr>
          <p:spPr>
            <a:xfrm>
              <a:off x="4570730" y="4313555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70">
                  <a:moveTo>
                    <a:pt x="7619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7619" y="1396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2" name="object 157">
              <a:extLst>
                <a:ext uri="{FF2B5EF4-FFF2-40B4-BE49-F238E27FC236}">
                  <a16:creationId xmlns:a16="http://schemas.microsoft.com/office/drawing/2014/main" id="{867D5544-7158-4921-A79D-F6A23E965691}"/>
                </a:ext>
              </a:extLst>
            </p:cNvPr>
            <p:cNvSpPr/>
            <p:nvPr/>
          </p:nvSpPr>
          <p:spPr>
            <a:xfrm>
              <a:off x="4570730" y="43275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3" name="object 158">
              <a:extLst>
                <a:ext uri="{FF2B5EF4-FFF2-40B4-BE49-F238E27FC236}">
                  <a16:creationId xmlns:a16="http://schemas.microsoft.com/office/drawing/2014/main" id="{51D909DE-F91D-47B1-A164-7BBB9922A9DA}"/>
                </a:ext>
              </a:extLst>
            </p:cNvPr>
            <p:cNvSpPr/>
            <p:nvPr/>
          </p:nvSpPr>
          <p:spPr>
            <a:xfrm>
              <a:off x="4570730" y="4333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19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4" name="object 159">
              <a:extLst>
                <a:ext uri="{FF2B5EF4-FFF2-40B4-BE49-F238E27FC236}">
                  <a16:creationId xmlns:a16="http://schemas.microsoft.com/office/drawing/2014/main" id="{D59B6CDB-49D5-403F-80EE-E66E2436390D}"/>
                </a:ext>
              </a:extLst>
            </p:cNvPr>
            <p:cNvSpPr/>
            <p:nvPr/>
          </p:nvSpPr>
          <p:spPr>
            <a:xfrm>
              <a:off x="4570730" y="434022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19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19" y="50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5" name="object 160">
              <a:extLst>
                <a:ext uri="{FF2B5EF4-FFF2-40B4-BE49-F238E27FC236}">
                  <a16:creationId xmlns:a16="http://schemas.microsoft.com/office/drawing/2014/main" id="{00F7B0BB-F86C-440E-BF8D-E058FD82A389}"/>
                </a:ext>
              </a:extLst>
            </p:cNvPr>
            <p:cNvSpPr/>
            <p:nvPr/>
          </p:nvSpPr>
          <p:spPr>
            <a:xfrm>
              <a:off x="4574539" y="434530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29">
                  <a:moveTo>
                    <a:pt x="0" y="240029"/>
                  </a:moveTo>
                  <a:lnTo>
                    <a:pt x="0" y="0"/>
                  </a:lnTo>
                  <a:lnTo>
                    <a:pt x="0" y="240029"/>
                  </a:lnTo>
                  <a:close/>
                </a:path>
              </a:pathLst>
            </a:custGeom>
            <a:solidFill>
              <a:srgbClr val="B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6" name="object 161">
              <a:extLst>
                <a:ext uri="{FF2B5EF4-FFF2-40B4-BE49-F238E27FC236}">
                  <a16:creationId xmlns:a16="http://schemas.microsoft.com/office/drawing/2014/main" id="{DB17E14A-3F5C-4360-BE85-C7CCF9340EED}"/>
                </a:ext>
              </a:extLst>
            </p:cNvPr>
            <p:cNvSpPr/>
            <p:nvPr/>
          </p:nvSpPr>
          <p:spPr>
            <a:xfrm>
              <a:off x="4564380" y="4204335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39">
                  <a:moveTo>
                    <a:pt x="6350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6350" y="253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7" name="object 162">
              <a:extLst>
                <a:ext uri="{FF2B5EF4-FFF2-40B4-BE49-F238E27FC236}">
                  <a16:creationId xmlns:a16="http://schemas.microsoft.com/office/drawing/2014/main" id="{C9775ACB-6729-41B8-A101-98877828B261}"/>
                </a:ext>
              </a:extLst>
            </p:cNvPr>
            <p:cNvSpPr/>
            <p:nvPr/>
          </p:nvSpPr>
          <p:spPr>
            <a:xfrm>
              <a:off x="4564380" y="42068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8" name="object 163">
              <a:extLst>
                <a:ext uri="{FF2B5EF4-FFF2-40B4-BE49-F238E27FC236}">
                  <a16:creationId xmlns:a16="http://schemas.microsoft.com/office/drawing/2014/main" id="{9A98C23E-69AC-4380-9BEB-139F4281D478}"/>
                </a:ext>
              </a:extLst>
            </p:cNvPr>
            <p:cNvSpPr/>
            <p:nvPr/>
          </p:nvSpPr>
          <p:spPr>
            <a:xfrm>
              <a:off x="4564380" y="42132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69" name="object 164">
              <a:extLst>
                <a:ext uri="{FF2B5EF4-FFF2-40B4-BE49-F238E27FC236}">
                  <a16:creationId xmlns:a16="http://schemas.microsoft.com/office/drawing/2014/main" id="{A002627E-58B7-42A5-8F6F-DF9BF19E83EF}"/>
                </a:ext>
              </a:extLst>
            </p:cNvPr>
            <p:cNvSpPr/>
            <p:nvPr/>
          </p:nvSpPr>
          <p:spPr>
            <a:xfrm>
              <a:off x="4564380" y="42195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0" name="object 165">
              <a:extLst>
                <a:ext uri="{FF2B5EF4-FFF2-40B4-BE49-F238E27FC236}">
                  <a16:creationId xmlns:a16="http://schemas.microsoft.com/office/drawing/2014/main" id="{574EA070-FBBC-401C-978D-6D65BD79B746}"/>
                </a:ext>
              </a:extLst>
            </p:cNvPr>
            <p:cNvSpPr/>
            <p:nvPr/>
          </p:nvSpPr>
          <p:spPr>
            <a:xfrm>
              <a:off x="4564380" y="42259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1" name="object 166">
              <a:extLst>
                <a:ext uri="{FF2B5EF4-FFF2-40B4-BE49-F238E27FC236}">
                  <a16:creationId xmlns:a16="http://schemas.microsoft.com/office/drawing/2014/main" id="{F4D00F34-EC04-409C-9104-2CFCE5DE970B}"/>
                </a:ext>
              </a:extLst>
            </p:cNvPr>
            <p:cNvSpPr/>
            <p:nvPr/>
          </p:nvSpPr>
          <p:spPr>
            <a:xfrm>
              <a:off x="4564380" y="42322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2" name="object 167">
              <a:extLst>
                <a:ext uri="{FF2B5EF4-FFF2-40B4-BE49-F238E27FC236}">
                  <a16:creationId xmlns:a16="http://schemas.microsoft.com/office/drawing/2014/main" id="{17B72018-1D2D-4CAC-A6AB-DE4665F4E6FF}"/>
                </a:ext>
              </a:extLst>
            </p:cNvPr>
            <p:cNvSpPr/>
            <p:nvPr/>
          </p:nvSpPr>
          <p:spPr>
            <a:xfrm>
              <a:off x="4564380" y="42386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3" name="object 168">
              <a:extLst>
                <a:ext uri="{FF2B5EF4-FFF2-40B4-BE49-F238E27FC236}">
                  <a16:creationId xmlns:a16="http://schemas.microsoft.com/office/drawing/2014/main" id="{DE44F165-CB46-43E6-B1AD-BD39213ABE80}"/>
                </a:ext>
              </a:extLst>
            </p:cNvPr>
            <p:cNvSpPr/>
            <p:nvPr/>
          </p:nvSpPr>
          <p:spPr>
            <a:xfrm>
              <a:off x="4564380" y="42449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4" name="object 169">
              <a:extLst>
                <a:ext uri="{FF2B5EF4-FFF2-40B4-BE49-F238E27FC236}">
                  <a16:creationId xmlns:a16="http://schemas.microsoft.com/office/drawing/2014/main" id="{DC0C28A2-0F4A-4923-8C98-EE7978458D4D}"/>
                </a:ext>
              </a:extLst>
            </p:cNvPr>
            <p:cNvSpPr/>
            <p:nvPr/>
          </p:nvSpPr>
          <p:spPr>
            <a:xfrm>
              <a:off x="4564380" y="42513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5" name="object 170">
              <a:extLst>
                <a:ext uri="{FF2B5EF4-FFF2-40B4-BE49-F238E27FC236}">
                  <a16:creationId xmlns:a16="http://schemas.microsoft.com/office/drawing/2014/main" id="{BC1C88BA-BC03-4AC6-9AD7-E98E6FB3F6A6}"/>
                </a:ext>
              </a:extLst>
            </p:cNvPr>
            <p:cNvSpPr/>
            <p:nvPr/>
          </p:nvSpPr>
          <p:spPr>
            <a:xfrm>
              <a:off x="4564380" y="42576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6" name="object 171">
              <a:extLst>
                <a:ext uri="{FF2B5EF4-FFF2-40B4-BE49-F238E27FC236}">
                  <a16:creationId xmlns:a16="http://schemas.microsoft.com/office/drawing/2014/main" id="{218C9CA2-AE7B-45C1-A6AB-593DBDB781A8}"/>
                </a:ext>
              </a:extLst>
            </p:cNvPr>
            <p:cNvSpPr/>
            <p:nvPr/>
          </p:nvSpPr>
          <p:spPr>
            <a:xfrm>
              <a:off x="4564380" y="42640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7" name="object 172">
              <a:extLst>
                <a:ext uri="{FF2B5EF4-FFF2-40B4-BE49-F238E27FC236}">
                  <a16:creationId xmlns:a16="http://schemas.microsoft.com/office/drawing/2014/main" id="{0F10E231-E203-4CE8-9594-CAB2F495B7DE}"/>
                </a:ext>
              </a:extLst>
            </p:cNvPr>
            <p:cNvSpPr/>
            <p:nvPr/>
          </p:nvSpPr>
          <p:spPr>
            <a:xfrm>
              <a:off x="4564380" y="42703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8" name="object 173">
              <a:extLst>
                <a:ext uri="{FF2B5EF4-FFF2-40B4-BE49-F238E27FC236}">
                  <a16:creationId xmlns:a16="http://schemas.microsoft.com/office/drawing/2014/main" id="{87ED8655-09EB-465C-827F-904C8143F0BC}"/>
                </a:ext>
              </a:extLst>
            </p:cNvPr>
            <p:cNvSpPr/>
            <p:nvPr/>
          </p:nvSpPr>
          <p:spPr>
            <a:xfrm>
              <a:off x="4564380" y="42767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79" name="object 174">
              <a:extLst>
                <a:ext uri="{FF2B5EF4-FFF2-40B4-BE49-F238E27FC236}">
                  <a16:creationId xmlns:a16="http://schemas.microsoft.com/office/drawing/2014/main" id="{0C1A03BA-C06A-4BA3-BAA3-E7E350D8C437}"/>
                </a:ext>
              </a:extLst>
            </p:cNvPr>
            <p:cNvSpPr/>
            <p:nvPr/>
          </p:nvSpPr>
          <p:spPr>
            <a:xfrm>
              <a:off x="4564380" y="42830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0" name="object 175">
              <a:extLst>
                <a:ext uri="{FF2B5EF4-FFF2-40B4-BE49-F238E27FC236}">
                  <a16:creationId xmlns:a16="http://schemas.microsoft.com/office/drawing/2014/main" id="{6C08DD2C-E0C6-4D7B-BD2D-914AB377D544}"/>
                </a:ext>
              </a:extLst>
            </p:cNvPr>
            <p:cNvSpPr/>
            <p:nvPr/>
          </p:nvSpPr>
          <p:spPr>
            <a:xfrm>
              <a:off x="4564380" y="42894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1" name="object 176">
              <a:extLst>
                <a:ext uri="{FF2B5EF4-FFF2-40B4-BE49-F238E27FC236}">
                  <a16:creationId xmlns:a16="http://schemas.microsoft.com/office/drawing/2014/main" id="{CE1C391D-CE88-4D12-8E4C-A22B92158014}"/>
                </a:ext>
              </a:extLst>
            </p:cNvPr>
            <p:cNvSpPr/>
            <p:nvPr/>
          </p:nvSpPr>
          <p:spPr>
            <a:xfrm>
              <a:off x="4564380" y="4295775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635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6350" y="50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2" name="object 177">
              <a:extLst>
                <a:ext uri="{FF2B5EF4-FFF2-40B4-BE49-F238E27FC236}">
                  <a16:creationId xmlns:a16="http://schemas.microsoft.com/office/drawing/2014/main" id="{24BF1AFD-35DD-4BD6-80AA-9C96595403D4}"/>
                </a:ext>
              </a:extLst>
            </p:cNvPr>
            <p:cNvSpPr/>
            <p:nvPr/>
          </p:nvSpPr>
          <p:spPr>
            <a:xfrm>
              <a:off x="4564380" y="4300855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635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50" y="761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3" name="object 178">
              <a:extLst>
                <a:ext uri="{FF2B5EF4-FFF2-40B4-BE49-F238E27FC236}">
                  <a16:creationId xmlns:a16="http://schemas.microsoft.com/office/drawing/2014/main" id="{6F374C98-33F4-454D-87E0-FA284E2D75D1}"/>
                </a:ext>
              </a:extLst>
            </p:cNvPr>
            <p:cNvSpPr/>
            <p:nvPr/>
          </p:nvSpPr>
          <p:spPr>
            <a:xfrm>
              <a:off x="4564380" y="4308475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635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6350" y="50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4" name="object 179">
              <a:extLst>
                <a:ext uri="{FF2B5EF4-FFF2-40B4-BE49-F238E27FC236}">
                  <a16:creationId xmlns:a16="http://schemas.microsoft.com/office/drawing/2014/main" id="{609785A3-D0BF-4827-AC51-B4B39AA73546}"/>
                </a:ext>
              </a:extLst>
            </p:cNvPr>
            <p:cNvSpPr/>
            <p:nvPr/>
          </p:nvSpPr>
          <p:spPr>
            <a:xfrm>
              <a:off x="4564380" y="4313555"/>
              <a:ext cx="6350" cy="13970"/>
            </a:xfrm>
            <a:custGeom>
              <a:avLst/>
              <a:gdLst/>
              <a:ahLst/>
              <a:cxnLst/>
              <a:rect l="l" t="t" r="r" b="b"/>
              <a:pathLst>
                <a:path w="6350" h="13970">
                  <a:moveTo>
                    <a:pt x="635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6350" y="1396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5" name="object 180">
              <a:extLst>
                <a:ext uri="{FF2B5EF4-FFF2-40B4-BE49-F238E27FC236}">
                  <a16:creationId xmlns:a16="http://schemas.microsoft.com/office/drawing/2014/main" id="{4991A8FF-8B8B-4172-AC4B-FDE42B049431}"/>
                </a:ext>
              </a:extLst>
            </p:cNvPr>
            <p:cNvSpPr/>
            <p:nvPr/>
          </p:nvSpPr>
          <p:spPr>
            <a:xfrm>
              <a:off x="4564380" y="43275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6" name="object 181">
              <a:extLst>
                <a:ext uri="{FF2B5EF4-FFF2-40B4-BE49-F238E27FC236}">
                  <a16:creationId xmlns:a16="http://schemas.microsoft.com/office/drawing/2014/main" id="{B5891875-3675-485A-A486-5EE785D7D350}"/>
                </a:ext>
              </a:extLst>
            </p:cNvPr>
            <p:cNvSpPr/>
            <p:nvPr/>
          </p:nvSpPr>
          <p:spPr>
            <a:xfrm>
              <a:off x="4564380" y="43338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7" name="object 182">
              <a:extLst>
                <a:ext uri="{FF2B5EF4-FFF2-40B4-BE49-F238E27FC236}">
                  <a16:creationId xmlns:a16="http://schemas.microsoft.com/office/drawing/2014/main" id="{F8028161-A94D-466D-A8E3-E6D44A0F2A7A}"/>
                </a:ext>
              </a:extLst>
            </p:cNvPr>
            <p:cNvSpPr/>
            <p:nvPr/>
          </p:nvSpPr>
          <p:spPr>
            <a:xfrm>
              <a:off x="4564380" y="4340225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635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6350" y="50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8" name="object 183">
              <a:extLst>
                <a:ext uri="{FF2B5EF4-FFF2-40B4-BE49-F238E27FC236}">
                  <a16:creationId xmlns:a16="http://schemas.microsoft.com/office/drawing/2014/main" id="{B2BC7A41-4EAB-4088-81F2-6AC757470E9B}"/>
                </a:ext>
              </a:extLst>
            </p:cNvPr>
            <p:cNvSpPr/>
            <p:nvPr/>
          </p:nvSpPr>
          <p:spPr>
            <a:xfrm>
              <a:off x="4567555" y="434530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29">
                  <a:moveTo>
                    <a:pt x="0" y="240029"/>
                  </a:moveTo>
                  <a:lnTo>
                    <a:pt x="0" y="0"/>
                  </a:lnTo>
                  <a:lnTo>
                    <a:pt x="0" y="240029"/>
                  </a:lnTo>
                  <a:close/>
                </a:path>
              </a:pathLst>
            </a:custGeom>
            <a:solidFill>
              <a:srgbClr val="B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89" name="object 184">
              <a:extLst>
                <a:ext uri="{FF2B5EF4-FFF2-40B4-BE49-F238E27FC236}">
                  <a16:creationId xmlns:a16="http://schemas.microsoft.com/office/drawing/2014/main" id="{4D3E9875-47C7-495E-9E8D-E1DD7D233F5E}"/>
                </a:ext>
              </a:extLst>
            </p:cNvPr>
            <p:cNvSpPr/>
            <p:nvPr/>
          </p:nvSpPr>
          <p:spPr>
            <a:xfrm>
              <a:off x="4556760" y="4204335"/>
              <a:ext cx="7620" cy="2540"/>
            </a:xfrm>
            <a:custGeom>
              <a:avLst/>
              <a:gdLst/>
              <a:ahLst/>
              <a:cxnLst/>
              <a:rect l="l" t="t" r="r" b="b"/>
              <a:pathLst>
                <a:path w="7620" h="2539">
                  <a:moveTo>
                    <a:pt x="7620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7620" y="253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0" name="object 185">
              <a:extLst>
                <a:ext uri="{FF2B5EF4-FFF2-40B4-BE49-F238E27FC236}">
                  <a16:creationId xmlns:a16="http://schemas.microsoft.com/office/drawing/2014/main" id="{44AAB9B2-1B5B-4F94-A84C-4AC5AEC28B11}"/>
                </a:ext>
              </a:extLst>
            </p:cNvPr>
            <p:cNvSpPr/>
            <p:nvPr/>
          </p:nvSpPr>
          <p:spPr>
            <a:xfrm>
              <a:off x="4556760" y="4206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1" name="object 186">
              <a:extLst>
                <a:ext uri="{FF2B5EF4-FFF2-40B4-BE49-F238E27FC236}">
                  <a16:creationId xmlns:a16="http://schemas.microsoft.com/office/drawing/2014/main" id="{328B8E6C-CE9F-4B76-B38F-8386C36AD9D5}"/>
                </a:ext>
              </a:extLst>
            </p:cNvPr>
            <p:cNvSpPr/>
            <p:nvPr/>
          </p:nvSpPr>
          <p:spPr>
            <a:xfrm>
              <a:off x="4556760" y="42132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2" name="object 187">
              <a:extLst>
                <a:ext uri="{FF2B5EF4-FFF2-40B4-BE49-F238E27FC236}">
                  <a16:creationId xmlns:a16="http://schemas.microsoft.com/office/drawing/2014/main" id="{33AF66E3-4249-436B-95A8-C624A7A8A3C5}"/>
                </a:ext>
              </a:extLst>
            </p:cNvPr>
            <p:cNvSpPr/>
            <p:nvPr/>
          </p:nvSpPr>
          <p:spPr>
            <a:xfrm>
              <a:off x="4556760" y="42195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3" name="object 188">
              <a:extLst>
                <a:ext uri="{FF2B5EF4-FFF2-40B4-BE49-F238E27FC236}">
                  <a16:creationId xmlns:a16="http://schemas.microsoft.com/office/drawing/2014/main" id="{A417468D-4D58-4337-8767-232C1D7376E3}"/>
                </a:ext>
              </a:extLst>
            </p:cNvPr>
            <p:cNvSpPr/>
            <p:nvPr/>
          </p:nvSpPr>
          <p:spPr>
            <a:xfrm>
              <a:off x="4556760" y="42259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4" name="object 189">
              <a:extLst>
                <a:ext uri="{FF2B5EF4-FFF2-40B4-BE49-F238E27FC236}">
                  <a16:creationId xmlns:a16="http://schemas.microsoft.com/office/drawing/2014/main" id="{181BDBA1-EAD8-42DC-9284-2B80A40C1B93}"/>
                </a:ext>
              </a:extLst>
            </p:cNvPr>
            <p:cNvSpPr/>
            <p:nvPr/>
          </p:nvSpPr>
          <p:spPr>
            <a:xfrm>
              <a:off x="4556760" y="42322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5" name="object 190">
              <a:extLst>
                <a:ext uri="{FF2B5EF4-FFF2-40B4-BE49-F238E27FC236}">
                  <a16:creationId xmlns:a16="http://schemas.microsoft.com/office/drawing/2014/main" id="{6DB6F579-6971-45DE-91DE-50F1F37CCF53}"/>
                </a:ext>
              </a:extLst>
            </p:cNvPr>
            <p:cNvSpPr/>
            <p:nvPr/>
          </p:nvSpPr>
          <p:spPr>
            <a:xfrm>
              <a:off x="4556760" y="42386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6" name="object 191">
              <a:extLst>
                <a:ext uri="{FF2B5EF4-FFF2-40B4-BE49-F238E27FC236}">
                  <a16:creationId xmlns:a16="http://schemas.microsoft.com/office/drawing/2014/main" id="{25AE9B8E-A2DB-45E3-B0AA-7E0C4D659E3A}"/>
                </a:ext>
              </a:extLst>
            </p:cNvPr>
            <p:cNvSpPr/>
            <p:nvPr/>
          </p:nvSpPr>
          <p:spPr>
            <a:xfrm>
              <a:off x="4556760" y="42449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7" name="object 192">
              <a:extLst>
                <a:ext uri="{FF2B5EF4-FFF2-40B4-BE49-F238E27FC236}">
                  <a16:creationId xmlns:a16="http://schemas.microsoft.com/office/drawing/2014/main" id="{7C2DA09B-98E1-48F2-ACC2-AE9C48AEA704}"/>
                </a:ext>
              </a:extLst>
            </p:cNvPr>
            <p:cNvSpPr/>
            <p:nvPr/>
          </p:nvSpPr>
          <p:spPr>
            <a:xfrm>
              <a:off x="4556760" y="42513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8" name="object 193">
              <a:extLst>
                <a:ext uri="{FF2B5EF4-FFF2-40B4-BE49-F238E27FC236}">
                  <a16:creationId xmlns:a16="http://schemas.microsoft.com/office/drawing/2014/main" id="{AF7ACB94-CBE3-40B4-BA31-B584B2DF01DD}"/>
                </a:ext>
              </a:extLst>
            </p:cNvPr>
            <p:cNvSpPr/>
            <p:nvPr/>
          </p:nvSpPr>
          <p:spPr>
            <a:xfrm>
              <a:off x="4556760" y="42576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199" name="object 194">
              <a:extLst>
                <a:ext uri="{FF2B5EF4-FFF2-40B4-BE49-F238E27FC236}">
                  <a16:creationId xmlns:a16="http://schemas.microsoft.com/office/drawing/2014/main" id="{7D1CDC90-5B43-4B9C-B172-A16FE9EB62D5}"/>
                </a:ext>
              </a:extLst>
            </p:cNvPr>
            <p:cNvSpPr/>
            <p:nvPr/>
          </p:nvSpPr>
          <p:spPr>
            <a:xfrm>
              <a:off x="4556760" y="42640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0" name="object 195">
              <a:extLst>
                <a:ext uri="{FF2B5EF4-FFF2-40B4-BE49-F238E27FC236}">
                  <a16:creationId xmlns:a16="http://schemas.microsoft.com/office/drawing/2014/main" id="{4735599E-D3F1-4BFA-AF44-175FDEC744FF}"/>
                </a:ext>
              </a:extLst>
            </p:cNvPr>
            <p:cNvSpPr/>
            <p:nvPr/>
          </p:nvSpPr>
          <p:spPr>
            <a:xfrm>
              <a:off x="4556760" y="42703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1" name="object 196">
              <a:extLst>
                <a:ext uri="{FF2B5EF4-FFF2-40B4-BE49-F238E27FC236}">
                  <a16:creationId xmlns:a16="http://schemas.microsoft.com/office/drawing/2014/main" id="{D791A048-39C8-4C57-BA80-C8D3B4448106}"/>
                </a:ext>
              </a:extLst>
            </p:cNvPr>
            <p:cNvSpPr/>
            <p:nvPr/>
          </p:nvSpPr>
          <p:spPr>
            <a:xfrm>
              <a:off x="4556760" y="42767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2" name="object 197">
              <a:extLst>
                <a:ext uri="{FF2B5EF4-FFF2-40B4-BE49-F238E27FC236}">
                  <a16:creationId xmlns:a16="http://schemas.microsoft.com/office/drawing/2014/main" id="{B206CD5C-86B7-45A8-9048-A03DC4158FB1}"/>
                </a:ext>
              </a:extLst>
            </p:cNvPr>
            <p:cNvSpPr/>
            <p:nvPr/>
          </p:nvSpPr>
          <p:spPr>
            <a:xfrm>
              <a:off x="4556760" y="42830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3" name="object 198">
              <a:extLst>
                <a:ext uri="{FF2B5EF4-FFF2-40B4-BE49-F238E27FC236}">
                  <a16:creationId xmlns:a16="http://schemas.microsoft.com/office/drawing/2014/main" id="{C33B2580-FA7C-430A-9F9F-52ABBC44C898}"/>
                </a:ext>
              </a:extLst>
            </p:cNvPr>
            <p:cNvSpPr/>
            <p:nvPr/>
          </p:nvSpPr>
          <p:spPr>
            <a:xfrm>
              <a:off x="4556760" y="42894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4" name="object 199">
              <a:extLst>
                <a:ext uri="{FF2B5EF4-FFF2-40B4-BE49-F238E27FC236}">
                  <a16:creationId xmlns:a16="http://schemas.microsoft.com/office/drawing/2014/main" id="{55975E15-CD59-4EC2-8EEB-43C780CA88FA}"/>
                </a:ext>
              </a:extLst>
            </p:cNvPr>
            <p:cNvSpPr/>
            <p:nvPr/>
          </p:nvSpPr>
          <p:spPr>
            <a:xfrm>
              <a:off x="4556760" y="42957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5" name="object 200">
              <a:extLst>
                <a:ext uri="{FF2B5EF4-FFF2-40B4-BE49-F238E27FC236}">
                  <a16:creationId xmlns:a16="http://schemas.microsoft.com/office/drawing/2014/main" id="{ABE515EA-9303-46C8-8944-E995F7E6DC4A}"/>
                </a:ext>
              </a:extLst>
            </p:cNvPr>
            <p:cNvSpPr/>
            <p:nvPr/>
          </p:nvSpPr>
          <p:spPr>
            <a:xfrm>
              <a:off x="4556760" y="430085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62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20" y="761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6" name="object 201">
              <a:extLst>
                <a:ext uri="{FF2B5EF4-FFF2-40B4-BE49-F238E27FC236}">
                  <a16:creationId xmlns:a16="http://schemas.microsoft.com/office/drawing/2014/main" id="{7629D132-72A3-4ADF-B640-94566F80EC2E}"/>
                </a:ext>
              </a:extLst>
            </p:cNvPr>
            <p:cNvSpPr/>
            <p:nvPr/>
          </p:nvSpPr>
          <p:spPr>
            <a:xfrm>
              <a:off x="4556760" y="43084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7" name="object 202">
              <a:extLst>
                <a:ext uri="{FF2B5EF4-FFF2-40B4-BE49-F238E27FC236}">
                  <a16:creationId xmlns:a16="http://schemas.microsoft.com/office/drawing/2014/main" id="{CC8C8E25-7613-456E-B46C-A23FED25C543}"/>
                </a:ext>
              </a:extLst>
            </p:cNvPr>
            <p:cNvSpPr/>
            <p:nvPr/>
          </p:nvSpPr>
          <p:spPr>
            <a:xfrm>
              <a:off x="4556760" y="4313555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70">
                  <a:moveTo>
                    <a:pt x="762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7620" y="1396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8" name="object 203">
              <a:extLst>
                <a:ext uri="{FF2B5EF4-FFF2-40B4-BE49-F238E27FC236}">
                  <a16:creationId xmlns:a16="http://schemas.microsoft.com/office/drawing/2014/main" id="{42A87011-7F97-4E17-B3C3-6AD8BABCDDA9}"/>
                </a:ext>
              </a:extLst>
            </p:cNvPr>
            <p:cNvSpPr/>
            <p:nvPr/>
          </p:nvSpPr>
          <p:spPr>
            <a:xfrm>
              <a:off x="4556760" y="43275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09" name="object 204">
              <a:extLst>
                <a:ext uri="{FF2B5EF4-FFF2-40B4-BE49-F238E27FC236}">
                  <a16:creationId xmlns:a16="http://schemas.microsoft.com/office/drawing/2014/main" id="{50BC1E42-903D-4F8D-8D73-9EF6B6E27C5A}"/>
                </a:ext>
              </a:extLst>
            </p:cNvPr>
            <p:cNvSpPr/>
            <p:nvPr/>
          </p:nvSpPr>
          <p:spPr>
            <a:xfrm>
              <a:off x="4556760" y="4333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0" name="object 205">
              <a:extLst>
                <a:ext uri="{FF2B5EF4-FFF2-40B4-BE49-F238E27FC236}">
                  <a16:creationId xmlns:a16="http://schemas.microsoft.com/office/drawing/2014/main" id="{C85FFF86-1436-44EC-BF2B-74885043F1B6}"/>
                </a:ext>
              </a:extLst>
            </p:cNvPr>
            <p:cNvSpPr/>
            <p:nvPr/>
          </p:nvSpPr>
          <p:spPr>
            <a:xfrm>
              <a:off x="4556760" y="434022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1" name="object 206">
              <a:extLst>
                <a:ext uri="{FF2B5EF4-FFF2-40B4-BE49-F238E27FC236}">
                  <a16:creationId xmlns:a16="http://schemas.microsoft.com/office/drawing/2014/main" id="{3E9B80DD-90FA-4BE0-AB5A-D291DB3146F1}"/>
                </a:ext>
              </a:extLst>
            </p:cNvPr>
            <p:cNvSpPr/>
            <p:nvPr/>
          </p:nvSpPr>
          <p:spPr>
            <a:xfrm>
              <a:off x="4560569" y="4345305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29">
                  <a:moveTo>
                    <a:pt x="0" y="240029"/>
                  </a:moveTo>
                  <a:lnTo>
                    <a:pt x="0" y="0"/>
                  </a:lnTo>
                  <a:lnTo>
                    <a:pt x="0" y="240029"/>
                  </a:lnTo>
                  <a:close/>
                </a:path>
              </a:pathLst>
            </a:custGeom>
            <a:solidFill>
              <a:srgbClr val="BB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2" name="object 207">
              <a:extLst>
                <a:ext uri="{FF2B5EF4-FFF2-40B4-BE49-F238E27FC236}">
                  <a16:creationId xmlns:a16="http://schemas.microsoft.com/office/drawing/2014/main" id="{D0BBE812-04C4-43A7-BCE6-DAA4F8A9C06D}"/>
                </a:ext>
              </a:extLst>
            </p:cNvPr>
            <p:cNvSpPr/>
            <p:nvPr/>
          </p:nvSpPr>
          <p:spPr>
            <a:xfrm>
              <a:off x="4549139" y="4205605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20" h="1270">
                  <a:moveTo>
                    <a:pt x="7620" y="0"/>
                  </a:moveTo>
                  <a:lnTo>
                    <a:pt x="0" y="0"/>
                  </a:lnTo>
                  <a:lnTo>
                    <a:pt x="0" y="1269"/>
                  </a:lnTo>
                  <a:lnTo>
                    <a:pt x="7620" y="126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3" name="object 208">
              <a:extLst>
                <a:ext uri="{FF2B5EF4-FFF2-40B4-BE49-F238E27FC236}">
                  <a16:creationId xmlns:a16="http://schemas.microsoft.com/office/drawing/2014/main" id="{2D8645EF-A005-4560-AD98-C617DA91F0AF}"/>
                </a:ext>
              </a:extLst>
            </p:cNvPr>
            <p:cNvSpPr/>
            <p:nvPr/>
          </p:nvSpPr>
          <p:spPr>
            <a:xfrm>
              <a:off x="4549139" y="4206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4" name="object 209">
              <a:extLst>
                <a:ext uri="{FF2B5EF4-FFF2-40B4-BE49-F238E27FC236}">
                  <a16:creationId xmlns:a16="http://schemas.microsoft.com/office/drawing/2014/main" id="{108757AF-FB80-4FA0-8DA9-12D0EB3C1FC8}"/>
                </a:ext>
              </a:extLst>
            </p:cNvPr>
            <p:cNvSpPr/>
            <p:nvPr/>
          </p:nvSpPr>
          <p:spPr>
            <a:xfrm>
              <a:off x="4549139" y="42132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5" name="object 210">
              <a:extLst>
                <a:ext uri="{FF2B5EF4-FFF2-40B4-BE49-F238E27FC236}">
                  <a16:creationId xmlns:a16="http://schemas.microsoft.com/office/drawing/2014/main" id="{43A6FFA6-9BA7-48FA-8F56-1C0FAD4E5F1E}"/>
                </a:ext>
              </a:extLst>
            </p:cNvPr>
            <p:cNvSpPr/>
            <p:nvPr/>
          </p:nvSpPr>
          <p:spPr>
            <a:xfrm>
              <a:off x="4549139" y="42195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6" name="object 211">
              <a:extLst>
                <a:ext uri="{FF2B5EF4-FFF2-40B4-BE49-F238E27FC236}">
                  <a16:creationId xmlns:a16="http://schemas.microsoft.com/office/drawing/2014/main" id="{CE5783B3-92D1-4E84-A8C0-FBA089641738}"/>
                </a:ext>
              </a:extLst>
            </p:cNvPr>
            <p:cNvSpPr/>
            <p:nvPr/>
          </p:nvSpPr>
          <p:spPr>
            <a:xfrm>
              <a:off x="4549139" y="42259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7" name="object 212">
              <a:extLst>
                <a:ext uri="{FF2B5EF4-FFF2-40B4-BE49-F238E27FC236}">
                  <a16:creationId xmlns:a16="http://schemas.microsoft.com/office/drawing/2014/main" id="{EC698CDB-682F-4B8E-948F-0EAC02CACCF5}"/>
                </a:ext>
              </a:extLst>
            </p:cNvPr>
            <p:cNvSpPr/>
            <p:nvPr/>
          </p:nvSpPr>
          <p:spPr>
            <a:xfrm>
              <a:off x="4549139" y="42322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8" name="object 213">
              <a:extLst>
                <a:ext uri="{FF2B5EF4-FFF2-40B4-BE49-F238E27FC236}">
                  <a16:creationId xmlns:a16="http://schemas.microsoft.com/office/drawing/2014/main" id="{8CCC7FB4-68A3-45D4-8556-8068304D80AD}"/>
                </a:ext>
              </a:extLst>
            </p:cNvPr>
            <p:cNvSpPr/>
            <p:nvPr/>
          </p:nvSpPr>
          <p:spPr>
            <a:xfrm>
              <a:off x="4549139" y="42386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19" name="object 214">
              <a:extLst>
                <a:ext uri="{FF2B5EF4-FFF2-40B4-BE49-F238E27FC236}">
                  <a16:creationId xmlns:a16="http://schemas.microsoft.com/office/drawing/2014/main" id="{1878DA9D-35FA-47C0-8FA7-0DD37AAAFE2D}"/>
                </a:ext>
              </a:extLst>
            </p:cNvPr>
            <p:cNvSpPr/>
            <p:nvPr/>
          </p:nvSpPr>
          <p:spPr>
            <a:xfrm>
              <a:off x="4549139" y="42449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0" name="object 215">
              <a:extLst>
                <a:ext uri="{FF2B5EF4-FFF2-40B4-BE49-F238E27FC236}">
                  <a16:creationId xmlns:a16="http://schemas.microsoft.com/office/drawing/2014/main" id="{AEB51B31-987D-4B99-8A36-0817F6C440B2}"/>
                </a:ext>
              </a:extLst>
            </p:cNvPr>
            <p:cNvSpPr/>
            <p:nvPr/>
          </p:nvSpPr>
          <p:spPr>
            <a:xfrm>
              <a:off x="4549139" y="42513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1" name="object 216">
              <a:extLst>
                <a:ext uri="{FF2B5EF4-FFF2-40B4-BE49-F238E27FC236}">
                  <a16:creationId xmlns:a16="http://schemas.microsoft.com/office/drawing/2014/main" id="{623C5B9A-EB8F-4699-B167-2D7FBAE7EF92}"/>
                </a:ext>
              </a:extLst>
            </p:cNvPr>
            <p:cNvSpPr/>
            <p:nvPr/>
          </p:nvSpPr>
          <p:spPr>
            <a:xfrm>
              <a:off x="4549139" y="42576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2" name="object 217">
              <a:extLst>
                <a:ext uri="{FF2B5EF4-FFF2-40B4-BE49-F238E27FC236}">
                  <a16:creationId xmlns:a16="http://schemas.microsoft.com/office/drawing/2014/main" id="{81E3231C-E2AF-4635-9F4D-62D9866E0B98}"/>
                </a:ext>
              </a:extLst>
            </p:cNvPr>
            <p:cNvSpPr/>
            <p:nvPr/>
          </p:nvSpPr>
          <p:spPr>
            <a:xfrm>
              <a:off x="4549139" y="42640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3" name="object 218">
              <a:extLst>
                <a:ext uri="{FF2B5EF4-FFF2-40B4-BE49-F238E27FC236}">
                  <a16:creationId xmlns:a16="http://schemas.microsoft.com/office/drawing/2014/main" id="{B074C2C8-6EAE-48C1-B604-C4C14D0BE513}"/>
                </a:ext>
              </a:extLst>
            </p:cNvPr>
            <p:cNvSpPr/>
            <p:nvPr/>
          </p:nvSpPr>
          <p:spPr>
            <a:xfrm>
              <a:off x="4549139" y="42703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4" name="object 219">
              <a:extLst>
                <a:ext uri="{FF2B5EF4-FFF2-40B4-BE49-F238E27FC236}">
                  <a16:creationId xmlns:a16="http://schemas.microsoft.com/office/drawing/2014/main" id="{3A1F53E5-5001-477E-A62B-EBF16D48C39E}"/>
                </a:ext>
              </a:extLst>
            </p:cNvPr>
            <p:cNvSpPr/>
            <p:nvPr/>
          </p:nvSpPr>
          <p:spPr>
            <a:xfrm>
              <a:off x="4549139" y="42767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5" name="object 220">
              <a:extLst>
                <a:ext uri="{FF2B5EF4-FFF2-40B4-BE49-F238E27FC236}">
                  <a16:creationId xmlns:a16="http://schemas.microsoft.com/office/drawing/2014/main" id="{670491A6-257A-410D-A3AB-7ED36ECA21A8}"/>
                </a:ext>
              </a:extLst>
            </p:cNvPr>
            <p:cNvSpPr/>
            <p:nvPr/>
          </p:nvSpPr>
          <p:spPr>
            <a:xfrm>
              <a:off x="4549139" y="42830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6" name="object 221">
              <a:extLst>
                <a:ext uri="{FF2B5EF4-FFF2-40B4-BE49-F238E27FC236}">
                  <a16:creationId xmlns:a16="http://schemas.microsoft.com/office/drawing/2014/main" id="{D90287A2-B0FD-43DF-8E0F-2BE5262EEEDF}"/>
                </a:ext>
              </a:extLst>
            </p:cNvPr>
            <p:cNvSpPr/>
            <p:nvPr/>
          </p:nvSpPr>
          <p:spPr>
            <a:xfrm>
              <a:off x="4549139" y="42894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7" name="object 222">
              <a:extLst>
                <a:ext uri="{FF2B5EF4-FFF2-40B4-BE49-F238E27FC236}">
                  <a16:creationId xmlns:a16="http://schemas.microsoft.com/office/drawing/2014/main" id="{303B73EF-F2D6-441F-A4C0-FC7F3C2484B7}"/>
                </a:ext>
              </a:extLst>
            </p:cNvPr>
            <p:cNvSpPr/>
            <p:nvPr/>
          </p:nvSpPr>
          <p:spPr>
            <a:xfrm>
              <a:off x="4549139" y="42957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8" name="object 223">
              <a:extLst>
                <a:ext uri="{FF2B5EF4-FFF2-40B4-BE49-F238E27FC236}">
                  <a16:creationId xmlns:a16="http://schemas.microsoft.com/office/drawing/2014/main" id="{EF8607F9-D98A-4E8D-ACA3-C6F59D421B34}"/>
                </a:ext>
              </a:extLst>
            </p:cNvPr>
            <p:cNvSpPr/>
            <p:nvPr/>
          </p:nvSpPr>
          <p:spPr>
            <a:xfrm>
              <a:off x="4549139" y="430085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62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7620" y="761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29" name="object 224">
              <a:extLst>
                <a:ext uri="{FF2B5EF4-FFF2-40B4-BE49-F238E27FC236}">
                  <a16:creationId xmlns:a16="http://schemas.microsoft.com/office/drawing/2014/main" id="{5682978A-EA86-47D8-8871-7D673D43CE71}"/>
                </a:ext>
              </a:extLst>
            </p:cNvPr>
            <p:cNvSpPr/>
            <p:nvPr/>
          </p:nvSpPr>
          <p:spPr>
            <a:xfrm>
              <a:off x="4549139" y="430847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0" name="object 225">
              <a:extLst>
                <a:ext uri="{FF2B5EF4-FFF2-40B4-BE49-F238E27FC236}">
                  <a16:creationId xmlns:a16="http://schemas.microsoft.com/office/drawing/2014/main" id="{8C7FFB70-07B0-4941-A4C6-A419048F7382}"/>
                </a:ext>
              </a:extLst>
            </p:cNvPr>
            <p:cNvSpPr/>
            <p:nvPr/>
          </p:nvSpPr>
          <p:spPr>
            <a:xfrm>
              <a:off x="4549139" y="4313555"/>
              <a:ext cx="7620" cy="13970"/>
            </a:xfrm>
            <a:custGeom>
              <a:avLst/>
              <a:gdLst/>
              <a:ahLst/>
              <a:cxnLst/>
              <a:rect l="l" t="t" r="r" b="b"/>
              <a:pathLst>
                <a:path w="7620" h="13970">
                  <a:moveTo>
                    <a:pt x="762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7620" y="1396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1" name="object 226">
              <a:extLst>
                <a:ext uri="{FF2B5EF4-FFF2-40B4-BE49-F238E27FC236}">
                  <a16:creationId xmlns:a16="http://schemas.microsoft.com/office/drawing/2014/main" id="{C30B6FEE-C7D9-4498-AD97-D3D6285A80A4}"/>
                </a:ext>
              </a:extLst>
            </p:cNvPr>
            <p:cNvSpPr/>
            <p:nvPr/>
          </p:nvSpPr>
          <p:spPr>
            <a:xfrm>
              <a:off x="4549139" y="432752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2" name="object 227">
              <a:extLst>
                <a:ext uri="{FF2B5EF4-FFF2-40B4-BE49-F238E27FC236}">
                  <a16:creationId xmlns:a16="http://schemas.microsoft.com/office/drawing/2014/main" id="{ADA5D8E9-BDC9-4974-A922-997B6BDB05C8}"/>
                </a:ext>
              </a:extLst>
            </p:cNvPr>
            <p:cNvSpPr/>
            <p:nvPr/>
          </p:nvSpPr>
          <p:spPr>
            <a:xfrm>
              <a:off x="4549139" y="4333875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62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3" name="object 228">
              <a:extLst>
                <a:ext uri="{FF2B5EF4-FFF2-40B4-BE49-F238E27FC236}">
                  <a16:creationId xmlns:a16="http://schemas.microsoft.com/office/drawing/2014/main" id="{65685EE8-8B81-4510-8686-A05CCB0B8D20}"/>
                </a:ext>
              </a:extLst>
            </p:cNvPr>
            <p:cNvSpPr/>
            <p:nvPr/>
          </p:nvSpPr>
          <p:spPr>
            <a:xfrm>
              <a:off x="4549139" y="4340225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20" h="5079">
                  <a:moveTo>
                    <a:pt x="762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4" name="object 229">
              <a:extLst>
                <a:ext uri="{FF2B5EF4-FFF2-40B4-BE49-F238E27FC236}">
                  <a16:creationId xmlns:a16="http://schemas.microsoft.com/office/drawing/2014/main" id="{9DB88518-1422-44A8-AFFF-B3C0244893E0}"/>
                </a:ext>
              </a:extLst>
            </p:cNvPr>
            <p:cNvSpPr/>
            <p:nvPr/>
          </p:nvSpPr>
          <p:spPr>
            <a:xfrm>
              <a:off x="4552950" y="4345305"/>
              <a:ext cx="0" cy="237490"/>
            </a:xfrm>
            <a:custGeom>
              <a:avLst/>
              <a:gdLst/>
              <a:ahLst/>
              <a:cxnLst/>
              <a:rect l="l" t="t" r="r" b="b"/>
              <a:pathLst>
                <a:path h="237489">
                  <a:moveTo>
                    <a:pt x="0" y="237489"/>
                  </a:moveTo>
                  <a:lnTo>
                    <a:pt x="0" y="0"/>
                  </a:lnTo>
                  <a:lnTo>
                    <a:pt x="0" y="237489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5" name="object 230">
              <a:extLst>
                <a:ext uri="{FF2B5EF4-FFF2-40B4-BE49-F238E27FC236}">
                  <a16:creationId xmlns:a16="http://schemas.microsoft.com/office/drawing/2014/main" id="{C4589571-C234-479B-9DA8-3829BCBE5CEC}"/>
                </a:ext>
              </a:extLst>
            </p:cNvPr>
            <p:cNvSpPr/>
            <p:nvPr/>
          </p:nvSpPr>
          <p:spPr>
            <a:xfrm>
              <a:off x="4551680" y="4582794"/>
              <a:ext cx="5080" cy="1270"/>
            </a:xfrm>
            <a:custGeom>
              <a:avLst/>
              <a:gdLst/>
              <a:ahLst/>
              <a:cxnLst/>
              <a:rect l="l" t="t" r="r" b="b"/>
              <a:pathLst>
                <a:path w="5079" h="1270">
                  <a:moveTo>
                    <a:pt x="5079" y="0"/>
                  </a:moveTo>
                  <a:lnTo>
                    <a:pt x="0" y="0"/>
                  </a:lnTo>
                  <a:lnTo>
                    <a:pt x="0" y="1269"/>
                  </a:lnTo>
                  <a:lnTo>
                    <a:pt x="5079" y="1269"/>
                  </a:lnTo>
                  <a:lnTo>
                    <a:pt x="5079" y="0"/>
                  </a:lnTo>
                  <a:close/>
                </a:path>
              </a:pathLst>
            </a:custGeom>
            <a:solidFill>
              <a:srgbClr val="B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6" name="object 231">
              <a:extLst>
                <a:ext uri="{FF2B5EF4-FFF2-40B4-BE49-F238E27FC236}">
                  <a16:creationId xmlns:a16="http://schemas.microsoft.com/office/drawing/2014/main" id="{09A5F865-3FFE-4AF5-ADA0-A85B1E9C1AB2}"/>
                </a:ext>
              </a:extLst>
            </p:cNvPr>
            <p:cNvSpPr/>
            <p:nvPr/>
          </p:nvSpPr>
          <p:spPr>
            <a:xfrm>
              <a:off x="4547869" y="4205605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1269" y="0"/>
                  </a:moveTo>
                  <a:lnTo>
                    <a:pt x="0" y="0"/>
                  </a:lnTo>
                  <a:lnTo>
                    <a:pt x="0" y="1269"/>
                  </a:lnTo>
                  <a:lnTo>
                    <a:pt x="1269" y="1269"/>
                  </a:lnTo>
                  <a:lnTo>
                    <a:pt x="1269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7" name="object 232">
              <a:extLst>
                <a:ext uri="{FF2B5EF4-FFF2-40B4-BE49-F238E27FC236}">
                  <a16:creationId xmlns:a16="http://schemas.microsoft.com/office/drawing/2014/main" id="{2E9CF132-C4BB-4DDA-85AB-361756CF140C}"/>
                </a:ext>
              </a:extLst>
            </p:cNvPr>
            <p:cNvSpPr/>
            <p:nvPr/>
          </p:nvSpPr>
          <p:spPr>
            <a:xfrm>
              <a:off x="4542789" y="42068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8" name="object 233">
              <a:extLst>
                <a:ext uri="{FF2B5EF4-FFF2-40B4-BE49-F238E27FC236}">
                  <a16:creationId xmlns:a16="http://schemas.microsoft.com/office/drawing/2014/main" id="{7A19660C-9E6E-4786-8762-4070F738153C}"/>
                </a:ext>
              </a:extLst>
            </p:cNvPr>
            <p:cNvSpPr/>
            <p:nvPr/>
          </p:nvSpPr>
          <p:spPr>
            <a:xfrm>
              <a:off x="4542789" y="42132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39" name="object 234">
              <a:extLst>
                <a:ext uri="{FF2B5EF4-FFF2-40B4-BE49-F238E27FC236}">
                  <a16:creationId xmlns:a16="http://schemas.microsoft.com/office/drawing/2014/main" id="{18097835-3B64-4F35-BE7B-73CD94B8732F}"/>
                </a:ext>
              </a:extLst>
            </p:cNvPr>
            <p:cNvSpPr/>
            <p:nvPr/>
          </p:nvSpPr>
          <p:spPr>
            <a:xfrm>
              <a:off x="4542789" y="42195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0" name="object 235">
              <a:extLst>
                <a:ext uri="{FF2B5EF4-FFF2-40B4-BE49-F238E27FC236}">
                  <a16:creationId xmlns:a16="http://schemas.microsoft.com/office/drawing/2014/main" id="{323467B0-30F0-4B9D-B057-D7BED15AD207}"/>
                </a:ext>
              </a:extLst>
            </p:cNvPr>
            <p:cNvSpPr/>
            <p:nvPr/>
          </p:nvSpPr>
          <p:spPr>
            <a:xfrm>
              <a:off x="4542789" y="42259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1" name="object 236">
              <a:extLst>
                <a:ext uri="{FF2B5EF4-FFF2-40B4-BE49-F238E27FC236}">
                  <a16:creationId xmlns:a16="http://schemas.microsoft.com/office/drawing/2014/main" id="{D64321F0-E5B6-439F-AC55-3221FAB9EF6C}"/>
                </a:ext>
              </a:extLst>
            </p:cNvPr>
            <p:cNvSpPr/>
            <p:nvPr/>
          </p:nvSpPr>
          <p:spPr>
            <a:xfrm>
              <a:off x="4542789" y="42322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2" name="object 237">
              <a:extLst>
                <a:ext uri="{FF2B5EF4-FFF2-40B4-BE49-F238E27FC236}">
                  <a16:creationId xmlns:a16="http://schemas.microsoft.com/office/drawing/2014/main" id="{7D2360BD-D14F-403C-887C-906E044B64B0}"/>
                </a:ext>
              </a:extLst>
            </p:cNvPr>
            <p:cNvSpPr/>
            <p:nvPr/>
          </p:nvSpPr>
          <p:spPr>
            <a:xfrm>
              <a:off x="4542789" y="42386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3" name="object 238">
              <a:extLst>
                <a:ext uri="{FF2B5EF4-FFF2-40B4-BE49-F238E27FC236}">
                  <a16:creationId xmlns:a16="http://schemas.microsoft.com/office/drawing/2014/main" id="{58AA74DA-CB3A-42C9-82B5-5357AEEF824F}"/>
                </a:ext>
              </a:extLst>
            </p:cNvPr>
            <p:cNvSpPr/>
            <p:nvPr/>
          </p:nvSpPr>
          <p:spPr>
            <a:xfrm>
              <a:off x="4542789" y="42449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4" name="object 239">
              <a:extLst>
                <a:ext uri="{FF2B5EF4-FFF2-40B4-BE49-F238E27FC236}">
                  <a16:creationId xmlns:a16="http://schemas.microsoft.com/office/drawing/2014/main" id="{07D410EC-1282-4D8B-89DF-620258A81EF1}"/>
                </a:ext>
              </a:extLst>
            </p:cNvPr>
            <p:cNvSpPr/>
            <p:nvPr/>
          </p:nvSpPr>
          <p:spPr>
            <a:xfrm>
              <a:off x="4542789" y="42513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5" name="object 240">
              <a:extLst>
                <a:ext uri="{FF2B5EF4-FFF2-40B4-BE49-F238E27FC236}">
                  <a16:creationId xmlns:a16="http://schemas.microsoft.com/office/drawing/2014/main" id="{225416D3-02C5-46A0-9865-4DE72038FD81}"/>
                </a:ext>
              </a:extLst>
            </p:cNvPr>
            <p:cNvSpPr/>
            <p:nvPr/>
          </p:nvSpPr>
          <p:spPr>
            <a:xfrm>
              <a:off x="4542789" y="42576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6" name="object 241">
              <a:extLst>
                <a:ext uri="{FF2B5EF4-FFF2-40B4-BE49-F238E27FC236}">
                  <a16:creationId xmlns:a16="http://schemas.microsoft.com/office/drawing/2014/main" id="{BB46C40A-647B-43EC-9D8F-A874B980694F}"/>
                </a:ext>
              </a:extLst>
            </p:cNvPr>
            <p:cNvSpPr/>
            <p:nvPr/>
          </p:nvSpPr>
          <p:spPr>
            <a:xfrm>
              <a:off x="4542789" y="42640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7" name="object 242">
              <a:extLst>
                <a:ext uri="{FF2B5EF4-FFF2-40B4-BE49-F238E27FC236}">
                  <a16:creationId xmlns:a16="http://schemas.microsoft.com/office/drawing/2014/main" id="{5D8A3A7D-7EA9-4696-BFFC-EF8E98D7CB4E}"/>
                </a:ext>
              </a:extLst>
            </p:cNvPr>
            <p:cNvSpPr/>
            <p:nvPr/>
          </p:nvSpPr>
          <p:spPr>
            <a:xfrm>
              <a:off x="4542789" y="42703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8" name="object 243">
              <a:extLst>
                <a:ext uri="{FF2B5EF4-FFF2-40B4-BE49-F238E27FC236}">
                  <a16:creationId xmlns:a16="http://schemas.microsoft.com/office/drawing/2014/main" id="{20FCC9A6-7097-4F7F-B9AB-C1AAF22EF302}"/>
                </a:ext>
              </a:extLst>
            </p:cNvPr>
            <p:cNvSpPr/>
            <p:nvPr/>
          </p:nvSpPr>
          <p:spPr>
            <a:xfrm>
              <a:off x="4542789" y="42767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49" name="object 244">
              <a:extLst>
                <a:ext uri="{FF2B5EF4-FFF2-40B4-BE49-F238E27FC236}">
                  <a16:creationId xmlns:a16="http://schemas.microsoft.com/office/drawing/2014/main" id="{4D04E910-E759-49F2-9C39-43D1BC8225C8}"/>
                </a:ext>
              </a:extLst>
            </p:cNvPr>
            <p:cNvSpPr/>
            <p:nvPr/>
          </p:nvSpPr>
          <p:spPr>
            <a:xfrm>
              <a:off x="4542789" y="42830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0" name="object 245">
              <a:extLst>
                <a:ext uri="{FF2B5EF4-FFF2-40B4-BE49-F238E27FC236}">
                  <a16:creationId xmlns:a16="http://schemas.microsoft.com/office/drawing/2014/main" id="{7262EAC3-BDE0-4D81-9CD0-1D88049A2ADE}"/>
                </a:ext>
              </a:extLst>
            </p:cNvPr>
            <p:cNvSpPr/>
            <p:nvPr/>
          </p:nvSpPr>
          <p:spPr>
            <a:xfrm>
              <a:off x="4542789" y="42894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1" name="object 246">
              <a:extLst>
                <a:ext uri="{FF2B5EF4-FFF2-40B4-BE49-F238E27FC236}">
                  <a16:creationId xmlns:a16="http://schemas.microsoft.com/office/drawing/2014/main" id="{231A968D-A4D8-4E16-BB20-C58E7440B959}"/>
                </a:ext>
              </a:extLst>
            </p:cNvPr>
            <p:cNvSpPr/>
            <p:nvPr/>
          </p:nvSpPr>
          <p:spPr>
            <a:xfrm>
              <a:off x="4542789" y="4295775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635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6350" y="50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2" name="object 247">
              <a:extLst>
                <a:ext uri="{FF2B5EF4-FFF2-40B4-BE49-F238E27FC236}">
                  <a16:creationId xmlns:a16="http://schemas.microsoft.com/office/drawing/2014/main" id="{84A0BF48-915E-4632-A498-23C4F7D315CD}"/>
                </a:ext>
              </a:extLst>
            </p:cNvPr>
            <p:cNvSpPr/>
            <p:nvPr/>
          </p:nvSpPr>
          <p:spPr>
            <a:xfrm>
              <a:off x="4542789" y="4300855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6350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6350" y="761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3" name="object 248">
              <a:extLst>
                <a:ext uri="{FF2B5EF4-FFF2-40B4-BE49-F238E27FC236}">
                  <a16:creationId xmlns:a16="http://schemas.microsoft.com/office/drawing/2014/main" id="{6149CF7B-1A49-4970-AD08-F98E3F0A954B}"/>
                </a:ext>
              </a:extLst>
            </p:cNvPr>
            <p:cNvSpPr/>
            <p:nvPr/>
          </p:nvSpPr>
          <p:spPr>
            <a:xfrm>
              <a:off x="4542789" y="4308475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6350" y="0"/>
                  </a:moveTo>
                  <a:lnTo>
                    <a:pt x="0" y="0"/>
                  </a:lnTo>
                  <a:lnTo>
                    <a:pt x="0" y="5079"/>
                  </a:lnTo>
                  <a:lnTo>
                    <a:pt x="6350" y="50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4" name="object 249">
              <a:extLst>
                <a:ext uri="{FF2B5EF4-FFF2-40B4-BE49-F238E27FC236}">
                  <a16:creationId xmlns:a16="http://schemas.microsoft.com/office/drawing/2014/main" id="{AA9947EF-1E4E-49F7-A1DE-1339411CB36B}"/>
                </a:ext>
              </a:extLst>
            </p:cNvPr>
            <p:cNvSpPr/>
            <p:nvPr/>
          </p:nvSpPr>
          <p:spPr>
            <a:xfrm>
              <a:off x="4542789" y="4313555"/>
              <a:ext cx="6350" cy="13970"/>
            </a:xfrm>
            <a:custGeom>
              <a:avLst/>
              <a:gdLst/>
              <a:ahLst/>
              <a:cxnLst/>
              <a:rect l="l" t="t" r="r" b="b"/>
              <a:pathLst>
                <a:path w="6350" h="13970">
                  <a:moveTo>
                    <a:pt x="6350" y="0"/>
                  </a:moveTo>
                  <a:lnTo>
                    <a:pt x="0" y="0"/>
                  </a:lnTo>
                  <a:lnTo>
                    <a:pt x="0" y="13969"/>
                  </a:lnTo>
                  <a:lnTo>
                    <a:pt x="6350" y="1396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5" name="object 250">
              <a:extLst>
                <a:ext uri="{FF2B5EF4-FFF2-40B4-BE49-F238E27FC236}">
                  <a16:creationId xmlns:a16="http://schemas.microsoft.com/office/drawing/2014/main" id="{FDB04E1F-529A-41A5-88D0-014362CD2C51}"/>
                </a:ext>
              </a:extLst>
            </p:cNvPr>
            <p:cNvSpPr/>
            <p:nvPr/>
          </p:nvSpPr>
          <p:spPr>
            <a:xfrm>
              <a:off x="4542789" y="432752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6" name="object 251">
              <a:extLst>
                <a:ext uri="{FF2B5EF4-FFF2-40B4-BE49-F238E27FC236}">
                  <a16:creationId xmlns:a16="http://schemas.microsoft.com/office/drawing/2014/main" id="{15366342-9F8C-4785-A11D-67553016A138}"/>
                </a:ext>
              </a:extLst>
            </p:cNvPr>
            <p:cNvSpPr/>
            <p:nvPr/>
          </p:nvSpPr>
          <p:spPr>
            <a:xfrm>
              <a:off x="4542789" y="433387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350" y="0"/>
                  </a:moveTo>
                  <a:lnTo>
                    <a:pt x="0" y="0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7" name="object 252">
              <a:extLst>
                <a:ext uri="{FF2B5EF4-FFF2-40B4-BE49-F238E27FC236}">
                  <a16:creationId xmlns:a16="http://schemas.microsoft.com/office/drawing/2014/main" id="{4B13F927-1AF8-46FB-AB60-18A866C5C50F}"/>
                </a:ext>
              </a:extLst>
            </p:cNvPr>
            <p:cNvSpPr/>
            <p:nvPr/>
          </p:nvSpPr>
          <p:spPr>
            <a:xfrm>
              <a:off x="4545964" y="4340225"/>
              <a:ext cx="0" cy="242570"/>
            </a:xfrm>
            <a:custGeom>
              <a:avLst/>
              <a:gdLst/>
              <a:ahLst/>
              <a:cxnLst/>
              <a:rect l="l" t="t" r="r" b="b"/>
              <a:pathLst>
                <a:path h="242570">
                  <a:moveTo>
                    <a:pt x="0" y="242569"/>
                  </a:moveTo>
                  <a:lnTo>
                    <a:pt x="0" y="0"/>
                  </a:lnTo>
                  <a:lnTo>
                    <a:pt x="0" y="242569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8" name="object 253">
              <a:extLst>
                <a:ext uri="{FF2B5EF4-FFF2-40B4-BE49-F238E27FC236}">
                  <a16:creationId xmlns:a16="http://schemas.microsoft.com/office/drawing/2014/main" id="{1BEA17DD-F96A-41D9-AE79-EE053C9C1251}"/>
                </a:ext>
              </a:extLst>
            </p:cNvPr>
            <p:cNvSpPr/>
            <p:nvPr/>
          </p:nvSpPr>
          <p:spPr>
            <a:xfrm>
              <a:off x="4535169" y="4206875"/>
              <a:ext cx="7620" cy="375920"/>
            </a:xfrm>
            <a:custGeom>
              <a:avLst/>
              <a:gdLst/>
              <a:ahLst/>
              <a:cxnLst/>
              <a:rect l="l" t="t" r="r" b="b"/>
              <a:pathLst>
                <a:path w="7620" h="375920">
                  <a:moveTo>
                    <a:pt x="7619" y="0"/>
                  </a:moveTo>
                  <a:lnTo>
                    <a:pt x="6350" y="0"/>
                  </a:lnTo>
                  <a:lnTo>
                    <a:pt x="6350" y="1269"/>
                  </a:lnTo>
                  <a:lnTo>
                    <a:pt x="2539" y="1269"/>
                  </a:lnTo>
                  <a:lnTo>
                    <a:pt x="2539" y="2539"/>
                  </a:lnTo>
                  <a:lnTo>
                    <a:pt x="0" y="2539"/>
                  </a:lnTo>
                  <a:lnTo>
                    <a:pt x="0" y="6349"/>
                  </a:lnTo>
                  <a:lnTo>
                    <a:pt x="7619" y="6349"/>
                  </a:lnTo>
                  <a:lnTo>
                    <a:pt x="7619" y="0"/>
                  </a:lnTo>
                  <a:close/>
                </a:path>
                <a:path w="7620" h="375920">
                  <a:moveTo>
                    <a:pt x="7619" y="6349"/>
                  </a:moveTo>
                  <a:lnTo>
                    <a:pt x="0" y="6349"/>
                  </a:lnTo>
                  <a:lnTo>
                    <a:pt x="0" y="12699"/>
                  </a:lnTo>
                  <a:lnTo>
                    <a:pt x="7619" y="12699"/>
                  </a:lnTo>
                  <a:lnTo>
                    <a:pt x="7619" y="6349"/>
                  </a:lnTo>
                  <a:close/>
                </a:path>
                <a:path w="7620" h="375920">
                  <a:moveTo>
                    <a:pt x="7619" y="12699"/>
                  </a:moveTo>
                  <a:lnTo>
                    <a:pt x="0" y="12699"/>
                  </a:lnTo>
                  <a:lnTo>
                    <a:pt x="0" y="19049"/>
                  </a:lnTo>
                  <a:lnTo>
                    <a:pt x="7619" y="19049"/>
                  </a:lnTo>
                  <a:lnTo>
                    <a:pt x="7619" y="12699"/>
                  </a:lnTo>
                  <a:close/>
                </a:path>
                <a:path w="7620" h="375920">
                  <a:moveTo>
                    <a:pt x="7619" y="19049"/>
                  </a:moveTo>
                  <a:lnTo>
                    <a:pt x="0" y="19049"/>
                  </a:lnTo>
                  <a:lnTo>
                    <a:pt x="0" y="25399"/>
                  </a:lnTo>
                  <a:lnTo>
                    <a:pt x="7619" y="25399"/>
                  </a:lnTo>
                  <a:lnTo>
                    <a:pt x="7619" y="19049"/>
                  </a:lnTo>
                  <a:close/>
                </a:path>
                <a:path w="7620" h="375920">
                  <a:moveTo>
                    <a:pt x="7619" y="25399"/>
                  </a:moveTo>
                  <a:lnTo>
                    <a:pt x="0" y="25399"/>
                  </a:lnTo>
                  <a:lnTo>
                    <a:pt x="0" y="31749"/>
                  </a:lnTo>
                  <a:lnTo>
                    <a:pt x="7619" y="31749"/>
                  </a:lnTo>
                  <a:lnTo>
                    <a:pt x="7619" y="25399"/>
                  </a:lnTo>
                  <a:close/>
                </a:path>
                <a:path w="7620" h="375920">
                  <a:moveTo>
                    <a:pt x="7619" y="31749"/>
                  </a:moveTo>
                  <a:lnTo>
                    <a:pt x="0" y="31749"/>
                  </a:lnTo>
                  <a:lnTo>
                    <a:pt x="0" y="38099"/>
                  </a:lnTo>
                  <a:lnTo>
                    <a:pt x="7619" y="38099"/>
                  </a:lnTo>
                  <a:lnTo>
                    <a:pt x="7619" y="31749"/>
                  </a:lnTo>
                  <a:close/>
                </a:path>
                <a:path w="7620" h="375920">
                  <a:moveTo>
                    <a:pt x="7619" y="38099"/>
                  </a:moveTo>
                  <a:lnTo>
                    <a:pt x="0" y="38099"/>
                  </a:lnTo>
                  <a:lnTo>
                    <a:pt x="0" y="44449"/>
                  </a:lnTo>
                  <a:lnTo>
                    <a:pt x="7619" y="44449"/>
                  </a:lnTo>
                  <a:lnTo>
                    <a:pt x="7619" y="38099"/>
                  </a:lnTo>
                  <a:close/>
                </a:path>
                <a:path w="7620" h="375920">
                  <a:moveTo>
                    <a:pt x="7619" y="44449"/>
                  </a:moveTo>
                  <a:lnTo>
                    <a:pt x="0" y="44449"/>
                  </a:lnTo>
                  <a:lnTo>
                    <a:pt x="0" y="50799"/>
                  </a:lnTo>
                  <a:lnTo>
                    <a:pt x="7619" y="50799"/>
                  </a:lnTo>
                  <a:lnTo>
                    <a:pt x="7619" y="44449"/>
                  </a:lnTo>
                  <a:close/>
                </a:path>
                <a:path w="7620" h="375920">
                  <a:moveTo>
                    <a:pt x="7619" y="50799"/>
                  </a:moveTo>
                  <a:lnTo>
                    <a:pt x="0" y="50799"/>
                  </a:lnTo>
                  <a:lnTo>
                    <a:pt x="0" y="57149"/>
                  </a:lnTo>
                  <a:lnTo>
                    <a:pt x="7619" y="57149"/>
                  </a:lnTo>
                  <a:lnTo>
                    <a:pt x="7619" y="50799"/>
                  </a:lnTo>
                  <a:close/>
                </a:path>
                <a:path w="7620" h="375920">
                  <a:moveTo>
                    <a:pt x="7619" y="57149"/>
                  </a:moveTo>
                  <a:lnTo>
                    <a:pt x="0" y="57149"/>
                  </a:lnTo>
                  <a:lnTo>
                    <a:pt x="0" y="63499"/>
                  </a:lnTo>
                  <a:lnTo>
                    <a:pt x="7619" y="63499"/>
                  </a:lnTo>
                  <a:lnTo>
                    <a:pt x="7619" y="57149"/>
                  </a:lnTo>
                  <a:close/>
                </a:path>
                <a:path w="7620" h="375920">
                  <a:moveTo>
                    <a:pt x="7619" y="63499"/>
                  </a:moveTo>
                  <a:lnTo>
                    <a:pt x="0" y="63499"/>
                  </a:lnTo>
                  <a:lnTo>
                    <a:pt x="0" y="69849"/>
                  </a:lnTo>
                  <a:lnTo>
                    <a:pt x="7619" y="69849"/>
                  </a:lnTo>
                  <a:lnTo>
                    <a:pt x="7619" y="63499"/>
                  </a:lnTo>
                  <a:close/>
                </a:path>
                <a:path w="7620" h="375920">
                  <a:moveTo>
                    <a:pt x="7619" y="69849"/>
                  </a:moveTo>
                  <a:lnTo>
                    <a:pt x="0" y="69849"/>
                  </a:lnTo>
                  <a:lnTo>
                    <a:pt x="0" y="76199"/>
                  </a:lnTo>
                  <a:lnTo>
                    <a:pt x="7619" y="76199"/>
                  </a:lnTo>
                  <a:lnTo>
                    <a:pt x="7619" y="69849"/>
                  </a:lnTo>
                  <a:close/>
                </a:path>
                <a:path w="7620" h="375920">
                  <a:moveTo>
                    <a:pt x="7619" y="76199"/>
                  </a:moveTo>
                  <a:lnTo>
                    <a:pt x="0" y="76199"/>
                  </a:lnTo>
                  <a:lnTo>
                    <a:pt x="0" y="82549"/>
                  </a:lnTo>
                  <a:lnTo>
                    <a:pt x="7619" y="82549"/>
                  </a:lnTo>
                  <a:lnTo>
                    <a:pt x="7619" y="76199"/>
                  </a:lnTo>
                  <a:close/>
                </a:path>
                <a:path w="7620" h="375920">
                  <a:moveTo>
                    <a:pt x="7619" y="82549"/>
                  </a:moveTo>
                  <a:lnTo>
                    <a:pt x="0" y="82549"/>
                  </a:lnTo>
                  <a:lnTo>
                    <a:pt x="0" y="88899"/>
                  </a:lnTo>
                  <a:lnTo>
                    <a:pt x="7619" y="88899"/>
                  </a:lnTo>
                  <a:lnTo>
                    <a:pt x="7619" y="82549"/>
                  </a:lnTo>
                  <a:close/>
                </a:path>
                <a:path w="7620" h="375920">
                  <a:moveTo>
                    <a:pt x="7619" y="88899"/>
                  </a:moveTo>
                  <a:lnTo>
                    <a:pt x="0" y="88899"/>
                  </a:lnTo>
                  <a:lnTo>
                    <a:pt x="0" y="93979"/>
                  </a:lnTo>
                  <a:lnTo>
                    <a:pt x="7619" y="93979"/>
                  </a:lnTo>
                  <a:lnTo>
                    <a:pt x="7619" y="88899"/>
                  </a:lnTo>
                  <a:close/>
                </a:path>
                <a:path w="7620" h="375920">
                  <a:moveTo>
                    <a:pt x="7619" y="93979"/>
                  </a:moveTo>
                  <a:lnTo>
                    <a:pt x="0" y="93979"/>
                  </a:lnTo>
                  <a:lnTo>
                    <a:pt x="0" y="101599"/>
                  </a:lnTo>
                  <a:lnTo>
                    <a:pt x="7619" y="101599"/>
                  </a:lnTo>
                  <a:lnTo>
                    <a:pt x="7619" y="93979"/>
                  </a:lnTo>
                  <a:close/>
                </a:path>
                <a:path w="7620" h="375920">
                  <a:moveTo>
                    <a:pt x="7619" y="101599"/>
                  </a:moveTo>
                  <a:lnTo>
                    <a:pt x="0" y="101599"/>
                  </a:lnTo>
                  <a:lnTo>
                    <a:pt x="0" y="106679"/>
                  </a:lnTo>
                  <a:lnTo>
                    <a:pt x="7619" y="106679"/>
                  </a:lnTo>
                  <a:lnTo>
                    <a:pt x="7619" y="101599"/>
                  </a:lnTo>
                  <a:close/>
                </a:path>
                <a:path w="7620" h="375920">
                  <a:moveTo>
                    <a:pt x="7619" y="106679"/>
                  </a:moveTo>
                  <a:lnTo>
                    <a:pt x="0" y="106679"/>
                  </a:lnTo>
                  <a:lnTo>
                    <a:pt x="0" y="120649"/>
                  </a:lnTo>
                  <a:lnTo>
                    <a:pt x="7619" y="120649"/>
                  </a:lnTo>
                  <a:lnTo>
                    <a:pt x="7619" y="106679"/>
                  </a:lnTo>
                  <a:close/>
                </a:path>
                <a:path w="7620" h="375920">
                  <a:moveTo>
                    <a:pt x="7619" y="120649"/>
                  </a:moveTo>
                  <a:lnTo>
                    <a:pt x="0" y="120649"/>
                  </a:lnTo>
                  <a:lnTo>
                    <a:pt x="0" y="126999"/>
                  </a:lnTo>
                  <a:lnTo>
                    <a:pt x="7619" y="126999"/>
                  </a:lnTo>
                  <a:lnTo>
                    <a:pt x="7619" y="120649"/>
                  </a:lnTo>
                  <a:close/>
                </a:path>
                <a:path w="7620" h="375920">
                  <a:moveTo>
                    <a:pt x="7619" y="126999"/>
                  </a:moveTo>
                  <a:lnTo>
                    <a:pt x="0" y="126999"/>
                  </a:lnTo>
                  <a:lnTo>
                    <a:pt x="0" y="133349"/>
                  </a:lnTo>
                  <a:lnTo>
                    <a:pt x="7619" y="133349"/>
                  </a:lnTo>
                  <a:lnTo>
                    <a:pt x="7619" y="126999"/>
                  </a:lnTo>
                  <a:close/>
                </a:path>
                <a:path w="7620" h="375920">
                  <a:moveTo>
                    <a:pt x="7619" y="133349"/>
                  </a:moveTo>
                  <a:lnTo>
                    <a:pt x="0" y="133349"/>
                  </a:lnTo>
                  <a:lnTo>
                    <a:pt x="0" y="138429"/>
                  </a:lnTo>
                  <a:lnTo>
                    <a:pt x="7619" y="138429"/>
                  </a:lnTo>
                  <a:lnTo>
                    <a:pt x="7619" y="133349"/>
                  </a:lnTo>
                  <a:close/>
                </a:path>
                <a:path w="7620" h="375920">
                  <a:moveTo>
                    <a:pt x="7619" y="138429"/>
                  </a:moveTo>
                  <a:lnTo>
                    <a:pt x="0" y="138429"/>
                  </a:lnTo>
                  <a:lnTo>
                    <a:pt x="0" y="165099"/>
                  </a:lnTo>
                  <a:lnTo>
                    <a:pt x="7619" y="165099"/>
                  </a:lnTo>
                  <a:lnTo>
                    <a:pt x="7619" y="138429"/>
                  </a:lnTo>
                  <a:close/>
                </a:path>
                <a:path w="7620" h="375920">
                  <a:moveTo>
                    <a:pt x="7619" y="165099"/>
                  </a:moveTo>
                  <a:lnTo>
                    <a:pt x="0" y="165099"/>
                  </a:lnTo>
                  <a:lnTo>
                    <a:pt x="0" y="222249"/>
                  </a:lnTo>
                  <a:lnTo>
                    <a:pt x="7619" y="222249"/>
                  </a:lnTo>
                  <a:lnTo>
                    <a:pt x="7619" y="165099"/>
                  </a:lnTo>
                  <a:close/>
                </a:path>
                <a:path w="7620" h="375920">
                  <a:moveTo>
                    <a:pt x="7619" y="222249"/>
                  </a:moveTo>
                  <a:lnTo>
                    <a:pt x="0" y="222249"/>
                  </a:lnTo>
                  <a:lnTo>
                    <a:pt x="0" y="228599"/>
                  </a:lnTo>
                  <a:lnTo>
                    <a:pt x="7619" y="228599"/>
                  </a:lnTo>
                  <a:lnTo>
                    <a:pt x="7619" y="222249"/>
                  </a:lnTo>
                  <a:close/>
                </a:path>
                <a:path w="7620" h="375920">
                  <a:moveTo>
                    <a:pt x="7619" y="228599"/>
                  </a:moveTo>
                  <a:lnTo>
                    <a:pt x="0" y="228599"/>
                  </a:lnTo>
                  <a:lnTo>
                    <a:pt x="0" y="233679"/>
                  </a:lnTo>
                  <a:lnTo>
                    <a:pt x="7619" y="233679"/>
                  </a:lnTo>
                  <a:lnTo>
                    <a:pt x="7619" y="228599"/>
                  </a:lnTo>
                  <a:close/>
                </a:path>
                <a:path w="7620" h="375920">
                  <a:moveTo>
                    <a:pt x="7619" y="233679"/>
                  </a:moveTo>
                  <a:lnTo>
                    <a:pt x="0" y="233679"/>
                  </a:lnTo>
                  <a:lnTo>
                    <a:pt x="0" y="241299"/>
                  </a:lnTo>
                  <a:lnTo>
                    <a:pt x="7619" y="241299"/>
                  </a:lnTo>
                  <a:lnTo>
                    <a:pt x="7619" y="233679"/>
                  </a:lnTo>
                  <a:close/>
                </a:path>
                <a:path w="7620" h="375920">
                  <a:moveTo>
                    <a:pt x="7619" y="241299"/>
                  </a:moveTo>
                  <a:lnTo>
                    <a:pt x="0" y="241299"/>
                  </a:lnTo>
                  <a:lnTo>
                    <a:pt x="0" y="247649"/>
                  </a:lnTo>
                  <a:lnTo>
                    <a:pt x="7619" y="247649"/>
                  </a:lnTo>
                  <a:lnTo>
                    <a:pt x="7619" y="241299"/>
                  </a:lnTo>
                  <a:close/>
                </a:path>
                <a:path w="7620" h="375920">
                  <a:moveTo>
                    <a:pt x="7619" y="247649"/>
                  </a:moveTo>
                  <a:lnTo>
                    <a:pt x="0" y="247649"/>
                  </a:lnTo>
                  <a:lnTo>
                    <a:pt x="0" y="253999"/>
                  </a:lnTo>
                  <a:lnTo>
                    <a:pt x="7619" y="253999"/>
                  </a:lnTo>
                  <a:lnTo>
                    <a:pt x="7619" y="247649"/>
                  </a:lnTo>
                  <a:close/>
                </a:path>
                <a:path w="7620" h="375920">
                  <a:moveTo>
                    <a:pt x="7619" y="253999"/>
                  </a:moveTo>
                  <a:lnTo>
                    <a:pt x="0" y="253999"/>
                  </a:lnTo>
                  <a:lnTo>
                    <a:pt x="0" y="266699"/>
                  </a:lnTo>
                  <a:lnTo>
                    <a:pt x="7619" y="266699"/>
                  </a:lnTo>
                  <a:lnTo>
                    <a:pt x="7619" y="253999"/>
                  </a:lnTo>
                  <a:close/>
                </a:path>
                <a:path w="7620" h="375920">
                  <a:moveTo>
                    <a:pt x="7619" y="266699"/>
                  </a:moveTo>
                  <a:lnTo>
                    <a:pt x="0" y="266699"/>
                  </a:lnTo>
                  <a:lnTo>
                    <a:pt x="0" y="273049"/>
                  </a:lnTo>
                  <a:lnTo>
                    <a:pt x="7619" y="273049"/>
                  </a:lnTo>
                  <a:lnTo>
                    <a:pt x="7619" y="266699"/>
                  </a:lnTo>
                  <a:close/>
                </a:path>
                <a:path w="7620" h="375920">
                  <a:moveTo>
                    <a:pt x="7619" y="273049"/>
                  </a:moveTo>
                  <a:lnTo>
                    <a:pt x="0" y="273049"/>
                  </a:lnTo>
                  <a:lnTo>
                    <a:pt x="0" y="278129"/>
                  </a:lnTo>
                  <a:lnTo>
                    <a:pt x="7619" y="278129"/>
                  </a:lnTo>
                  <a:lnTo>
                    <a:pt x="7619" y="273049"/>
                  </a:lnTo>
                  <a:close/>
                </a:path>
                <a:path w="7620" h="375920">
                  <a:moveTo>
                    <a:pt x="7619" y="278129"/>
                  </a:moveTo>
                  <a:lnTo>
                    <a:pt x="0" y="278129"/>
                  </a:lnTo>
                  <a:lnTo>
                    <a:pt x="0" y="280669"/>
                  </a:lnTo>
                  <a:lnTo>
                    <a:pt x="7619" y="280669"/>
                  </a:lnTo>
                  <a:lnTo>
                    <a:pt x="7619" y="278129"/>
                  </a:lnTo>
                  <a:close/>
                </a:path>
                <a:path w="7620" h="375920">
                  <a:moveTo>
                    <a:pt x="7619" y="280669"/>
                  </a:moveTo>
                  <a:lnTo>
                    <a:pt x="0" y="280669"/>
                  </a:lnTo>
                  <a:lnTo>
                    <a:pt x="0" y="287019"/>
                  </a:lnTo>
                  <a:lnTo>
                    <a:pt x="7619" y="287019"/>
                  </a:lnTo>
                  <a:lnTo>
                    <a:pt x="7619" y="280669"/>
                  </a:lnTo>
                  <a:close/>
                </a:path>
                <a:path w="7620" h="375920">
                  <a:moveTo>
                    <a:pt x="7619" y="287019"/>
                  </a:moveTo>
                  <a:lnTo>
                    <a:pt x="0" y="287019"/>
                  </a:lnTo>
                  <a:lnTo>
                    <a:pt x="0" y="290829"/>
                  </a:lnTo>
                  <a:lnTo>
                    <a:pt x="7619" y="290829"/>
                  </a:lnTo>
                  <a:lnTo>
                    <a:pt x="7619" y="287019"/>
                  </a:lnTo>
                  <a:close/>
                </a:path>
                <a:path w="7620" h="375920">
                  <a:moveTo>
                    <a:pt x="7619" y="290829"/>
                  </a:moveTo>
                  <a:lnTo>
                    <a:pt x="0" y="290829"/>
                  </a:lnTo>
                  <a:lnTo>
                    <a:pt x="0" y="297179"/>
                  </a:lnTo>
                  <a:lnTo>
                    <a:pt x="7619" y="297179"/>
                  </a:lnTo>
                  <a:lnTo>
                    <a:pt x="7619" y="290829"/>
                  </a:lnTo>
                  <a:close/>
                </a:path>
                <a:path w="7620" h="375920">
                  <a:moveTo>
                    <a:pt x="7619" y="297179"/>
                  </a:moveTo>
                  <a:lnTo>
                    <a:pt x="0" y="297179"/>
                  </a:lnTo>
                  <a:lnTo>
                    <a:pt x="0" y="299719"/>
                  </a:lnTo>
                  <a:lnTo>
                    <a:pt x="7619" y="299719"/>
                  </a:lnTo>
                  <a:lnTo>
                    <a:pt x="7619" y="297179"/>
                  </a:lnTo>
                  <a:close/>
                </a:path>
                <a:path w="7620" h="375920">
                  <a:moveTo>
                    <a:pt x="7619" y="299719"/>
                  </a:moveTo>
                  <a:lnTo>
                    <a:pt x="0" y="299719"/>
                  </a:lnTo>
                  <a:lnTo>
                    <a:pt x="0" y="303529"/>
                  </a:lnTo>
                  <a:lnTo>
                    <a:pt x="7619" y="303529"/>
                  </a:lnTo>
                  <a:lnTo>
                    <a:pt x="7619" y="299719"/>
                  </a:lnTo>
                  <a:close/>
                </a:path>
                <a:path w="7620" h="375920">
                  <a:moveTo>
                    <a:pt x="7619" y="303529"/>
                  </a:moveTo>
                  <a:lnTo>
                    <a:pt x="0" y="303529"/>
                  </a:lnTo>
                  <a:lnTo>
                    <a:pt x="0" y="306069"/>
                  </a:lnTo>
                  <a:lnTo>
                    <a:pt x="7619" y="306069"/>
                  </a:lnTo>
                  <a:lnTo>
                    <a:pt x="7619" y="303529"/>
                  </a:lnTo>
                  <a:close/>
                </a:path>
                <a:path w="7620" h="375920">
                  <a:moveTo>
                    <a:pt x="7619" y="306069"/>
                  </a:moveTo>
                  <a:lnTo>
                    <a:pt x="0" y="306069"/>
                  </a:lnTo>
                  <a:lnTo>
                    <a:pt x="0" y="309879"/>
                  </a:lnTo>
                  <a:lnTo>
                    <a:pt x="7619" y="309879"/>
                  </a:lnTo>
                  <a:lnTo>
                    <a:pt x="7619" y="306069"/>
                  </a:lnTo>
                  <a:close/>
                </a:path>
                <a:path w="7620" h="375920">
                  <a:moveTo>
                    <a:pt x="7619" y="309879"/>
                  </a:moveTo>
                  <a:lnTo>
                    <a:pt x="0" y="309879"/>
                  </a:lnTo>
                  <a:lnTo>
                    <a:pt x="0" y="312419"/>
                  </a:lnTo>
                  <a:lnTo>
                    <a:pt x="7619" y="312419"/>
                  </a:lnTo>
                  <a:lnTo>
                    <a:pt x="7619" y="309879"/>
                  </a:lnTo>
                  <a:close/>
                </a:path>
                <a:path w="7620" h="375920">
                  <a:moveTo>
                    <a:pt x="7619" y="312419"/>
                  </a:moveTo>
                  <a:lnTo>
                    <a:pt x="0" y="312419"/>
                  </a:lnTo>
                  <a:lnTo>
                    <a:pt x="0" y="318769"/>
                  </a:lnTo>
                  <a:lnTo>
                    <a:pt x="7619" y="318769"/>
                  </a:lnTo>
                  <a:lnTo>
                    <a:pt x="7619" y="312419"/>
                  </a:lnTo>
                  <a:close/>
                </a:path>
                <a:path w="7620" h="375920">
                  <a:moveTo>
                    <a:pt x="7619" y="318769"/>
                  </a:moveTo>
                  <a:lnTo>
                    <a:pt x="0" y="318769"/>
                  </a:lnTo>
                  <a:lnTo>
                    <a:pt x="0" y="322579"/>
                  </a:lnTo>
                  <a:lnTo>
                    <a:pt x="7619" y="322579"/>
                  </a:lnTo>
                  <a:lnTo>
                    <a:pt x="7619" y="318769"/>
                  </a:lnTo>
                  <a:close/>
                </a:path>
                <a:path w="7620" h="375920">
                  <a:moveTo>
                    <a:pt x="7619" y="322579"/>
                  </a:moveTo>
                  <a:lnTo>
                    <a:pt x="0" y="322579"/>
                  </a:lnTo>
                  <a:lnTo>
                    <a:pt x="0" y="325119"/>
                  </a:lnTo>
                  <a:lnTo>
                    <a:pt x="7619" y="325119"/>
                  </a:lnTo>
                  <a:lnTo>
                    <a:pt x="7619" y="322579"/>
                  </a:lnTo>
                  <a:close/>
                </a:path>
                <a:path w="7620" h="375920">
                  <a:moveTo>
                    <a:pt x="7619" y="325119"/>
                  </a:moveTo>
                  <a:lnTo>
                    <a:pt x="0" y="325119"/>
                  </a:lnTo>
                  <a:lnTo>
                    <a:pt x="0" y="328929"/>
                  </a:lnTo>
                  <a:lnTo>
                    <a:pt x="7619" y="328929"/>
                  </a:lnTo>
                  <a:lnTo>
                    <a:pt x="7619" y="325119"/>
                  </a:lnTo>
                  <a:close/>
                </a:path>
                <a:path w="7620" h="375920">
                  <a:moveTo>
                    <a:pt x="7619" y="328929"/>
                  </a:moveTo>
                  <a:lnTo>
                    <a:pt x="0" y="328929"/>
                  </a:lnTo>
                  <a:lnTo>
                    <a:pt x="0" y="331469"/>
                  </a:lnTo>
                  <a:lnTo>
                    <a:pt x="7619" y="331469"/>
                  </a:lnTo>
                  <a:lnTo>
                    <a:pt x="7619" y="328929"/>
                  </a:lnTo>
                  <a:close/>
                </a:path>
                <a:path w="7620" h="375920">
                  <a:moveTo>
                    <a:pt x="7619" y="331469"/>
                  </a:moveTo>
                  <a:lnTo>
                    <a:pt x="0" y="331469"/>
                  </a:lnTo>
                  <a:lnTo>
                    <a:pt x="0" y="335279"/>
                  </a:lnTo>
                  <a:lnTo>
                    <a:pt x="7619" y="335279"/>
                  </a:lnTo>
                  <a:lnTo>
                    <a:pt x="7619" y="331469"/>
                  </a:lnTo>
                  <a:close/>
                </a:path>
                <a:path w="7620" h="375920">
                  <a:moveTo>
                    <a:pt x="7619" y="335279"/>
                  </a:moveTo>
                  <a:lnTo>
                    <a:pt x="0" y="335279"/>
                  </a:lnTo>
                  <a:lnTo>
                    <a:pt x="0" y="337819"/>
                  </a:lnTo>
                  <a:lnTo>
                    <a:pt x="7619" y="337819"/>
                  </a:lnTo>
                  <a:lnTo>
                    <a:pt x="7619" y="335279"/>
                  </a:lnTo>
                  <a:close/>
                </a:path>
                <a:path w="7620" h="375920">
                  <a:moveTo>
                    <a:pt x="7619" y="337819"/>
                  </a:moveTo>
                  <a:lnTo>
                    <a:pt x="0" y="337819"/>
                  </a:lnTo>
                  <a:lnTo>
                    <a:pt x="0" y="341629"/>
                  </a:lnTo>
                  <a:lnTo>
                    <a:pt x="7619" y="341629"/>
                  </a:lnTo>
                  <a:lnTo>
                    <a:pt x="7619" y="337819"/>
                  </a:lnTo>
                  <a:close/>
                </a:path>
                <a:path w="7620" h="375920">
                  <a:moveTo>
                    <a:pt x="7619" y="341629"/>
                  </a:moveTo>
                  <a:lnTo>
                    <a:pt x="0" y="341629"/>
                  </a:lnTo>
                  <a:lnTo>
                    <a:pt x="0" y="344169"/>
                  </a:lnTo>
                  <a:lnTo>
                    <a:pt x="7619" y="344169"/>
                  </a:lnTo>
                  <a:lnTo>
                    <a:pt x="7619" y="341629"/>
                  </a:lnTo>
                  <a:close/>
                </a:path>
                <a:path w="7620" h="375920">
                  <a:moveTo>
                    <a:pt x="7619" y="344169"/>
                  </a:moveTo>
                  <a:lnTo>
                    <a:pt x="0" y="344169"/>
                  </a:lnTo>
                  <a:lnTo>
                    <a:pt x="0" y="347979"/>
                  </a:lnTo>
                  <a:lnTo>
                    <a:pt x="7619" y="347979"/>
                  </a:lnTo>
                  <a:lnTo>
                    <a:pt x="7619" y="344169"/>
                  </a:lnTo>
                  <a:close/>
                </a:path>
                <a:path w="7620" h="375920">
                  <a:moveTo>
                    <a:pt x="7619" y="347979"/>
                  </a:moveTo>
                  <a:lnTo>
                    <a:pt x="0" y="347979"/>
                  </a:lnTo>
                  <a:lnTo>
                    <a:pt x="0" y="350519"/>
                  </a:lnTo>
                  <a:lnTo>
                    <a:pt x="7619" y="350519"/>
                  </a:lnTo>
                  <a:lnTo>
                    <a:pt x="7619" y="347979"/>
                  </a:lnTo>
                  <a:close/>
                </a:path>
                <a:path w="7620" h="375920">
                  <a:moveTo>
                    <a:pt x="7619" y="350519"/>
                  </a:moveTo>
                  <a:lnTo>
                    <a:pt x="0" y="350519"/>
                  </a:lnTo>
                  <a:lnTo>
                    <a:pt x="0" y="354329"/>
                  </a:lnTo>
                  <a:lnTo>
                    <a:pt x="7619" y="354329"/>
                  </a:lnTo>
                  <a:lnTo>
                    <a:pt x="7619" y="350519"/>
                  </a:lnTo>
                  <a:close/>
                </a:path>
                <a:path w="7620" h="375920">
                  <a:moveTo>
                    <a:pt x="7619" y="354329"/>
                  </a:moveTo>
                  <a:lnTo>
                    <a:pt x="0" y="354329"/>
                  </a:lnTo>
                  <a:lnTo>
                    <a:pt x="0" y="356869"/>
                  </a:lnTo>
                  <a:lnTo>
                    <a:pt x="7619" y="356869"/>
                  </a:lnTo>
                  <a:lnTo>
                    <a:pt x="7619" y="354329"/>
                  </a:lnTo>
                  <a:close/>
                </a:path>
                <a:path w="7620" h="375920">
                  <a:moveTo>
                    <a:pt x="7619" y="356869"/>
                  </a:moveTo>
                  <a:lnTo>
                    <a:pt x="0" y="356869"/>
                  </a:lnTo>
                  <a:lnTo>
                    <a:pt x="0" y="360679"/>
                  </a:lnTo>
                  <a:lnTo>
                    <a:pt x="7619" y="360679"/>
                  </a:lnTo>
                  <a:lnTo>
                    <a:pt x="7619" y="356869"/>
                  </a:lnTo>
                  <a:close/>
                </a:path>
                <a:path w="7620" h="375920">
                  <a:moveTo>
                    <a:pt x="7619" y="360679"/>
                  </a:moveTo>
                  <a:lnTo>
                    <a:pt x="0" y="360679"/>
                  </a:lnTo>
                  <a:lnTo>
                    <a:pt x="0" y="363219"/>
                  </a:lnTo>
                  <a:lnTo>
                    <a:pt x="7619" y="363219"/>
                  </a:lnTo>
                  <a:lnTo>
                    <a:pt x="7619" y="360679"/>
                  </a:lnTo>
                  <a:close/>
                </a:path>
                <a:path w="7620" h="375920">
                  <a:moveTo>
                    <a:pt x="7619" y="363219"/>
                  </a:moveTo>
                  <a:lnTo>
                    <a:pt x="0" y="363219"/>
                  </a:lnTo>
                  <a:lnTo>
                    <a:pt x="0" y="367029"/>
                  </a:lnTo>
                  <a:lnTo>
                    <a:pt x="7619" y="367029"/>
                  </a:lnTo>
                  <a:lnTo>
                    <a:pt x="7619" y="363219"/>
                  </a:lnTo>
                  <a:close/>
                </a:path>
                <a:path w="7620" h="375920">
                  <a:moveTo>
                    <a:pt x="7619" y="367029"/>
                  </a:moveTo>
                  <a:lnTo>
                    <a:pt x="0" y="367029"/>
                  </a:lnTo>
                  <a:lnTo>
                    <a:pt x="0" y="369569"/>
                  </a:lnTo>
                  <a:lnTo>
                    <a:pt x="7619" y="369569"/>
                  </a:lnTo>
                  <a:lnTo>
                    <a:pt x="7619" y="367029"/>
                  </a:lnTo>
                  <a:close/>
                </a:path>
                <a:path w="7620" h="375920">
                  <a:moveTo>
                    <a:pt x="7619" y="369569"/>
                  </a:moveTo>
                  <a:lnTo>
                    <a:pt x="0" y="369569"/>
                  </a:lnTo>
                  <a:lnTo>
                    <a:pt x="0" y="373379"/>
                  </a:lnTo>
                  <a:lnTo>
                    <a:pt x="7619" y="373379"/>
                  </a:lnTo>
                  <a:lnTo>
                    <a:pt x="7619" y="369569"/>
                  </a:lnTo>
                  <a:close/>
                </a:path>
                <a:path w="7620" h="375920">
                  <a:moveTo>
                    <a:pt x="7619" y="373379"/>
                  </a:moveTo>
                  <a:lnTo>
                    <a:pt x="0" y="373379"/>
                  </a:lnTo>
                  <a:lnTo>
                    <a:pt x="0" y="374649"/>
                  </a:lnTo>
                  <a:lnTo>
                    <a:pt x="2539" y="374649"/>
                  </a:lnTo>
                  <a:lnTo>
                    <a:pt x="2539" y="375919"/>
                  </a:lnTo>
                  <a:lnTo>
                    <a:pt x="7619" y="375919"/>
                  </a:lnTo>
                  <a:lnTo>
                    <a:pt x="7619" y="373379"/>
                  </a:lnTo>
                  <a:close/>
                </a:path>
              </a:pathLst>
            </a:custGeom>
            <a:solidFill>
              <a:srgbClr val="C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59" name="object 254">
              <a:extLst>
                <a:ext uri="{FF2B5EF4-FFF2-40B4-BE49-F238E27FC236}">
                  <a16:creationId xmlns:a16="http://schemas.microsoft.com/office/drawing/2014/main" id="{8ECEFDBB-5E5C-4D7C-940A-4D9F690862AF}"/>
                </a:ext>
              </a:extLst>
            </p:cNvPr>
            <p:cNvSpPr/>
            <p:nvPr/>
          </p:nvSpPr>
          <p:spPr>
            <a:xfrm>
              <a:off x="4527550" y="4209414"/>
              <a:ext cx="7620" cy="370840"/>
            </a:xfrm>
            <a:custGeom>
              <a:avLst/>
              <a:gdLst/>
              <a:ahLst/>
              <a:cxnLst/>
              <a:rect l="l" t="t" r="r" b="b"/>
              <a:pathLst>
                <a:path w="7620" h="370839">
                  <a:moveTo>
                    <a:pt x="7620" y="0"/>
                  </a:moveTo>
                  <a:lnTo>
                    <a:pt x="1270" y="0"/>
                  </a:lnTo>
                  <a:lnTo>
                    <a:pt x="1270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7620" y="3810"/>
                  </a:lnTo>
                  <a:lnTo>
                    <a:pt x="7620" y="0"/>
                  </a:lnTo>
                  <a:close/>
                </a:path>
                <a:path w="7620" h="370839">
                  <a:moveTo>
                    <a:pt x="7620" y="3810"/>
                  </a:moveTo>
                  <a:lnTo>
                    <a:pt x="0" y="3810"/>
                  </a:lnTo>
                  <a:lnTo>
                    <a:pt x="0" y="10160"/>
                  </a:lnTo>
                  <a:lnTo>
                    <a:pt x="7620" y="10160"/>
                  </a:lnTo>
                  <a:lnTo>
                    <a:pt x="7620" y="3810"/>
                  </a:lnTo>
                  <a:close/>
                </a:path>
                <a:path w="7620" h="370839">
                  <a:moveTo>
                    <a:pt x="7620" y="10160"/>
                  </a:moveTo>
                  <a:lnTo>
                    <a:pt x="0" y="10160"/>
                  </a:lnTo>
                  <a:lnTo>
                    <a:pt x="0" y="16510"/>
                  </a:lnTo>
                  <a:lnTo>
                    <a:pt x="7620" y="16510"/>
                  </a:lnTo>
                  <a:lnTo>
                    <a:pt x="7620" y="10160"/>
                  </a:lnTo>
                  <a:close/>
                </a:path>
                <a:path w="7620" h="370839">
                  <a:moveTo>
                    <a:pt x="7620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7620" y="22860"/>
                  </a:lnTo>
                  <a:lnTo>
                    <a:pt x="7620" y="16510"/>
                  </a:lnTo>
                  <a:close/>
                </a:path>
                <a:path w="7620" h="370839">
                  <a:moveTo>
                    <a:pt x="7620" y="22860"/>
                  </a:moveTo>
                  <a:lnTo>
                    <a:pt x="0" y="22860"/>
                  </a:lnTo>
                  <a:lnTo>
                    <a:pt x="0" y="29210"/>
                  </a:lnTo>
                  <a:lnTo>
                    <a:pt x="7620" y="29210"/>
                  </a:lnTo>
                  <a:lnTo>
                    <a:pt x="7620" y="22860"/>
                  </a:lnTo>
                  <a:close/>
                </a:path>
                <a:path w="7620" h="370839">
                  <a:moveTo>
                    <a:pt x="7620" y="29210"/>
                  </a:moveTo>
                  <a:lnTo>
                    <a:pt x="0" y="29210"/>
                  </a:lnTo>
                  <a:lnTo>
                    <a:pt x="0" y="35560"/>
                  </a:lnTo>
                  <a:lnTo>
                    <a:pt x="7620" y="35560"/>
                  </a:lnTo>
                  <a:lnTo>
                    <a:pt x="7620" y="29210"/>
                  </a:lnTo>
                  <a:close/>
                </a:path>
                <a:path w="7620" h="370839">
                  <a:moveTo>
                    <a:pt x="7620" y="35560"/>
                  </a:moveTo>
                  <a:lnTo>
                    <a:pt x="0" y="35560"/>
                  </a:lnTo>
                  <a:lnTo>
                    <a:pt x="0" y="41910"/>
                  </a:lnTo>
                  <a:lnTo>
                    <a:pt x="7620" y="41910"/>
                  </a:lnTo>
                  <a:lnTo>
                    <a:pt x="7620" y="35560"/>
                  </a:lnTo>
                  <a:close/>
                </a:path>
                <a:path w="7620" h="370839">
                  <a:moveTo>
                    <a:pt x="7620" y="41910"/>
                  </a:moveTo>
                  <a:lnTo>
                    <a:pt x="0" y="41910"/>
                  </a:lnTo>
                  <a:lnTo>
                    <a:pt x="0" y="48260"/>
                  </a:lnTo>
                  <a:lnTo>
                    <a:pt x="7620" y="48260"/>
                  </a:lnTo>
                  <a:lnTo>
                    <a:pt x="7620" y="41910"/>
                  </a:lnTo>
                  <a:close/>
                </a:path>
                <a:path w="7620" h="370839">
                  <a:moveTo>
                    <a:pt x="7620" y="48260"/>
                  </a:moveTo>
                  <a:lnTo>
                    <a:pt x="0" y="48260"/>
                  </a:lnTo>
                  <a:lnTo>
                    <a:pt x="0" y="54610"/>
                  </a:lnTo>
                  <a:lnTo>
                    <a:pt x="7620" y="54610"/>
                  </a:lnTo>
                  <a:lnTo>
                    <a:pt x="7620" y="48260"/>
                  </a:lnTo>
                  <a:close/>
                </a:path>
                <a:path w="7620" h="370839">
                  <a:moveTo>
                    <a:pt x="7620" y="54610"/>
                  </a:moveTo>
                  <a:lnTo>
                    <a:pt x="0" y="54610"/>
                  </a:lnTo>
                  <a:lnTo>
                    <a:pt x="0" y="60960"/>
                  </a:lnTo>
                  <a:lnTo>
                    <a:pt x="7620" y="60960"/>
                  </a:lnTo>
                  <a:lnTo>
                    <a:pt x="7620" y="54610"/>
                  </a:lnTo>
                  <a:close/>
                </a:path>
                <a:path w="7620" h="370839">
                  <a:moveTo>
                    <a:pt x="7620" y="60960"/>
                  </a:moveTo>
                  <a:lnTo>
                    <a:pt x="0" y="60960"/>
                  </a:lnTo>
                  <a:lnTo>
                    <a:pt x="0" y="67310"/>
                  </a:lnTo>
                  <a:lnTo>
                    <a:pt x="7620" y="67310"/>
                  </a:lnTo>
                  <a:lnTo>
                    <a:pt x="7620" y="60960"/>
                  </a:lnTo>
                  <a:close/>
                </a:path>
                <a:path w="7620" h="370839">
                  <a:moveTo>
                    <a:pt x="7620" y="67310"/>
                  </a:moveTo>
                  <a:lnTo>
                    <a:pt x="0" y="67310"/>
                  </a:lnTo>
                  <a:lnTo>
                    <a:pt x="0" y="73660"/>
                  </a:lnTo>
                  <a:lnTo>
                    <a:pt x="7620" y="73660"/>
                  </a:lnTo>
                  <a:lnTo>
                    <a:pt x="7620" y="67310"/>
                  </a:lnTo>
                  <a:close/>
                </a:path>
                <a:path w="7620" h="370839">
                  <a:moveTo>
                    <a:pt x="7620" y="73660"/>
                  </a:moveTo>
                  <a:lnTo>
                    <a:pt x="0" y="73660"/>
                  </a:lnTo>
                  <a:lnTo>
                    <a:pt x="0" y="80010"/>
                  </a:lnTo>
                  <a:lnTo>
                    <a:pt x="7620" y="80010"/>
                  </a:lnTo>
                  <a:lnTo>
                    <a:pt x="7620" y="73660"/>
                  </a:lnTo>
                  <a:close/>
                </a:path>
                <a:path w="7620" h="370839">
                  <a:moveTo>
                    <a:pt x="7620" y="80010"/>
                  </a:moveTo>
                  <a:lnTo>
                    <a:pt x="0" y="80010"/>
                  </a:lnTo>
                  <a:lnTo>
                    <a:pt x="0" y="86360"/>
                  </a:lnTo>
                  <a:lnTo>
                    <a:pt x="7620" y="86360"/>
                  </a:lnTo>
                  <a:lnTo>
                    <a:pt x="7620" y="80010"/>
                  </a:lnTo>
                  <a:close/>
                </a:path>
                <a:path w="7620" h="370839">
                  <a:moveTo>
                    <a:pt x="7620" y="86360"/>
                  </a:moveTo>
                  <a:lnTo>
                    <a:pt x="0" y="86360"/>
                  </a:lnTo>
                  <a:lnTo>
                    <a:pt x="0" y="91440"/>
                  </a:lnTo>
                  <a:lnTo>
                    <a:pt x="7620" y="91440"/>
                  </a:lnTo>
                  <a:lnTo>
                    <a:pt x="7620" y="86360"/>
                  </a:lnTo>
                  <a:close/>
                </a:path>
                <a:path w="7620" h="370839">
                  <a:moveTo>
                    <a:pt x="7620" y="91440"/>
                  </a:moveTo>
                  <a:lnTo>
                    <a:pt x="0" y="91440"/>
                  </a:lnTo>
                  <a:lnTo>
                    <a:pt x="0" y="99060"/>
                  </a:lnTo>
                  <a:lnTo>
                    <a:pt x="7620" y="99060"/>
                  </a:lnTo>
                  <a:lnTo>
                    <a:pt x="7620" y="91440"/>
                  </a:lnTo>
                  <a:close/>
                </a:path>
                <a:path w="7620" h="370839">
                  <a:moveTo>
                    <a:pt x="7620" y="99060"/>
                  </a:moveTo>
                  <a:lnTo>
                    <a:pt x="0" y="99060"/>
                  </a:lnTo>
                  <a:lnTo>
                    <a:pt x="0" y="104140"/>
                  </a:lnTo>
                  <a:lnTo>
                    <a:pt x="7620" y="104140"/>
                  </a:lnTo>
                  <a:lnTo>
                    <a:pt x="7620" y="99060"/>
                  </a:lnTo>
                  <a:close/>
                </a:path>
                <a:path w="7620" h="370839">
                  <a:moveTo>
                    <a:pt x="7620" y="104140"/>
                  </a:moveTo>
                  <a:lnTo>
                    <a:pt x="0" y="104140"/>
                  </a:lnTo>
                  <a:lnTo>
                    <a:pt x="0" y="118110"/>
                  </a:lnTo>
                  <a:lnTo>
                    <a:pt x="7620" y="118110"/>
                  </a:lnTo>
                  <a:lnTo>
                    <a:pt x="7620" y="104140"/>
                  </a:lnTo>
                  <a:close/>
                </a:path>
                <a:path w="7620" h="370839">
                  <a:moveTo>
                    <a:pt x="7620" y="118110"/>
                  </a:moveTo>
                  <a:lnTo>
                    <a:pt x="0" y="118110"/>
                  </a:lnTo>
                  <a:lnTo>
                    <a:pt x="0" y="124460"/>
                  </a:lnTo>
                  <a:lnTo>
                    <a:pt x="7620" y="124460"/>
                  </a:lnTo>
                  <a:lnTo>
                    <a:pt x="7620" y="118110"/>
                  </a:lnTo>
                  <a:close/>
                </a:path>
                <a:path w="7620" h="370839">
                  <a:moveTo>
                    <a:pt x="7620" y="124460"/>
                  </a:moveTo>
                  <a:lnTo>
                    <a:pt x="0" y="124460"/>
                  </a:lnTo>
                  <a:lnTo>
                    <a:pt x="0" y="130810"/>
                  </a:lnTo>
                  <a:lnTo>
                    <a:pt x="7620" y="130810"/>
                  </a:lnTo>
                  <a:lnTo>
                    <a:pt x="7620" y="124460"/>
                  </a:lnTo>
                  <a:close/>
                </a:path>
                <a:path w="7620" h="370839">
                  <a:moveTo>
                    <a:pt x="7620" y="130810"/>
                  </a:moveTo>
                  <a:lnTo>
                    <a:pt x="0" y="130810"/>
                  </a:lnTo>
                  <a:lnTo>
                    <a:pt x="0" y="135890"/>
                  </a:lnTo>
                  <a:lnTo>
                    <a:pt x="7620" y="135890"/>
                  </a:lnTo>
                  <a:lnTo>
                    <a:pt x="7620" y="130810"/>
                  </a:lnTo>
                  <a:close/>
                </a:path>
                <a:path w="7620" h="370839">
                  <a:moveTo>
                    <a:pt x="7620" y="135890"/>
                  </a:moveTo>
                  <a:lnTo>
                    <a:pt x="0" y="135890"/>
                  </a:lnTo>
                  <a:lnTo>
                    <a:pt x="0" y="162560"/>
                  </a:lnTo>
                  <a:lnTo>
                    <a:pt x="7620" y="162560"/>
                  </a:lnTo>
                  <a:lnTo>
                    <a:pt x="7620" y="135890"/>
                  </a:lnTo>
                  <a:close/>
                </a:path>
                <a:path w="7620" h="370839">
                  <a:moveTo>
                    <a:pt x="7620" y="162560"/>
                  </a:moveTo>
                  <a:lnTo>
                    <a:pt x="0" y="162560"/>
                  </a:lnTo>
                  <a:lnTo>
                    <a:pt x="0" y="219710"/>
                  </a:lnTo>
                  <a:lnTo>
                    <a:pt x="7620" y="219710"/>
                  </a:lnTo>
                  <a:lnTo>
                    <a:pt x="7620" y="162560"/>
                  </a:lnTo>
                  <a:close/>
                </a:path>
                <a:path w="7620" h="370839">
                  <a:moveTo>
                    <a:pt x="7620" y="219710"/>
                  </a:moveTo>
                  <a:lnTo>
                    <a:pt x="0" y="219710"/>
                  </a:lnTo>
                  <a:lnTo>
                    <a:pt x="0" y="226060"/>
                  </a:lnTo>
                  <a:lnTo>
                    <a:pt x="7620" y="226060"/>
                  </a:lnTo>
                  <a:lnTo>
                    <a:pt x="7620" y="219710"/>
                  </a:lnTo>
                  <a:close/>
                </a:path>
                <a:path w="7620" h="370839">
                  <a:moveTo>
                    <a:pt x="7620" y="226060"/>
                  </a:moveTo>
                  <a:lnTo>
                    <a:pt x="0" y="226060"/>
                  </a:lnTo>
                  <a:lnTo>
                    <a:pt x="0" y="231140"/>
                  </a:lnTo>
                  <a:lnTo>
                    <a:pt x="7620" y="231140"/>
                  </a:lnTo>
                  <a:lnTo>
                    <a:pt x="7620" y="226060"/>
                  </a:lnTo>
                  <a:close/>
                </a:path>
                <a:path w="7620" h="370839">
                  <a:moveTo>
                    <a:pt x="7620" y="231140"/>
                  </a:moveTo>
                  <a:lnTo>
                    <a:pt x="0" y="231140"/>
                  </a:lnTo>
                  <a:lnTo>
                    <a:pt x="0" y="238760"/>
                  </a:lnTo>
                  <a:lnTo>
                    <a:pt x="7620" y="238760"/>
                  </a:lnTo>
                  <a:lnTo>
                    <a:pt x="7620" y="231140"/>
                  </a:lnTo>
                  <a:close/>
                </a:path>
                <a:path w="7620" h="370839">
                  <a:moveTo>
                    <a:pt x="7620" y="238760"/>
                  </a:moveTo>
                  <a:lnTo>
                    <a:pt x="0" y="238760"/>
                  </a:lnTo>
                  <a:lnTo>
                    <a:pt x="0" y="245110"/>
                  </a:lnTo>
                  <a:lnTo>
                    <a:pt x="7620" y="245110"/>
                  </a:lnTo>
                  <a:lnTo>
                    <a:pt x="7620" y="238760"/>
                  </a:lnTo>
                  <a:close/>
                </a:path>
                <a:path w="7620" h="370839">
                  <a:moveTo>
                    <a:pt x="7620" y="245110"/>
                  </a:moveTo>
                  <a:lnTo>
                    <a:pt x="0" y="245110"/>
                  </a:lnTo>
                  <a:lnTo>
                    <a:pt x="0" y="251460"/>
                  </a:lnTo>
                  <a:lnTo>
                    <a:pt x="7620" y="251460"/>
                  </a:lnTo>
                  <a:lnTo>
                    <a:pt x="7620" y="245110"/>
                  </a:lnTo>
                  <a:close/>
                </a:path>
                <a:path w="7620" h="370839">
                  <a:moveTo>
                    <a:pt x="7620" y="251460"/>
                  </a:moveTo>
                  <a:lnTo>
                    <a:pt x="0" y="251460"/>
                  </a:lnTo>
                  <a:lnTo>
                    <a:pt x="0" y="264160"/>
                  </a:lnTo>
                  <a:lnTo>
                    <a:pt x="7620" y="264160"/>
                  </a:lnTo>
                  <a:lnTo>
                    <a:pt x="7620" y="251460"/>
                  </a:lnTo>
                  <a:close/>
                </a:path>
                <a:path w="7620" h="370839">
                  <a:moveTo>
                    <a:pt x="7620" y="264160"/>
                  </a:moveTo>
                  <a:lnTo>
                    <a:pt x="0" y="264160"/>
                  </a:lnTo>
                  <a:lnTo>
                    <a:pt x="0" y="270510"/>
                  </a:lnTo>
                  <a:lnTo>
                    <a:pt x="7620" y="270510"/>
                  </a:lnTo>
                  <a:lnTo>
                    <a:pt x="7620" y="264160"/>
                  </a:lnTo>
                  <a:close/>
                </a:path>
                <a:path w="7620" h="370839">
                  <a:moveTo>
                    <a:pt x="7620" y="270510"/>
                  </a:moveTo>
                  <a:lnTo>
                    <a:pt x="0" y="270510"/>
                  </a:lnTo>
                  <a:lnTo>
                    <a:pt x="0" y="275590"/>
                  </a:lnTo>
                  <a:lnTo>
                    <a:pt x="7620" y="275590"/>
                  </a:lnTo>
                  <a:lnTo>
                    <a:pt x="7620" y="270510"/>
                  </a:lnTo>
                  <a:close/>
                </a:path>
                <a:path w="7620" h="370839">
                  <a:moveTo>
                    <a:pt x="7620" y="275590"/>
                  </a:moveTo>
                  <a:lnTo>
                    <a:pt x="0" y="275590"/>
                  </a:lnTo>
                  <a:lnTo>
                    <a:pt x="0" y="278130"/>
                  </a:lnTo>
                  <a:lnTo>
                    <a:pt x="7620" y="278130"/>
                  </a:lnTo>
                  <a:lnTo>
                    <a:pt x="7620" y="275590"/>
                  </a:lnTo>
                  <a:close/>
                </a:path>
                <a:path w="7620" h="370839">
                  <a:moveTo>
                    <a:pt x="7620" y="278130"/>
                  </a:moveTo>
                  <a:lnTo>
                    <a:pt x="0" y="278130"/>
                  </a:lnTo>
                  <a:lnTo>
                    <a:pt x="0" y="284480"/>
                  </a:lnTo>
                  <a:lnTo>
                    <a:pt x="7620" y="284480"/>
                  </a:lnTo>
                  <a:lnTo>
                    <a:pt x="7620" y="278130"/>
                  </a:lnTo>
                  <a:close/>
                </a:path>
                <a:path w="7620" h="370839">
                  <a:moveTo>
                    <a:pt x="7620" y="284480"/>
                  </a:moveTo>
                  <a:lnTo>
                    <a:pt x="0" y="284480"/>
                  </a:lnTo>
                  <a:lnTo>
                    <a:pt x="0" y="288290"/>
                  </a:lnTo>
                  <a:lnTo>
                    <a:pt x="7620" y="288290"/>
                  </a:lnTo>
                  <a:lnTo>
                    <a:pt x="7620" y="284480"/>
                  </a:lnTo>
                  <a:close/>
                </a:path>
                <a:path w="7620" h="370839">
                  <a:moveTo>
                    <a:pt x="7620" y="288290"/>
                  </a:moveTo>
                  <a:lnTo>
                    <a:pt x="0" y="288290"/>
                  </a:lnTo>
                  <a:lnTo>
                    <a:pt x="0" y="294640"/>
                  </a:lnTo>
                  <a:lnTo>
                    <a:pt x="7620" y="294640"/>
                  </a:lnTo>
                  <a:lnTo>
                    <a:pt x="7620" y="288290"/>
                  </a:lnTo>
                  <a:close/>
                </a:path>
                <a:path w="7620" h="370839">
                  <a:moveTo>
                    <a:pt x="7620" y="294640"/>
                  </a:moveTo>
                  <a:lnTo>
                    <a:pt x="0" y="294640"/>
                  </a:lnTo>
                  <a:lnTo>
                    <a:pt x="0" y="297180"/>
                  </a:lnTo>
                  <a:lnTo>
                    <a:pt x="7620" y="297180"/>
                  </a:lnTo>
                  <a:lnTo>
                    <a:pt x="7620" y="294640"/>
                  </a:lnTo>
                  <a:close/>
                </a:path>
                <a:path w="7620" h="370839">
                  <a:moveTo>
                    <a:pt x="7620" y="297180"/>
                  </a:moveTo>
                  <a:lnTo>
                    <a:pt x="0" y="297180"/>
                  </a:lnTo>
                  <a:lnTo>
                    <a:pt x="0" y="300990"/>
                  </a:lnTo>
                  <a:lnTo>
                    <a:pt x="7620" y="300990"/>
                  </a:lnTo>
                  <a:lnTo>
                    <a:pt x="7620" y="297180"/>
                  </a:lnTo>
                  <a:close/>
                </a:path>
                <a:path w="7620" h="370839">
                  <a:moveTo>
                    <a:pt x="7620" y="300990"/>
                  </a:moveTo>
                  <a:lnTo>
                    <a:pt x="0" y="300990"/>
                  </a:lnTo>
                  <a:lnTo>
                    <a:pt x="0" y="303530"/>
                  </a:lnTo>
                  <a:lnTo>
                    <a:pt x="7620" y="303530"/>
                  </a:lnTo>
                  <a:lnTo>
                    <a:pt x="7620" y="300990"/>
                  </a:lnTo>
                  <a:close/>
                </a:path>
                <a:path w="7620" h="370839">
                  <a:moveTo>
                    <a:pt x="7620" y="303530"/>
                  </a:moveTo>
                  <a:lnTo>
                    <a:pt x="0" y="303530"/>
                  </a:lnTo>
                  <a:lnTo>
                    <a:pt x="0" y="307340"/>
                  </a:lnTo>
                  <a:lnTo>
                    <a:pt x="7620" y="307340"/>
                  </a:lnTo>
                  <a:lnTo>
                    <a:pt x="7620" y="303530"/>
                  </a:lnTo>
                  <a:close/>
                </a:path>
                <a:path w="7620" h="370839">
                  <a:moveTo>
                    <a:pt x="7620" y="307340"/>
                  </a:moveTo>
                  <a:lnTo>
                    <a:pt x="0" y="307340"/>
                  </a:lnTo>
                  <a:lnTo>
                    <a:pt x="0" y="309880"/>
                  </a:lnTo>
                  <a:lnTo>
                    <a:pt x="7620" y="309880"/>
                  </a:lnTo>
                  <a:lnTo>
                    <a:pt x="7620" y="307340"/>
                  </a:lnTo>
                  <a:close/>
                </a:path>
                <a:path w="7620" h="370839">
                  <a:moveTo>
                    <a:pt x="7620" y="309880"/>
                  </a:moveTo>
                  <a:lnTo>
                    <a:pt x="0" y="309880"/>
                  </a:lnTo>
                  <a:lnTo>
                    <a:pt x="0" y="316230"/>
                  </a:lnTo>
                  <a:lnTo>
                    <a:pt x="7620" y="316230"/>
                  </a:lnTo>
                  <a:lnTo>
                    <a:pt x="7620" y="309880"/>
                  </a:lnTo>
                  <a:close/>
                </a:path>
                <a:path w="7620" h="370839">
                  <a:moveTo>
                    <a:pt x="7620" y="316230"/>
                  </a:moveTo>
                  <a:lnTo>
                    <a:pt x="0" y="316230"/>
                  </a:lnTo>
                  <a:lnTo>
                    <a:pt x="0" y="320040"/>
                  </a:lnTo>
                  <a:lnTo>
                    <a:pt x="7620" y="320040"/>
                  </a:lnTo>
                  <a:lnTo>
                    <a:pt x="7620" y="316230"/>
                  </a:lnTo>
                  <a:close/>
                </a:path>
                <a:path w="7620" h="370839">
                  <a:moveTo>
                    <a:pt x="7620" y="320040"/>
                  </a:moveTo>
                  <a:lnTo>
                    <a:pt x="0" y="320040"/>
                  </a:lnTo>
                  <a:lnTo>
                    <a:pt x="0" y="322580"/>
                  </a:lnTo>
                  <a:lnTo>
                    <a:pt x="7620" y="322580"/>
                  </a:lnTo>
                  <a:lnTo>
                    <a:pt x="7620" y="320040"/>
                  </a:lnTo>
                  <a:close/>
                </a:path>
                <a:path w="7620" h="370839">
                  <a:moveTo>
                    <a:pt x="7620" y="322580"/>
                  </a:moveTo>
                  <a:lnTo>
                    <a:pt x="0" y="322580"/>
                  </a:lnTo>
                  <a:lnTo>
                    <a:pt x="0" y="326390"/>
                  </a:lnTo>
                  <a:lnTo>
                    <a:pt x="7620" y="326390"/>
                  </a:lnTo>
                  <a:lnTo>
                    <a:pt x="7620" y="322580"/>
                  </a:lnTo>
                  <a:close/>
                </a:path>
                <a:path w="7620" h="370839">
                  <a:moveTo>
                    <a:pt x="7620" y="326390"/>
                  </a:moveTo>
                  <a:lnTo>
                    <a:pt x="0" y="326390"/>
                  </a:lnTo>
                  <a:lnTo>
                    <a:pt x="0" y="328930"/>
                  </a:lnTo>
                  <a:lnTo>
                    <a:pt x="7620" y="328930"/>
                  </a:lnTo>
                  <a:lnTo>
                    <a:pt x="7620" y="326390"/>
                  </a:lnTo>
                  <a:close/>
                </a:path>
                <a:path w="7620" h="370839">
                  <a:moveTo>
                    <a:pt x="7620" y="328930"/>
                  </a:moveTo>
                  <a:lnTo>
                    <a:pt x="0" y="328930"/>
                  </a:lnTo>
                  <a:lnTo>
                    <a:pt x="0" y="332740"/>
                  </a:lnTo>
                  <a:lnTo>
                    <a:pt x="7620" y="332740"/>
                  </a:lnTo>
                  <a:lnTo>
                    <a:pt x="7620" y="328930"/>
                  </a:lnTo>
                  <a:close/>
                </a:path>
                <a:path w="7620" h="370839">
                  <a:moveTo>
                    <a:pt x="7620" y="332740"/>
                  </a:moveTo>
                  <a:lnTo>
                    <a:pt x="0" y="332740"/>
                  </a:lnTo>
                  <a:lnTo>
                    <a:pt x="0" y="335280"/>
                  </a:lnTo>
                  <a:lnTo>
                    <a:pt x="7620" y="335280"/>
                  </a:lnTo>
                  <a:lnTo>
                    <a:pt x="7620" y="332740"/>
                  </a:lnTo>
                  <a:close/>
                </a:path>
                <a:path w="7620" h="370839">
                  <a:moveTo>
                    <a:pt x="7620" y="335280"/>
                  </a:moveTo>
                  <a:lnTo>
                    <a:pt x="0" y="335280"/>
                  </a:lnTo>
                  <a:lnTo>
                    <a:pt x="0" y="339090"/>
                  </a:lnTo>
                  <a:lnTo>
                    <a:pt x="7620" y="339090"/>
                  </a:lnTo>
                  <a:lnTo>
                    <a:pt x="7620" y="335280"/>
                  </a:lnTo>
                  <a:close/>
                </a:path>
                <a:path w="7620" h="370839">
                  <a:moveTo>
                    <a:pt x="7620" y="339090"/>
                  </a:moveTo>
                  <a:lnTo>
                    <a:pt x="0" y="339090"/>
                  </a:lnTo>
                  <a:lnTo>
                    <a:pt x="0" y="341630"/>
                  </a:lnTo>
                  <a:lnTo>
                    <a:pt x="7620" y="341630"/>
                  </a:lnTo>
                  <a:lnTo>
                    <a:pt x="7620" y="339090"/>
                  </a:lnTo>
                  <a:close/>
                </a:path>
                <a:path w="7620" h="370839">
                  <a:moveTo>
                    <a:pt x="7620" y="341630"/>
                  </a:moveTo>
                  <a:lnTo>
                    <a:pt x="0" y="341630"/>
                  </a:lnTo>
                  <a:lnTo>
                    <a:pt x="0" y="345440"/>
                  </a:lnTo>
                  <a:lnTo>
                    <a:pt x="7620" y="345440"/>
                  </a:lnTo>
                  <a:lnTo>
                    <a:pt x="7620" y="341630"/>
                  </a:lnTo>
                  <a:close/>
                </a:path>
                <a:path w="7620" h="370839">
                  <a:moveTo>
                    <a:pt x="7620" y="345440"/>
                  </a:moveTo>
                  <a:lnTo>
                    <a:pt x="0" y="345440"/>
                  </a:lnTo>
                  <a:lnTo>
                    <a:pt x="0" y="347980"/>
                  </a:lnTo>
                  <a:lnTo>
                    <a:pt x="7620" y="347980"/>
                  </a:lnTo>
                  <a:lnTo>
                    <a:pt x="7620" y="345440"/>
                  </a:lnTo>
                  <a:close/>
                </a:path>
                <a:path w="7620" h="370839">
                  <a:moveTo>
                    <a:pt x="7620" y="347980"/>
                  </a:moveTo>
                  <a:lnTo>
                    <a:pt x="0" y="347980"/>
                  </a:lnTo>
                  <a:lnTo>
                    <a:pt x="0" y="351790"/>
                  </a:lnTo>
                  <a:lnTo>
                    <a:pt x="7620" y="351790"/>
                  </a:lnTo>
                  <a:lnTo>
                    <a:pt x="7620" y="347980"/>
                  </a:lnTo>
                  <a:close/>
                </a:path>
                <a:path w="7620" h="370839">
                  <a:moveTo>
                    <a:pt x="7620" y="351790"/>
                  </a:moveTo>
                  <a:lnTo>
                    <a:pt x="0" y="351790"/>
                  </a:lnTo>
                  <a:lnTo>
                    <a:pt x="0" y="354330"/>
                  </a:lnTo>
                  <a:lnTo>
                    <a:pt x="7620" y="354330"/>
                  </a:lnTo>
                  <a:lnTo>
                    <a:pt x="7620" y="351790"/>
                  </a:lnTo>
                  <a:close/>
                </a:path>
                <a:path w="7620" h="370839">
                  <a:moveTo>
                    <a:pt x="7620" y="354330"/>
                  </a:moveTo>
                  <a:lnTo>
                    <a:pt x="0" y="354330"/>
                  </a:lnTo>
                  <a:lnTo>
                    <a:pt x="0" y="358140"/>
                  </a:lnTo>
                  <a:lnTo>
                    <a:pt x="7620" y="358140"/>
                  </a:lnTo>
                  <a:lnTo>
                    <a:pt x="7620" y="354330"/>
                  </a:lnTo>
                  <a:close/>
                </a:path>
                <a:path w="7620" h="370839">
                  <a:moveTo>
                    <a:pt x="7620" y="358140"/>
                  </a:moveTo>
                  <a:lnTo>
                    <a:pt x="0" y="358140"/>
                  </a:lnTo>
                  <a:lnTo>
                    <a:pt x="0" y="360680"/>
                  </a:lnTo>
                  <a:lnTo>
                    <a:pt x="7620" y="360680"/>
                  </a:lnTo>
                  <a:lnTo>
                    <a:pt x="7620" y="358140"/>
                  </a:lnTo>
                  <a:close/>
                </a:path>
                <a:path w="7620" h="370839">
                  <a:moveTo>
                    <a:pt x="7620" y="360680"/>
                  </a:moveTo>
                  <a:lnTo>
                    <a:pt x="0" y="360680"/>
                  </a:lnTo>
                  <a:lnTo>
                    <a:pt x="0" y="364490"/>
                  </a:lnTo>
                  <a:lnTo>
                    <a:pt x="7620" y="364490"/>
                  </a:lnTo>
                  <a:lnTo>
                    <a:pt x="7620" y="360680"/>
                  </a:lnTo>
                  <a:close/>
                </a:path>
                <a:path w="7620" h="370839">
                  <a:moveTo>
                    <a:pt x="7620" y="364490"/>
                  </a:moveTo>
                  <a:lnTo>
                    <a:pt x="0" y="364490"/>
                  </a:lnTo>
                  <a:lnTo>
                    <a:pt x="0" y="367030"/>
                  </a:lnTo>
                  <a:lnTo>
                    <a:pt x="7620" y="367030"/>
                  </a:lnTo>
                  <a:lnTo>
                    <a:pt x="7620" y="364490"/>
                  </a:lnTo>
                  <a:close/>
                </a:path>
                <a:path w="7620" h="370839">
                  <a:moveTo>
                    <a:pt x="7620" y="367030"/>
                  </a:moveTo>
                  <a:lnTo>
                    <a:pt x="0" y="367030"/>
                  </a:lnTo>
                  <a:lnTo>
                    <a:pt x="0" y="369570"/>
                  </a:lnTo>
                  <a:lnTo>
                    <a:pt x="2539" y="369570"/>
                  </a:lnTo>
                  <a:lnTo>
                    <a:pt x="2539" y="370840"/>
                  </a:lnTo>
                  <a:lnTo>
                    <a:pt x="7620" y="370840"/>
                  </a:lnTo>
                  <a:lnTo>
                    <a:pt x="7620" y="367030"/>
                  </a:lnTo>
                  <a:close/>
                </a:path>
              </a:pathLst>
            </a:custGeom>
            <a:solidFill>
              <a:srgbClr val="C5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0" name="object 255">
              <a:extLst>
                <a:ext uri="{FF2B5EF4-FFF2-40B4-BE49-F238E27FC236}">
                  <a16:creationId xmlns:a16="http://schemas.microsoft.com/office/drawing/2014/main" id="{F390EDE4-BEEA-47E3-9E4E-1EF98093E5D1}"/>
                </a:ext>
              </a:extLst>
            </p:cNvPr>
            <p:cNvSpPr/>
            <p:nvPr/>
          </p:nvSpPr>
          <p:spPr>
            <a:xfrm>
              <a:off x="4521200" y="4210685"/>
              <a:ext cx="6350" cy="368300"/>
            </a:xfrm>
            <a:custGeom>
              <a:avLst/>
              <a:gdLst/>
              <a:ahLst/>
              <a:cxnLst/>
              <a:rect l="l" t="t" r="r" b="b"/>
              <a:pathLst>
                <a:path w="6350" h="368300">
                  <a:moveTo>
                    <a:pt x="6350" y="0"/>
                  </a:moveTo>
                  <a:lnTo>
                    <a:pt x="1270" y="0"/>
                  </a:lnTo>
                  <a:lnTo>
                    <a:pt x="1270" y="1269"/>
                  </a:lnTo>
                  <a:lnTo>
                    <a:pt x="0" y="1269"/>
                  </a:lnTo>
                  <a:lnTo>
                    <a:pt x="0" y="2539"/>
                  </a:lnTo>
                  <a:lnTo>
                    <a:pt x="6350" y="2539"/>
                  </a:lnTo>
                  <a:lnTo>
                    <a:pt x="6350" y="0"/>
                  </a:lnTo>
                  <a:close/>
                </a:path>
                <a:path w="6350" h="368300">
                  <a:moveTo>
                    <a:pt x="6350" y="2540"/>
                  </a:moveTo>
                  <a:lnTo>
                    <a:pt x="0" y="2540"/>
                  </a:lnTo>
                  <a:lnTo>
                    <a:pt x="0" y="8889"/>
                  </a:lnTo>
                  <a:lnTo>
                    <a:pt x="6350" y="8889"/>
                  </a:lnTo>
                  <a:lnTo>
                    <a:pt x="6350" y="2540"/>
                  </a:lnTo>
                  <a:close/>
                </a:path>
                <a:path w="6350" h="368300">
                  <a:moveTo>
                    <a:pt x="6350" y="8890"/>
                  </a:moveTo>
                  <a:lnTo>
                    <a:pt x="0" y="8890"/>
                  </a:lnTo>
                  <a:lnTo>
                    <a:pt x="0" y="15239"/>
                  </a:lnTo>
                  <a:lnTo>
                    <a:pt x="6350" y="15239"/>
                  </a:lnTo>
                  <a:lnTo>
                    <a:pt x="6350" y="8890"/>
                  </a:lnTo>
                  <a:close/>
                </a:path>
                <a:path w="6350" h="368300">
                  <a:moveTo>
                    <a:pt x="6350" y="15240"/>
                  </a:moveTo>
                  <a:lnTo>
                    <a:pt x="0" y="15240"/>
                  </a:lnTo>
                  <a:lnTo>
                    <a:pt x="0" y="21589"/>
                  </a:lnTo>
                  <a:lnTo>
                    <a:pt x="6350" y="21589"/>
                  </a:lnTo>
                  <a:lnTo>
                    <a:pt x="6350" y="15240"/>
                  </a:lnTo>
                  <a:close/>
                </a:path>
                <a:path w="6350" h="368300">
                  <a:moveTo>
                    <a:pt x="6350" y="21590"/>
                  </a:moveTo>
                  <a:lnTo>
                    <a:pt x="0" y="21590"/>
                  </a:lnTo>
                  <a:lnTo>
                    <a:pt x="0" y="27939"/>
                  </a:lnTo>
                  <a:lnTo>
                    <a:pt x="6350" y="27939"/>
                  </a:lnTo>
                  <a:lnTo>
                    <a:pt x="6350" y="21590"/>
                  </a:lnTo>
                  <a:close/>
                </a:path>
                <a:path w="6350" h="368300">
                  <a:moveTo>
                    <a:pt x="6350" y="27940"/>
                  </a:moveTo>
                  <a:lnTo>
                    <a:pt x="0" y="27940"/>
                  </a:lnTo>
                  <a:lnTo>
                    <a:pt x="0" y="34289"/>
                  </a:lnTo>
                  <a:lnTo>
                    <a:pt x="6350" y="34289"/>
                  </a:lnTo>
                  <a:lnTo>
                    <a:pt x="6350" y="27940"/>
                  </a:lnTo>
                  <a:close/>
                </a:path>
                <a:path w="6350" h="368300">
                  <a:moveTo>
                    <a:pt x="6350" y="34290"/>
                  </a:moveTo>
                  <a:lnTo>
                    <a:pt x="0" y="34290"/>
                  </a:lnTo>
                  <a:lnTo>
                    <a:pt x="0" y="40639"/>
                  </a:lnTo>
                  <a:lnTo>
                    <a:pt x="6350" y="40639"/>
                  </a:lnTo>
                  <a:lnTo>
                    <a:pt x="6350" y="34290"/>
                  </a:lnTo>
                  <a:close/>
                </a:path>
                <a:path w="6350" h="368300">
                  <a:moveTo>
                    <a:pt x="6350" y="40640"/>
                  </a:moveTo>
                  <a:lnTo>
                    <a:pt x="0" y="40640"/>
                  </a:lnTo>
                  <a:lnTo>
                    <a:pt x="0" y="46989"/>
                  </a:lnTo>
                  <a:lnTo>
                    <a:pt x="6350" y="46989"/>
                  </a:lnTo>
                  <a:lnTo>
                    <a:pt x="6350" y="40640"/>
                  </a:lnTo>
                  <a:close/>
                </a:path>
                <a:path w="6350" h="368300">
                  <a:moveTo>
                    <a:pt x="6350" y="46990"/>
                  </a:moveTo>
                  <a:lnTo>
                    <a:pt x="0" y="46990"/>
                  </a:lnTo>
                  <a:lnTo>
                    <a:pt x="0" y="53339"/>
                  </a:lnTo>
                  <a:lnTo>
                    <a:pt x="6350" y="53339"/>
                  </a:lnTo>
                  <a:lnTo>
                    <a:pt x="6350" y="46990"/>
                  </a:lnTo>
                  <a:close/>
                </a:path>
                <a:path w="6350" h="368300">
                  <a:moveTo>
                    <a:pt x="6350" y="53340"/>
                  </a:moveTo>
                  <a:lnTo>
                    <a:pt x="0" y="53340"/>
                  </a:lnTo>
                  <a:lnTo>
                    <a:pt x="0" y="59689"/>
                  </a:lnTo>
                  <a:lnTo>
                    <a:pt x="6350" y="59689"/>
                  </a:lnTo>
                  <a:lnTo>
                    <a:pt x="6350" y="53340"/>
                  </a:lnTo>
                  <a:close/>
                </a:path>
                <a:path w="6350" h="368300">
                  <a:moveTo>
                    <a:pt x="6350" y="59690"/>
                  </a:moveTo>
                  <a:lnTo>
                    <a:pt x="0" y="59690"/>
                  </a:lnTo>
                  <a:lnTo>
                    <a:pt x="0" y="66039"/>
                  </a:lnTo>
                  <a:lnTo>
                    <a:pt x="6350" y="66039"/>
                  </a:lnTo>
                  <a:lnTo>
                    <a:pt x="6350" y="59690"/>
                  </a:lnTo>
                  <a:close/>
                </a:path>
                <a:path w="6350" h="368300">
                  <a:moveTo>
                    <a:pt x="6350" y="66040"/>
                  </a:moveTo>
                  <a:lnTo>
                    <a:pt x="0" y="66040"/>
                  </a:lnTo>
                  <a:lnTo>
                    <a:pt x="0" y="72389"/>
                  </a:lnTo>
                  <a:lnTo>
                    <a:pt x="6350" y="72389"/>
                  </a:lnTo>
                  <a:lnTo>
                    <a:pt x="6350" y="66040"/>
                  </a:lnTo>
                  <a:close/>
                </a:path>
                <a:path w="6350" h="368300">
                  <a:moveTo>
                    <a:pt x="6350" y="72390"/>
                  </a:moveTo>
                  <a:lnTo>
                    <a:pt x="0" y="72390"/>
                  </a:lnTo>
                  <a:lnTo>
                    <a:pt x="0" y="78739"/>
                  </a:lnTo>
                  <a:lnTo>
                    <a:pt x="6350" y="78739"/>
                  </a:lnTo>
                  <a:lnTo>
                    <a:pt x="6350" y="72390"/>
                  </a:lnTo>
                  <a:close/>
                </a:path>
                <a:path w="6350" h="368300">
                  <a:moveTo>
                    <a:pt x="6350" y="78740"/>
                  </a:moveTo>
                  <a:lnTo>
                    <a:pt x="0" y="78740"/>
                  </a:lnTo>
                  <a:lnTo>
                    <a:pt x="0" y="85089"/>
                  </a:lnTo>
                  <a:lnTo>
                    <a:pt x="6350" y="85089"/>
                  </a:lnTo>
                  <a:lnTo>
                    <a:pt x="6350" y="78740"/>
                  </a:lnTo>
                  <a:close/>
                </a:path>
                <a:path w="6350" h="368300">
                  <a:moveTo>
                    <a:pt x="6350" y="85090"/>
                  </a:moveTo>
                  <a:lnTo>
                    <a:pt x="0" y="85090"/>
                  </a:lnTo>
                  <a:lnTo>
                    <a:pt x="0" y="90169"/>
                  </a:lnTo>
                  <a:lnTo>
                    <a:pt x="6350" y="90169"/>
                  </a:lnTo>
                  <a:lnTo>
                    <a:pt x="6350" y="85090"/>
                  </a:lnTo>
                  <a:close/>
                </a:path>
                <a:path w="6350" h="368300">
                  <a:moveTo>
                    <a:pt x="6350" y="90170"/>
                  </a:moveTo>
                  <a:lnTo>
                    <a:pt x="0" y="90170"/>
                  </a:lnTo>
                  <a:lnTo>
                    <a:pt x="0" y="97789"/>
                  </a:lnTo>
                  <a:lnTo>
                    <a:pt x="6350" y="97789"/>
                  </a:lnTo>
                  <a:lnTo>
                    <a:pt x="6350" y="90170"/>
                  </a:lnTo>
                  <a:close/>
                </a:path>
                <a:path w="6350" h="368300">
                  <a:moveTo>
                    <a:pt x="6350" y="97790"/>
                  </a:moveTo>
                  <a:lnTo>
                    <a:pt x="0" y="97790"/>
                  </a:lnTo>
                  <a:lnTo>
                    <a:pt x="0" y="102869"/>
                  </a:lnTo>
                  <a:lnTo>
                    <a:pt x="6350" y="102869"/>
                  </a:lnTo>
                  <a:lnTo>
                    <a:pt x="6350" y="97790"/>
                  </a:lnTo>
                  <a:close/>
                </a:path>
                <a:path w="6350" h="368300">
                  <a:moveTo>
                    <a:pt x="6350" y="102870"/>
                  </a:moveTo>
                  <a:lnTo>
                    <a:pt x="0" y="102870"/>
                  </a:lnTo>
                  <a:lnTo>
                    <a:pt x="0" y="116839"/>
                  </a:lnTo>
                  <a:lnTo>
                    <a:pt x="6350" y="116839"/>
                  </a:lnTo>
                  <a:lnTo>
                    <a:pt x="6350" y="102870"/>
                  </a:lnTo>
                  <a:close/>
                </a:path>
                <a:path w="6350" h="368300">
                  <a:moveTo>
                    <a:pt x="6350" y="116840"/>
                  </a:moveTo>
                  <a:lnTo>
                    <a:pt x="0" y="116840"/>
                  </a:lnTo>
                  <a:lnTo>
                    <a:pt x="0" y="123189"/>
                  </a:lnTo>
                  <a:lnTo>
                    <a:pt x="6350" y="123189"/>
                  </a:lnTo>
                  <a:lnTo>
                    <a:pt x="6350" y="116840"/>
                  </a:lnTo>
                  <a:close/>
                </a:path>
                <a:path w="6350" h="368300">
                  <a:moveTo>
                    <a:pt x="6350" y="123190"/>
                  </a:moveTo>
                  <a:lnTo>
                    <a:pt x="0" y="123190"/>
                  </a:lnTo>
                  <a:lnTo>
                    <a:pt x="0" y="129539"/>
                  </a:lnTo>
                  <a:lnTo>
                    <a:pt x="6350" y="129539"/>
                  </a:lnTo>
                  <a:lnTo>
                    <a:pt x="6350" y="123190"/>
                  </a:lnTo>
                  <a:close/>
                </a:path>
                <a:path w="6350" h="368300">
                  <a:moveTo>
                    <a:pt x="6350" y="129540"/>
                  </a:moveTo>
                  <a:lnTo>
                    <a:pt x="0" y="129540"/>
                  </a:lnTo>
                  <a:lnTo>
                    <a:pt x="0" y="134619"/>
                  </a:lnTo>
                  <a:lnTo>
                    <a:pt x="6350" y="134619"/>
                  </a:lnTo>
                  <a:lnTo>
                    <a:pt x="6350" y="129540"/>
                  </a:lnTo>
                  <a:close/>
                </a:path>
                <a:path w="6350" h="368300">
                  <a:moveTo>
                    <a:pt x="6350" y="134620"/>
                  </a:moveTo>
                  <a:lnTo>
                    <a:pt x="0" y="134620"/>
                  </a:lnTo>
                  <a:lnTo>
                    <a:pt x="0" y="161289"/>
                  </a:lnTo>
                  <a:lnTo>
                    <a:pt x="6350" y="161289"/>
                  </a:lnTo>
                  <a:lnTo>
                    <a:pt x="6350" y="134620"/>
                  </a:lnTo>
                  <a:close/>
                </a:path>
                <a:path w="6350" h="368300">
                  <a:moveTo>
                    <a:pt x="6350" y="161290"/>
                  </a:moveTo>
                  <a:lnTo>
                    <a:pt x="0" y="161290"/>
                  </a:lnTo>
                  <a:lnTo>
                    <a:pt x="0" y="218439"/>
                  </a:lnTo>
                  <a:lnTo>
                    <a:pt x="6350" y="218439"/>
                  </a:lnTo>
                  <a:lnTo>
                    <a:pt x="6350" y="161290"/>
                  </a:lnTo>
                  <a:close/>
                </a:path>
                <a:path w="6350" h="368300">
                  <a:moveTo>
                    <a:pt x="6350" y="218440"/>
                  </a:moveTo>
                  <a:lnTo>
                    <a:pt x="0" y="218440"/>
                  </a:lnTo>
                  <a:lnTo>
                    <a:pt x="0" y="224789"/>
                  </a:lnTo>
                  <a:lnTo>
                    <a:pt x="6350" y="224789"/>
                  </a:lnTo>
                  <a:lnTo>
                    <a:pt x="6350" y="218440"/>
                  </a:lnTo>
                  <a:close/>
                </a:path>
                <a:path w="6350" h="368300">
                  <a:moveTo>
                    <a:pt x="6350" y="224790"/>
                  </a:moveTo>
                  <a:lnTo>
                    <a:pt x="0" y="224790"/>
                  </a:lnTo>
                  <a:lnTo>
                    <a:pt x="0" y="229869"/>
                  </a:lnTo>
                  <a:lnTo>
                    <a:pt x="6350" y="229869"/>
                  </a:lnTo>
                  <a:lnTo>
                    <a:pt x="6350" y="224790"/>
                  </a:lnTo>
                  <a:close/>
                </a:path>
                <a:path w="6350" h="368300">
                  <a:moveTo>
                    <a:pt x="6350" y="229870"/>
                  </a:moveTo>
                  <a:lnTo>
                    <a:pt x="0" y="229870"/>
                  </a:lnTo>
                  <a:lnTo>
                    <a:pt x="0" y="237489"/>
                  </a:lnTo>
                  <a:lnTo>
                    <a:pt x="6350" y="237489"/>
                  </a:lnTo>
                  <a:lnTo>
                    <a:pt x="6350" y="229870"/>
                  </a:lnTo>
                  <a:close/>
                </a:path>
                <a:path w="6350" h="368300">
                  <a:moveTo>
                    <a:pt x="6350" y="237490"/>
                  </a:moveTo>
                  <a:lnTo>
                    <a:pt x="0" y="237490"/>
                  </a:lnTo>
                  <a:lnTo>
                    <a:pt x="0" y="243839"/>
                  </a:lnTo>
                  <a:lnTo>
                    <a:pt x="6350" y="243839"/>
                  </a:lnTo>
                  <a:lnTo>
                    <a:pt x="6350" y="237490"/>
                  </a:lnTo>
                  <a:close/>
                </a:path>
                <a:path w="6350" h="368300">
                  <a:moveTo>
                    <a:pt x="6350" y="243840"/>
                  </a:moveTo>
                  <a:lnTo>
                    <a:pt x="0" y="243840"/>
                  </a:lnTo>
                  <a:lnTo>
                    <a:pt x="0" y="250189"/>
                  </a:lnTo>
                  <a:lnTo>
                    <a:pt x="6350" y="250189"/>
                  </a:lnTo>
                  <a:lnTo>
                    <a:pt x="6350" y="243840"/>
                  </a:lnTo>
                  <a:close/>
                </a:path>
                <a:path w="6350" h="368300">
                  <a:moveTo>
                    <a:pt x="6350" y="250190"/>
                  </a:moveTo>
                  <a:lnTo>
                    <a:pt x="0" y="250190"/>
                  </a:lnTo>
                  <a:lnTo>
                    <a:pt x="0" y="262889"/>
                  </a:lnTo>
                  <a:lnTo>
                    <a:pt x="6350" y="262889"/>
                  </a:lnTo>
                  <a:lnTo>
                    <a:pt x="6350" y="250190"/>
                  </a:lnTo>
                  <a:close/>
                </a:path>
                <a:path w="6350" h="368300">
                  <a:moveTo>
                    <a:pt x="6350" y="262890"/>
                  </a:moveTo>
                  <a:lnTo>
                    <a:pt x="0" y="262890"/>
                  </a:lnTo>
                  <a:lnTo>
                    <a:pt x="0" y="269239"/>
                  </a:lnTo>
                  <a:lnTo>
                    <a:pt x="6350" y="269239"/>
                  </a:lnTo>
                  <a:lnTo>
                    <a:pt x="6350" y="262890"/>
                  </a:lnTo>
                  <a:close/>
                </a:path>
                <a:path w="6350" h="368300">
                  <a:moveTo>
                    <a:pt x="6350" y="269240"/>
                  </a:moveTo>
                  <a:lnTo>
                    <a:pt x="0" y="269240"/>
                  </a:lnTo>
                  <a:lnTo>
                    <a:pt x="0" y="274319"/>
                  </a:lnTo>
                  <a:lnTo>
                    <a:pt x="6350" y="274319"/>
                  </a:lnTo>
                  <a:lnTo>
                    <a:pt x="6350" y="269240"/>
                  </a:lnTo>
                  <a:close/>
                </a:path>
                <a:path w="6350" h="368300">
                  <a:moveTo>
                    <a:pt x="6350" y="274320"/>
                  </a:moveTo>
                  <a:lnTo>
                    <a:pt x="0" y="274320"/>
                  </a:lnTo>
                  <a:lnTo>
                    <a:pt x="0" y="276859"/>
                  </a:lnTo>
                  <a:lnTo>
                    <a:pt x="6350" y="276859"/>
                  </a:lnTo>
                  <a:lnTo>
                    <a:pt x="6350" y="274320"/>
                  </a:lnTo>
                  <a:close/>
                </a:path>
                <a:path w="6350" h="368300">
                  <a:moveTo>
                    <a:pt x="6350" y="276860"/>
                  </a:moveTo>
                  <a:lnTo>
                    <a:pt x="0" y="276860"/>
                  </a:lnTo>
                  <a:lnTo>
                    <a:pt x="0" y="283209"/>
                  </a:lnTo>
                  <a:lnTo>
                    <a:pt x="6350" y="283209"/>
                  </a:lnTo>
                  <a:lnTo>
                    <a:pt x="6350" y="276860"/>
                  </a:lnTo>
                  <a:close/>
                </a:path>
                <a:path w="6350" h="368300">
                  <a:moveTo>
                    <a:pt x="6350" y="283210"/>
                  </a:moveTo>
                  <a:lnTo>
                    <a:pt x="0" y="283210"/>
                  </a:lnTo>
                  <a:lnTo>
                    <a:pt x="0" y="287019"/>
                  </a:lnTo>
                  <a:lnTo>
                    <a:pt x="6350" y="287019"/>
                  </a:lnTo>
                  <a:lnTo>
                    <a:pt x="6350" y="283210"/>
                  </a:lnTo>
                  <a:close/>
                </a:path>
                <a:path w="6350" h="368300">
                  <a:moveTo>
                    <a:pt x="6350" y="287020"/>
                  </a:moveTo>
                  <a:lnTo>
                    <a:pt x="0" y="287020"/>
                  </a:lnTo>
                  <a:lnTo>
                    <a:pt x="0" y="293369"/>
                  </a:lnTo>
                  <a:lnTo>
                    <a:pt x="6350" y="293369"/>
                  </a:lnTo>
                  <a:lnTo>
                    <a:pt x="6350" y="287020"/>
                  </a:lnTo>
                  <a:close/>
                </a:path>
                <a:path w="6350" h="368300">
                  <a:moveTo>
                    <a:pt x="6350" y="293370"/>
                  </a:moveTo>
                  <a:lnTo>
                    <a:pt x="0" y="293370"/>
                  </a:lnTo>
                  <a:lnTo>
                    <a:pt x="0" y="295909"/>
                  </a:lnTo>
                  <a:lnTo>
                    <a:pt x="6350" y="295909"/>
                  </a:lnTo>
                  <a:lnTo>
                    <a:pt x="6350" y="293370"/>
                  </a:lnTo>
                  <a:close/>
                </a:path>
                <a:path w="6350" h="368300">
                  <a:moveTo>
                    <a:pt x="6350" y="295910"/>
                  </a:moveTo>
                  <a:lnTo>
                    <a:pt x="0" y="295910"/>
                  </a:lnTo>
                  <a:lnTo>
                    <a:pt x="0" y="299719"/>
                  </a:lnTo>
                  <a:lnTo>
                    <a:pt x="6350" y="299719"/>
                  </a:lnTo>
                  <a:lnTo>
                    <a:pt x="6350" y="295910"/>
                  </a:lnTo>
                  <a:close/>
                </a:path>
                <a:path w="6350" h="368300">
                  <a:moveTo>
                    <a:pt x="6350" y="299720"/>
                  </a:moveTo>
                  <a:lnTo>
                    <a:pt x="0" y="299720"/>
                  </a:lnTo>
                  <a:lnTo>
                    <a:pt x="0" y="302259"/>
                  </a:lnTo>
                  <a:lnTo>
                    <a:pt x="6350" y="302259"/>
                  </a:lnTo>
                  <a:lnTo>
                    <a:pt x="6350" y="299720"/>
                  </a:lnTo>
                  <a:close/>
                </a:path>
                <a:path w="6350" h="368300">
                  <a:moveTo>
                    <a:pt x="6350" y="302260"/>
                  </a:moveTo>
                  <a:lnTo>
                    <a:pt x="0" y="302260"/>
                  </a:lnTo>
                  <a:lnTo>
                    <a:pt x="0" y="306069"/>
                  </a:lnTo>
                  <a:lnTo>
                    <a:pt x="6350" y="306069"/>
                  </a:lnTo>
                  <a:lnTo>
                    <a:pt x="6350" y="302260"/>
                  </a:lnTo>
                  <a:close/>
                </a:path>
                <a:path w="6350" h="368300">
                  <a:moveTo>
                    <a:pt x="6350" y="306070"/>
                  </a:moveTo>
                  <a:lnTo>
                    <a:pt x="0" y="306070"/>
                  </a:lnTo>
                  <a:lnTo>
                    <a:pt x="0" y="308609"/>
                  </a:lnTo>
                  <a:lnTo>
                    <a:pt x="6350" y="308609"/>
                  </a:lnTo>
                  <a:lnTo>
                    <a:pt x="6350" y="306070"/>
                  </a:lnTo>
                  <a:close/>
                </a:path>
                <a:path w="6350" h="368300">
                  <a:moveTo>
                    <a:pt x="6350" y="308610"/>
                  </a:moveTo>
                  <a:lnTo>
                    <a:pt x="0" y="308610"/>
                  </a:lnTo>
                  <a:lnTo>
                    <a:pt x="0" y="314959"/>
                  </a:lnTo>
                  <a:lnTo>
                    <a:pt x="6350" y="314959"/>
                  </a:lnTo>
                  <a:lnTo>
                    <a:pt x="6350" y="308610"/>
                  </a:lnTo>
                  <a:close/>
                </a:path>
                <a:path w="6350" h="368300">
                  <a:moveTo>
                    <a:pt x="6350" y="314960"/>
                  </a:moveTo>
                  <a:lnTo>
                    <a:pt x="0" y="314960"/>
                  </a:lnTo>
                  <a:lnTo>
                    <a:pt x="0" y="318769"/>
                  </a:lnTo>
                  <a:lnTo>
                    <a:pt x="6350" y="318769"/>
                  </a:lnTo>
                  <a:lnTo>
                    <a:pt x="6350" y="314960"/>
                  </a:lnTo>
                  <a:close/>
                </a:path>
                <a:path w="6350" h="368300">
                  <a:moveTo>
                    <a:pt x="6350" y="318770"/>
                  </a:moveTo>
                  <a:lnTo>
                    <a:pt x="0" y="318770"/>
                  </a:lnTo>
                  <a:lnTo>
                    <a:pt x="0" y="321309"/>
                  </a:lnTo>
                  <a:lnTo>
                    <a:pt x="6350" y="321309"/>
                  </a:lnTo>
                  <a:lnTo>
                    <a:pt x="6350" y="318770"/>
                  </a:lnTo>
                  <a:close/>
                </a:path>
                <a:path w="6350" h="368300">
                  <a:moveTo>
                    <a:pt x="6350" y="321310"/>
                  </a:moveTo>
                  <a:lnTo>
                    <a:pt x="0" y="321310"/>
                  </a:lnTo>
                  <a:lnTo>
                    <a:pt x="0" y="325119"/>
                  </a:lnTo>
                  <a:lnTo>
                    <a:pt x="6350" y="325119"/>
                  </a:lnTo>
                  <a:lnTo>
                    <a:pt x="6350" y="321310"/>
                  </a:lnTo>
                  <a:close/>
                </a:path>
                <a:path w="6350" h="368300">
                  <a:moveTo>
                    <a:pt x="6350" y="325120"/>
                  </a:moveTo>
                  <a:lnTo>
                    <a:pt x="0" y="325120"/>
                  </a:lnTo>
                  <a:lnTo>
                    <a:pt x="0" y="327659"/>
                  </a:lnTo>
                  <a:lnTo>
                    <a:pt x="6350" y="327659"/>
                  </a:lnTo>
                  <a:lnTo>
                    <a:pt x="6350" y="325120"/>
                  </a:lnTo>
                  <a:close/>
                </a:path>
                <a:path w="6350" h="368300">
                  <a:moveTo>
                    <a:pt x="6350" y="327660"/>
                  </a:moveTo>
                  <a:lnTo>
                    <a:pt x="0" y="327660"/>
                  </a:lnTo>
                  <a:lnTo>
                    <a:pt x="0" y="331469"/>
                  </a:lnTo>
                  <a:lnTo>
                    <a:pt x="6350" y="331469"/>
                  </a:lnTo>
                  <a:lnTo>
                    <a:pt x="6350" y="327660"/>
                  </a:lnTo>
                  <a:close/>
                </a:path>
                <a:path w="6350" h="368300">
                  <a:moveTo>
                    <a:pt x="6350" y="331470"/>
                  </a:moveTo>
                  <a:lnTo>
                    <a:pt x="0" y="331470"/>
                  </a:lnTo>
                  <a:lnTo>
                    <a:pt x="0" y="334009"/>
                  </a:lnTo>
                  <a:lnTo>
                    <a:pt x="6350" y="334009"/>
                  </a:lnTo>
                  <a:lnTo>
                    <a:pt x="6350" y="331470"/>
                  </a:lnTo>
                  <a:close/>
                </a:path>
                <a:path w="6350" h="368300">
                  <a:moveTo>
                    <a:pt x="6350" y="334010"/>
                  </a:moveTo>
                  <a:lnTo>
                    <a:pt x="0" y="334010"/>
                  </a:lnTo>
                  <a:lnTo>
                    <a:pt x="0" y="337819"/>
                  </a:lnTo>
                  <a:lnTo>
                    <a:pt x="6350" y="337819"/>
                  </a:lnTo>
                  <a:lnTo>
                    <a:pt x="6350" y="334010"/>
                  </a:lnTo>
                  <a:close/>
                </a:path>
                <a:path w="6350" h="368300">
                  <a:moveTo>
                    <a:pt x="6350" y="337820"/>
                  </a:moveTo>
                  <a:lnTo>
                    <a:pt x="0" y="337820"/>
                  </a:lnTo>
                  <a:lnTo>
                    <a:pt x="0" y="340359"/>
                  </a:lnTo>
                  <a:lnTo>
                    <a:pt x="6350" y="340359"/>
                  </a:lnTo>
                  <a:lnTo>
                    <a:pt x="6350" y="337820"/>
                  </a:lnTo>
                  <a:close/>
                </a:path>
                <a:path w="6350" h="368300">
                  <a:moveTo>
                    <a:pt x="6350" y="340360"/>
                  </a:moveTo>
                  <a:lnTo>
                    <a:pt x="0" y="340360"/>
                  </a:lnTo>
                  <a:lnTo>
                    <a:pt x="0" y="344169"/>
                  </a:lnTo>
                  <a:lnTo>
                    <a:pt x="6350" y="344169"/>
                  </a:lnTo>
                  <a:lnTo>
                    <a:pt x="6350" y="340360"/>
                  </a:lnTo>
                  <a:close/>
                </a:path>
                <a:path w="6350" h="368300">
                  <a:moveTo>
                    <a:pt x="6350" y="344170"/>
                  </a:moveTo>
                  <a:lnTo>
                    <a:pt x="0" y="344170"/>
                  </a:lnTo>
                  <a:lnTo>
                    <a:pt x="0" y="346709"/>
                  </a:lnTo>
                  <a:lnTo>
                    <a:pt x="6350" y="346709"/>
                  </a:lnTo>
                  <a:lnTo>
                    <a:pt x="6350" y="344170"/>
                  </a:lnTo>
                  <a:close/>
                </a:path>
                <a:path w="6350" h="368300">
                  <a:moveTo>
                    <a:pt x="6350" y="346710"/>
                  </a:moveTo>
                  <a:lnTo>
                    <a:pt x="0" y="346710"/>
                  </a:lnTo>
                  <a:lnTo>
                    <a:pt x="0" y="350519"/>
                  </a:lnTo>
                  <a:lnTo>
                    <a:pt x="6350" y="350519"/>
                  </a:lnTo>
                  <a:lnTo>
                    <a:pt x="6350" y="346710"/>
                  </a:lnTo>
                  <a:close/>
                </a:path>
                <a:path w="6350" h="368300">
                  <a:moveTo>
                    <a:pt x="6350" y="350520"/>
                  </a:moveTo>
                  <a:lnTo>
                    <a:pt x="0" y="350520"/>
                  </a:lnTo>
                  <a:lnTo>
                    <a:pt x="0" y="353059"/>
                  </a:lnTo>
                  <a:lnTo>
                    <a:pt x="6350" y="353059"/>
                  </a:lnTo>
                  <a:lnTo>
                    <a:pt x="6350" y="350520"/>
                  </a:lnTo>
                  <a:close/>
                </a:path>
                <a:path w="6350" h="368300">
                  <a:moveTo>
                    <a:pt x="6350" y="353060"/>
                  </a:moveTo>
                  <a:lnTo>
                    <a:pt x="0" y="353060"/>
                  </a:lnTo>
                  <a:lnTo>
                    <a:pt x="0" y="356869"/>
                  </a:lnTo>
                  <a:lnTo>
                    <a:pt x="6350" y="356869"/>
                  </a:lnTo>
                  <a:lnTo>
                    <a:pt x="6350" y="353060"/>
                  </a:lnTo>
                  <a:close/>
                </a:path>
                <a:path w="6350" h="368300">
                  <a:moveTo>
                    <a:pt x="6350" y="356870"/>
                  </a:moveTo>
                  <a:lnTo>
                    <a:pt x="0" y="356870"/>
                  </a:lnTo>
                  <a:lnTo>
                    <a:pt x="0" y="359409"/>
                  </a:lnTo>
                  <a:lnTo>
                    <a:pt x="6350" y="359409"/>
                  </a:lnTo>
                  <a:lnTo>
                    <a:pt x="6350" y="356870"/>
                  </a:lnTo>
                  <a:close/>
                </a:path>
                <a:path w="6350" h="368300">
                  <a:moveTo>
                    <a:pt x="6350" y="359410"/>
                  </a:moveTo>
                  <a:lnTo>
                    <a:pt x="0" y="359410"/>
                  </a:lnTo>
                  <a:lnTo>
                    <a:pt x="0" y="363219"/>
                  </a:lnTo>
                  <a:lnTo>
                    <a:pt x="6350" y="363219"/>
                  </a:lnTo>
                  <a:lnTo>
                    <a:pt x="6350" y="359410"/>
                  </a:lnTo>
                  <a:close/>
                </a:path>
                <a:path w="6350" h="368300">
                  <a:moveTo>
                    <a:pt x="6350" y="363220"/>
                  </a:moveTo>
                  <a:lnTo>
                    <a:pt x="0" y="363220"/>
                  </a:lnTo>
                  <a:lnTo>
                    <a:pt x="0" y="365759"/>
                  </a:lnTo>
                  <a:lnTo>
                    <a:pt x="6350" y="365759"/>
                  </a:lnTo>
                  <a:lnTo>
                    <a:pt x="6350" y="363220"/>
                  </a:lnTo>
                  <a:close/>
                </a:path>
                <a:path w="6350" h="368300">
                  <a:moveTo>
                    <a:pt x="6350" y="365760"/>
                  </a:moveTo>
                  <a:lnTo>
                    <a:pt x="0" y="365760"/>
                  </a:lnTo>
                  <a:lnTo>
                    <a:pt x="0" y="367030"/>
                  </a:lnTo>
                  <a:lnTo>
                    <a:pt x="3810" y="367030"/>
                  </a:lnTo>
                  <a:lnTo>
                    <a:pt x="3810" y="368300"/>
                  </a:lnTo>
                  <a:lnTo>
                    <a:pt x="6350" y="368300"/>
                  </a:lnTo>
                  <a:lnTo>
                    <a:pt x="6350" y="365760"/>
                  </a:lnTo>
                  <a:close/>
                </a:path>
              </a:pathLst>
            </a:custGeom>
            <a:solidFill>
              <a:srgbClr val="C8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1" name="object 256">
              <a:extLst>
                <a:ext uri="{FF2B5EF4-FFF2-40B4-BE49-F238E27FC236}">
                  <a16:creationId xmlns:a16="http://schemas.microsoft.com/office/drawing/2014/main" id="{0F3BA968-F8FF-4EFE-8626-83C0AA3EE6C7}"/>
                </a:ext>
              </a:extLst>
            </p:cNvPr>
            <p:cNvSpPr/>
            <p:nvPr/>
          </p:nvSpPr>
          <p:spPr>
            <a:xfrm>
              <a:off x="4513580" y="4211955"/>
              <a:ext cx="7620" cy="365760"/>
            </a:xfrm>
            <a:custGeom>
              <a:avLst/>
              <a:gdLst/>
              <a:ahLst/>
              <a:cxnLst/>
              <a:rect l="l" t="t" r="r" b="b"/>
              <a:pathLst>
                <a:path w="7620" h="365760">
                  <a:moveTo>
                    <a:pt x="7619" y="0"/>
                  </a:moveTo>
                  <a:lnTo>
                    <a:pt x="5079" y="0"/>
                  </a:lnTo>
                  <a:lnTo>
                    <a:pt x="5079" y="1269"/>
                  </a:lnTo>
                  <a:lnTo>
                    <a:pt x="7619" y="1269"/>
                  </a:lnTo>
                  <a:lnTo>
                    <a:pt x="7619" y="0"/>
                  </a:lnTo>
                  <a:close/>
                </a:path>
                <a:path w="7620" h="365760">
                  <a:moveTo>
                    <a:pt x="7619" y="1269"/>
                  </a:moveTo>
                  <a:lnTo>
                    <a:pt x="1269" y="1269"/>
                  </a:lnTo>
                  <a:lnTo>
                    <a:pt x="1269" y="2539"/>
                  </a:lnTo>
                  <a:lnTo>
                    <a:pt x="0" y="2539"/>
                  </a:lnTo>
                  <a:lnTo>
                    <a:pt x="0" y="7619"/>
                  </a:lnTo>
                  <a:lnTo>
                    <a:pt x="7619" y="7619"/>
                  </a:lnTo>
                  <a:lnTo>
                    <a:pt x="7619" y="1269"/>
                  </a:lnTo>
                  <a:close/>
                </a:path>
                <a:path w="7620" h="365760">
                  <a:moveTo>
                    <a:pt x="7619" y="7619"/>
                  </a:moveTo>
                  <a:lnTo>
                    <a:pt x="0" y="7619"/>
                  </a:lnTo>
                  <a:lnTo>
                    <a:pt x="0" y="13969"/>
                  </a:lnTo>
                  <a:lnTo>
                    <a:pt x="7619" y="13969"/>
                  </a:lnTo>
                  <a:lnTo>
                    <a:pt x="7619" y="7619"/>
                  </a:lnTo>
                  <a:close/>
                </a:path>
                <a:path w="7620" h="365760">
                  <a:moveTo>
                    <a:pt x="7619" y="13969"/>
                  </a:moveTo>
                  <a:lnTo>
                    <a:pt x="0" y="13969"/>
                  </a:lnTo>
                  <a:lnTo>
                    <a:pt x="0" y="20319"/>
                  </a:lnTo>
                  <a:lnTo>
                    <a:pt x="7619" y="20319"/>
                  </a:lnTo>
                  <a:lnTo>
                    <a:pt x="7619" y="13969"/>
                  </a:lnTo>
                  <a:close/>
                </a:path>
                <a:path w="7620" h="365760">
                  <a:moveTo>
                    <a:pt x="7619" y="20319"/>
                  </a:moveTo>
                  <a:lnTo>
                    <a:pt x="0" y="20319"/>
                  </a:lnTo>
                  <a:lnTo>
                    <a:pt x="0" y="26669"/>
                  </a:lnTo>
                  <a:lnTo>
                    <a:pt x="7619" y="26669"/>
                  </a:lnTo>
                  <a:lnTo>
                    <a:pt x="7619" y="20319"/>
                  </a:lnTo>
                  <a:close/>
                </a:path>
                <a:path w="7620" h="365760">
                  <a:moveTo>
                    <a:pt x="7619" y="26669"/>
                  </a:moveTo>
                  <a:lnTo>
                    <a:pt x="0" y="26669"/>
                  </a:lnTo>
                  <a:lnTo>
                    <a:pt x="0" y="33019"/>
                  </a:lnTo>
                  <a:lnTo>
                    <a:pt x="7619" y="33019"/>
                  </a:lnTo>
                  <a:lnTo>
                    <a:pt x="7619" y="26669"/>
                  </a:lnTo>
                  <a:close/>
                </a:path>
                <a:path w="7620" h="365760">
                  <a:moveTo>
                    <a:pt x="7619" y="33019"/>
                  </a:moveTo>
                  <a:lnTo>
                    <a:pt x="0" y="33019"/>
                  </a:lnTo>
                  <a:lnTo>
                    <a:pt x="0" y="39369"/>
                  </a:lnTo>
                  <a:lnTo>
                    <a:pt x="7619" y="39369"/>
                  </a:lnTo>
                  <a:lnTo>
                    <a:pt x="7619" y="33019"/>
                  </a:lnTo>
                  <a:close/>
                </a:path>
                <a:path w="7620" h="365760">
                  <a:moveTo>
                    <a:pt x="7619" y="39369"/>
                  </a:moveTo>
                  <a:lnTo>
                    <a:pt x="0" y="39369"/>
                  </a:lnTo>
                  <a:lnTo>
                    <a:pt x="0" y="45719"/>
                  </a:lnTo>
                  <a:lnTo>
                    <a:pt x="7619" y="45719"/>
                  </a:lnTo>
                  <a:lnTo>
                    <a:pt x="7619" y="39369"/>
                  </a:lnTo>
                  <a:close/>
                </a:path>
                <a:path w="7620" h="365760">
                  <a:moveTo>
                    <a:pt x="7619" y="45719"/>
                  </a:moveTo>
                  <a:lnTo>
                    <a:pt x="0" y="45719"/>
                  </a:lnTo>
                  <a:lnTo>
                    <a:pt x="0" y="52069"/>
                  </a:lnTo>
                  <a:lnTo>
                    <a:pt x="7619" y="52069"/>
                  </a:lnTo>
                  <a:lnTo>
                    <a:pt x="7619" y="45719"/>
                  </a:lnTo>
                  <a:close/>
                </a:path>
                <a:path w="7620" h="365760">
                  <a:moveTo>
                    <a:pt x="7619" y="52069"/>
                  </a:moveTo>
                  <a:lnTo>
                    <a:pt x="0" y="52069"/>
                  </a:lnTo>
                  <a:lnTo>
                    <a:pt x="0" y="58419"/>
                  </a:lnTo>
                  <a:lnTo>
                    <a:pt x="7619" y="58419"/>
                  </a:lnTo>
                  <a:lnTo>
                    <a:pt x="7619" y="52069"/>
                  </a:lnTo>
                  <a:close/>
                </a:path>
                <a:path w="7620" h="365760">
                  <a:moveTo>
                    <a:pt x="7619" y="58419"/>
                  </a:moveTo>
                  <a:lnTo>
                    <a:pt x="0" y="58419"/>
                  </a:lnTo>
                  <a:lnTo>
                    <a:pt x="0" y="64769"/>
                  </a:lnTo>
                  <a:lnTo>
                    <a:pt x="7619" y="64769"/>
                  </a:lnTo>
                  <a:lnTo>
                    <a:pt x="7619" y="58419"/>
                  </a:lnTo>
                  <a:close/>
                </a:path>
                <a:path w="7620" h="365760">
                  <a:moveTo>
                    <a:pt x="7619" y="64769"/>
                  </a:moveTo>
                  <a:lnTo>
                    <a:pt x="0" y="64769"/>
                  </a:lnTo>
                  <a:lnTo>
                    <a:pt x="0" y="71119"/>
                  </a:lnTo>
                  <a:lnTo>
                    <a:pt x="7619" y="71119"/>
                  </a:lnTo>
                  <a:lnTo>
                    <a:pt x="7619" y="64769"/>
                  </a:lnTo>
                  <a:close/>
                </a:path>
                <a:path w="7620" h="365760">
                  <a:moveTo>
                    <a:pt x="7619" y="71119"/>
                  </a:moveTo>
                  <a:lnTo>
                    <a:pt x="0" y="71119"/>
                  </a:lnTo>
                  <a:lnTo>
                    <a:pt x="0" y="77469"/>
                  </a:lnTo>
                  <a:lnTo>
                    <a:pt x="7619" y="77469"/>
                  </a:lnTo>
                  <a:lnTo>
                    <a:pt x="7619" y="71119"/>
                  </a:lnTo>
                  <a:close/>
                </a:path>
                <a:path w="7620" h="365760">
                  <a:moveTo>
                    <a:pt x="7619" y="77469"/>
                  </a:moveTo>
                  <a:lnTo>
                    <a:pt x="0" y="77469"/>
                  </a:lnTo>
                  <a:lnTo>
                    <a:pt x="0" y="83819"/>
                  </a:lnTo>
                  <a:lnTo>
                    <a:pt x="7619" y="83819"/>
                  </a:lnTo>
                  <a:lnTo>
                    <a:pt x="7619" y="77469"/>
                  </a:lnTo>
                  <a:close/>
                </a:path>
                <a:path w="7620" h="365760">
                  <a:moveTo>
                    <a:pt x="7619" y="83819"/>
                  </a:moveTo>
                  <a:lnTo>
                    <a:pt x="0" y="83819"/>
                  </a:lnTo>
                  <a:lnTo>
                    <a:pt x="0" y="88899"/>
                  </a:lnTo>
                  <a:lnTo>
                    <a:pt x="7619" y="88899"/>
                  </a:lnTo>
                  <a:lnTo>
                    <a:pt x="7619" y="83819"/>
                  </a:lnTo>
                  <a:close/>
                </a:path>
                <a:path w="7620" h="365760">
                  <a:moveTo>
                    <a:pt x="7619" y="88900"/>
                  </a:moveTo>
                  <a:lnTo>
                    <a:pt x="0" y="88900"/>
                  </a:lnTo>
                  <a:lnTo>
                    <a:pt x="0" y="96519"/>
                  </a:lnTo>
                  <a:lnTo>
                    <a:pt x="7619" y="96519"/>
                  </a:lnTo>
                  <a:lnTo>
                    <a:pt x="7619" y="88900"/>
                  </a:lnTo>
                  <a:close/>
                </a:path>
                <a:path w="7620" h="365760">
                  <a:moveTo>
                    <a:pt x="7619" y="96519"/>
                  </a:moveTo>
                  <a:lnTo>
                    <a:pt x="0" y="96519"/>
                  </a:lnTo>
                  <a:lnTo>
                    <a:pt x="0" y="101599"/>
                  </a:lnTo>
                  <a:lnTo>
                    <a:pt x="7619" y="101599"/>
                  </a:lnTo>
                  <a:lnTo>
                    <a:pt x="7619" y="96519"/>
                  </a:lnTo>
                  <a:close/>
                </a:path>
                <a:path w="7620" h="365760">
                  <a:moveTo>
                    <a:pt x="7619" y="101600"/>
                  </a:moveTo>
                  <a:lnTo>
                    <a:pt x="0" y="101600"/>
                  </a:lnTo>
                  <a:lnTo>
                    <a:pt x="0" y="115569"/>
                  </a:lnTo>
                  <a:lnTo>
                    <a:pt x="7619" y="115569"/>
                  </a:lnTo>
                  <a:lnTo>
                    <a:pt x="7619" y="101600"/>
                  </a:lnTo>
                  <a:close/>
                </a:path>
                <a:path w="7620" h="365760">
                  <a:moveTo>
                    <a:pt x="7619" y="115569"/>
                  </a:moveTo>
                  <a:lnTo>
                    <a:pt x="0" y="115569"/>
                  </a:lnTo>
                  <a:lnTo>
                    <a:pt x="0" y="121919"/>
                  </a:lnTo>
                  <a:lnTo>
                    <a:pt x="7619" y="121919"/>
                  </a:lnTo>
                  <a:lnTo>
                    <a:pt x="7619" y="115569"/>
                  </a:lnTo>
                  <a:close/>
                </a:path>
                <a:path w="7620" h="365760">
                  <a:moveTo>
                    <a:pt x="7619" y="121919"/>
                  </a:moveTo>
                  <a:lnTo>
                    <a:pt x="0" y="121919"/>
                  </a:lnTo>
                  <a:lnTo>
                    <a:pt x="0" y="128269"/>
                  </a:lnTo>
                  <a:lnTo>
                    <a:pt x="7619" y="128269"/>
                  </a:lnTo>
                  <a:lnTo>
                    <a:pt x="7619" y="121919"/>
                  </a:lnTo>
                  <a:close/>
                </a:path>
                <a:path w="7620" h="365760">
                  <a:moveTo>
                    <a:pt x="7619" y="128269"/>
                  </a:moveTo>
                  <a:lnTo>
                    <a:pt x="0" y="128269"/>
                  </a:lnTo>
                  <a:lnTo>
                    <a:pt x="0" y="133349"/>
                  </a:lnTo>
                  <a:lnTo>
                    <a:pt x="7619" y="133349"/>
                  </a:lnTo>
                  <a:lnTo>
                    <a:pt x="7619" y="128269"/>
                  </a:lnTo>
                  <a:close/>
                </a:path>
                <a:path w="7620" h="365760">
                  <a:moveTo>
                    <a:pt x="7619" y="133350"/>
                  </a:moveTo>
                  <a:lnTo>
                    <a:pt x="0" y="133350"/>
                  </a:lnTo>
                  <a:lnTo>
                    <a:pt x="0" y="160019"/>
                  </a:lnTo>
                  <a:lnTo>
                    <a:pt x="7619" y="160019"/>
                  </a:lnTo>
                  <a:lnTo>
                    <a:pt x="7619" y="133350"/>
                  </a:lnTo>
                  <a:close/>
                </a:path>
                <a:path w="7620" h="365760">
                  <a:moveTo>
                    <a:pt x="7619" y="160019"/>
                  </a:moveTo>
                  <a:lnTo>
                    <a:pt x="0" y="160019"/>
                  </a:lnTo>
                  <a:lnTo>
                    <a:pt x="0" y="217169"/>
                  </a:lnTo>
                  <a:lnTo>
                    <a:pt x="7619" y="217169"/>
                  </a:lnTo>
                  <a:lnTo>
                    <a:pt x="7619" y="160019"/>
                  </a:lnTo>
                  <a:close/>
                </a:path>
                <a:path w="7620" h="365760">
                  <a:moveTo>
                    <a:pt x="7619" y="217169"/>
                  </a:moveTo>
                  <a:lnTo>
                    <a:pt x="0" y="217169"/>
                  </a:lnTo>
                  <a:lnTo>
                    <a:pt x="0" y="223519"/>
                  </a:lnTo>
                  <a:lnTo>
                    <a:pt x="7619" y="223519"/>
                  </a:lnTo>
                  <a:lnTo>
                    <a:pt x="7619" y="217169"/>
                  </a:lnTo>
                  <a:close/>
                </a:path>
                <a:path w="7620" h="365760">
                  <a:moveTo>
                    <a:pt x="7619" y="223519"/>
                  </a:moveTo>
                  <a:lnTo>
                    <a:pt x="0" y="223519"/>
                  </a:lnTo>
                  <a:lnTo>
                    <a:pt x="0" y="228599"/>
                  </a:lnTo>
                  <a:lnTo>
                    <a:pt x="7619" y="228599"/>
                  </a:lnTo>
                  <a:lnTo>
                    <a:pt x="7619" y="223519"/>
                  </a:lnTo>
                  <a:close/>
                </a:path>
                <a:path w="7620" h="365760">
                  <a:moveTo>
                    <a:pt x="7619" y="228600"/>
                  </a:moveTo>
                  <a:lnTo>
                    <a:pt x="0" y="228600"/>
                  </a:lnTo>
                  <a:lnTo>
                    <a:pt x="0" y="236219"/>
                  </a:lnTo>
                  <a:lnTo>
                    <a:pt x="7619" y="236219"/>
                  </a:lnTo>
                  <a:lnTo>
                    <a:pt x="7619" y="228600"/>
                  </a:lnTo>
                  <a:close/>
                </a:path>
                <a:path w="7620" h="365760">
                  <a:moveTo>
                    <a:pt x="7619" y="236219"/>
                  </a:moveTo>
                  <a:lnTo>
                    <a:pt x="0" y="236219"/>
                  </a:lnTo>
                  <a:lnTo>
                    <a:pt x="0" y="242569"/>
                  </a:lnTo>
                  <a:lnTo>
                    <a:pt x="7619" y="242569"/>
                  </a:lnTo>
                  <a:lnTo>
                    <a:pt x="7619" y="236219"/>
                  </a:lnTo>
                  <a:close/>
                </a:path>
                <a:path w="7620" h="365760">
                  <a:moveTo>
                    <a:pt x="7619" y="242569"/>
                  </a:moveTo>
                  <a:lnTo>
                    <a:pt x="0" y="242569"/>
                  </a:lnTo>
                  <a:lnTo>
                    <a:pt x="0" y="248919"/>
                  </a:lnTo>
                  <a:lnTo>
                    <a:pt x="7619" y="248919"/>
                  </a:lnTo>
                  <a:lnTo>
                    <a:pt x="7619" y="242569"/>
                  </a:lnTo>
                  <a:close/>
                </a:path>
                <a:path w="7620" h="365760">
                  <a:moveTo>
                    <a:pt x="7619" y="248919"/>
                  </a:moveTo>
                  <a:lnTo>
                    <a:pt x="0" y="248919"/>
                  </a:lnTo>
                  <a:lnTo>
                    <a:pt x="0" y="261619"/>
                  </a:lnTo>
                  <a:lnTo>
                    <a:pt x="7619" y="261619"/>
                  </a:lnTo>
                  <a:lnTo>
                    <a:pt x="7619" y="248919"/>
                  </a:lnTo>
                  <a:close/>
                </a:path>
                <a:path w="7620" h="365760">
                  <a:moveTo>
                    <a:pt x="7619" y="261619"/>
                  </a:moveTo>
                  <a:lnTo>
                    <a:pt x="0" y="261619"/>
                  </a:lnTo>
                  <a:lnTo>
                    <a:pt x="0" y="267969"/>
                  </a:lnTo>
                  <a:lnTo>
                    <a:pt x="7619" y="267969"/>
                  </a:lnTo>
                  <a:lnTo>
                    <a:pt x="7619" y="261619"/>
                  </a:lnTo>
                  <a:close/>
                </a:path>
                <a:path w="7620" h="365760">
                  <a:moveTo>
                    <a:pt x="7619" y="267969"/>
                  </a:moveTo>
                  <a:lnTo>
                    <a:pt x="0" y="267969"/>
                  </a:lnTo>
                  <a:lnTo>
                    <a:pt x="0" y="273049"/>
                  </a:lnTo>
                  <a:lnTo>
                    <a:pt x="7619" y="273049"/>
                  </a:lnTo>
                  <a:lnTo>
                    <a:pt x="7619" y="267969"/>
                  </a:lnTo>
                  <a:close/>
                </a:path>
                <a:path w="7620" h="365760">
                  <a:moveTo>
                    <a:pt x="7619" y="273049"/>
                  </a:moveTo>
                  <a:lnTo>
                    <a:pt x="0" y="273049"/>
                  </a:lnTo>
                  <a:lnTo>
                    <a:pt x="0" y="275589"/>
                  </a:lnTo>
                  <a:lnTo>
                    <a:pt x="7619" y="275589"/>
                  </a:lnTo>
                  <a:lnTo>
                    <a:pt x="7619" y="273049"/>
                  </a:lnTo>
                  <a:close/>
                </a:path>
                <a:path w="7620" h="365760">
                  <a:moveTo>
                    <a:pt x="7619" y="275589"/>
                  </a:moveTo>
                  <a:lnTo>
                    <a:pt x="0" y="275589"/>
                  </a:lnTo>
                  <a:lnTo>
                    <a:pt x="0" y="281939"/>
                  </a:lnTo>
                  <a:lnTo>
                    <a:pt x="7619" y="281939"/>
                  </a:lnTo>
                  <a:lnTo>
                    <a:pt x="7619" y="275589"/>
                  </a:lnTo>
                  <a:close/>
                </a:path>
                <a:path w="7620" h="365760">
                  <a:moveTo>
                    <a:pt x="7619" y="281939"/>
                  </a:moveTo>
                  <a:lnTo>
                    <a:pt x="0" y="281939"/>
                  </a:lnTo>
                  <a:lnTo>
                    <a:pt x="0" y="285749"/>
                  </a:lnTo>
                  <a:lnTo>
                    <a:pt x="7619" y="285749"/>
                  </a:lnTo>
                  <a:lnTo>
                    <a:pt x="7619" y="281939"/>
                  </a:lnTo>
                  <a:close/>
                </a:path>
                <a:path w="7620" h="365760">
                  <a:moveTo>
                    <a:pt x="7619" y="285749"/>
                  </a:moveTo>
                  <a:lnTo>
                    <a:pt x="0" y="285749"/>
                  </a:lnTo>
                  <a:lnTo>
                    <a:pt x="0" y="292099"/>
                  </a:lnTo>
                  <a:lnTo>
                    <a:pt x="7619" y="292099"/>
                  </a:lnTo>
                  <a:lnTo>
                    <a:pt x="7619" y="285749"/>
                  </a:lnTo>
                  <a:close/>
                </a:path>
                <a:path w="7620" h="365760">
                  <a:moveTo>
                    <a:pt x="7619" y="292099"/>
                  </a:moveTo>
                  <a:lnTo>
                    <a:pt x="0" y="292099"/>
                  </a:lnTo>
                  <a:lnTo>
                    <a:pt x="0" y="294639"/>
                  </a:lnTo>
                  <a:lnTo>
                    <a:pt x="7619" y="294639"/>
                  </a:lnTo>
                  <a:lnTo>
                    <a:pt x="7619" y="292099"/>
                  </a:lnTo>
                  <a:close/>
                </a:path>
                <a:path w="7620" h="365760">
                  <a:moveTo>
                    <a:pt x="7619" y="294639"/>
                  </a:moveTo>
                  <a:lnTo>
                    <a:pt x="0" y="294639"/>
                  </a:lnTo>
                  <a:lnTo>
                    <a:pt x="0" y="298449"/>
                  </a:lnTo>
                  <a:lnTo>
                    <a:pt x="7619" y="298449"/>
                  </a:lnTo>
                  <a:lnTo>
                    <a:pt x="7619" y="294639"/>
                  </a:lnTo>
                  <a:close/>
                </a:path>
                <a:path w="7620" h="365760">
                  <a:moveTo>
                    <a:pt x="7619" y="298449"/>
                  </a:moveTo>
                  <a:lnTo>
                    <a:pt x="0" y="298449"/>
                  </a:lnTo>
                  <a:lnTo>
                    <a:pt x="0" y="300989"/>
                  </a:lnTo>
                  <a:lnTo>
                    <a:pt x="7619" y="300989"/>
                  </a:lnTo>
                  <a:lnTo>
                    <a:pt x="7619" y="298449"/>
                  </a:lnTo>
                  <a:close/>
                </a:path>
                <a:path w="7620" h="365760">
                  <a:moveTo>
                    <a:pt x="7619" y="300989"/>
                  </a:moveTo>
                  <a:lnTo>
                    <a:pt x="0" y="300989"/>
                  </a:lnTo>
                  <a:lnTo>
                    <a:pt x="0" y="304799"/>
                  </a:lnTo>
                  <a:lnTo>
                    <a:pt x="7619" y="304799"/>
                  </a:lnTo>
                  <a:lnTo>
                    <a:pt x="7619" y="300989"/>
                  </a:lnTo>
                  <a:close/>
                </a:path>
                <a:path w="7620" h="365760">
                  <a:moveTo>
                    <a:pt x="7619" y="304799"/>
                  </a:moveTo>
                  <a:lnTo>
                    <a:pt x="0" y="304799"/>
                  </a:lnTo>
                  <a:lnTo>
                    <a:pt x="0" y="307339"/>
                  </a:lnTo>
                  <a:lnTo>
                    <a:pt x="7619" y="307339"/>
                  </a:lnTo>
                  <a:lnTo>
                    <a:pt x="7619" y="304799"/>
                  </a:lnTo>
                  <a:close/>
                </a:path>
                <a:path w="7620" h="365760">
                  <a:moveTo>
                    <a:pt x="7619" y="307339"/>
                  </a:moveTo>
                  <a:lnTo>
                    <a:pt x="0" y="307339"/>
                  </a:lnTo>
                  <a:lnTo>
                    <a:pt x="0" y="313689"/>
                  </a:lnTo>
                  <a:lnTo>
                    <a:pt x="7619" y="313689"/>
                  </a:lnTo>
                  <a:lnTo>
                    <a:pt x="7619" y="307339"/>
                  </a:lnTo>
                  <a:close/>
                </a:path>
                <a:path w="7620" h="365760">
                  <a:moveTo>
                    <a:pt x="7619" y="313689"/>
                  </a:moveTo>
                  <a:lnTo>
                    <a:pt x="0" y="313689"/>
                  </a:lnTo>
                  <a:lnTo>
                    <a:pt x="0" y="317499"/>
                  </a:lnTo>
                  <a:lnTo>
                    <a:pt x="7619" y="317499"/>
                  </a:lnTo>
                  <a:lnTo>
                    <a:pt x="7619" y="313689"/>
                  </a:lnTo>
                  <a:close/>
                </a:path>
                <a:path w="7620" h="365760">
                  <a:moveTo>
                    <a:pt x="7619" y="317499"/>
                  </a:moveTo>
                  <a:lnTo>
                    <a:pt x="0" y="317499"/>
                  </a:lnTo>
                  <a:lnTo>
                    <a:pt x="0" y="320039"/>
                  </a:lnTo>
                  <a:lnTo>
                    <a:pt x="7619" y="320039"/>
                  </a:lnTo>
                  <a:lnTo>
                    <a:pt x="7619" y="317499"/>
                  </a:lnTo>
                  <a:close/>
                </a:path>
                <a:path w="7620" h="365760">
                  <a:moveTo>
                    <a:pt x="7619" y="320039"/>
                  </a:moveTo>
                  <a:lnTo>
                    <a:pt x="0" y="320039"/>
                  </a:lnTo>
                  <a:lnTo>
                    <a:pt x="0" y="323849"/>
                  </a:lnTo>
                  <a:lnTo>
                    <a:pt x="7619" y="323849"/>
                  </a:lnTo>
                  <a:lnTo>
                    <a:pt x="7619" y="320039"/>
                  </a:lnTo>
                  <a:close/>
                </a:path>
                <a:path w="7620" h="365760">
                  <a:moveTo>
                    <a:pt x="7619" y="323849"/>
                  </a:moveTo>
                  <a:lnTo>
                    <a:pt x="0" y="323849"/>
                  </a:lnTo>
                  <a:lnTo>
                    <a:pt x="0" y="326389"/>
                  </a:lnTo>
                  <a:lnTo>
                    <a:pt x="7619" y="326389"/>
                  </a:lnTo>
                  <a:lnTo>
                    <a:pt x="7619" y="323849"/>
                  </a:lnTo>
                  <a:close/>
                </a:path>
                <a:path w="7620" h="365760">
                  <a:moveTo>
                    <a:pt x="7619" y="326389"/>
                  </a:moveTo>
                  <a:lnTo>
                    <a:pt x="0" y="326389"/>
                  </a:lnTo>
                  <a:lnTo>
                    <a:pt x="0" y="330199"/>
                  </a:lnTo>
                  <a:lnTo>
                    <a:pt x="7619" y="330199"/>
                  </a:lnTo>
                  <a:lnTo>
                    <a:pt x="7619" y="326389"/>
                  </a:lnTo>
                  <a:close/>
                </a:path>
                <a:path w="7620" h="365760">
                  <a:moveTo>
                    <a:pt x="7619" y="330199"/>
                  </a:moveTo>
                  <a:lnTo>
                    <a:pt x="0" y="330199"/>
                  </a:lnTo>
                  <a:lnTo>
                    <a:pt x="0" y="332739"/>
                  </a:lnTo>
                  <a:lnTo>
                    <a:pt x="7619" y="332739"/>
                  </a:lnTo>
                  <a:lnTo>
                    <a:pt x="7619" y="330199"/>
                  </a:lnTo>
                  <a:close/>
                </a:path>
                <a:path w="7620" h="365760">
                  <a:moveTo>
                    <a:pt x="7619" y="332739"/>
                  </a:moveTo>
                  <a:lnTo>
                    <a:pt x="0" y="332739"/>
                  </a:lnTo>
                  <a:lnTo>
                    <a:pt x="0" y="336549"/>
                  </a:lnTo>
                  <a:lnTo>
                    <a:pt x="7619" y="336549"/>
                  </a:lnTo>
                  <a:lnTo>
                    <a:pt x="7619" y="332739"/>
                  </a:lnTo>
                  <a:close/>
                </a:path>
                <a:path w="7620" h="365760">
                  <a:moveTo>
                    <a:pt x="7619" y="336549"/>
                  </a:moveTo>
                  <a:lnTo>
                    <a:pt x="0" y="336549"/>
                  </a:lnTo>
                  <a:lnTo>
                    <a:pt x="0" y="339089"/>
                  </a:lnTo>
                  <a:lnTo>
                    <a:pt x="7619" y="339089"/>
                  </a:lnTo>
                  <a:lnTo>
                    <a:pt x="7619" y="336549"/>
                  </a:lnTo>
                  <a:close/>
                </a:path>
                <a:path w="7620" h="365760">
                  <a:moveTo>
                    <a:pt x="7619" y="339089"/>
                  </a:moveTo>
                  <a:lnTo>
                    <a:pt x="0" y="339089"/>
                  </a:lnTo>
                  <a:lnTo>
                    <a:pt x="0" y="342899"/>
                  </a:lnTo>
                  <a:lnTo>
                    <a:pt x="7619" y="342899"/>
                  </a:lnTo>
                  <a:lnTo>
                    <a:pt x="7619" y="339089"/>
                  </a:lnTo>
                  <a:close/>
                </a:path>
                <a:path w="7620" h="365760">
                  <a:moveTo>
                    <a:pt x="7619" y="342899"/>
                  </a:moveTo>
                  <a:lnTo>
                    <a:pt x="0" y="342899"/>
                  </a:lnTo>
                  <a:lnTo>
                    <a:pt x="0" y="345439"/>
                  </a:lnTo>
                  <a:lnTo>
                    <a:pt x="7619" y="345439"/>
                  </a:lnTo>
                  <a:lnTo>
                    <a:pt x="7619" y="342899"/>
                  </a:lnTo>
                  <a:close/>
                </a:path>
                <a:path w="7620" h="365760">
                  <a:moveTo>
                    <a:pt x="7619" y="345439"/>
                  </a:moveTo>
                  <a:lnTo>
                    <a:pt x="0" y="345439"/>
                  </a:lnTo>
                  <a:lnTo>
                    <a:pt x="0" y="349249"/>
                  </a:lnTo>
                  <a:lnTo>
                    <a:pt x="7619" y="349249"/>
                  </a:lnTo>
                  <a:lnTo>
                    <a:pt x="7619" y="345439"/>
                  </a:lnTo>
                  <a:close/>
                </a:path>
                <a:path w="7620" h="365760">
                  <a:moveTo>
                    <a:pt x="7619" y="349249"/>
                  </a:moveTo>
                  <a:lnTo>
                    <a:pt x="0" y="349249"/>
                  </a:lnTo>
                  <a:lnTo>
                    <a:pt x="0" y="351789"/>
                  </a:lnTo>
                  <a:lnTo>
                    <a:pt x="7619" y="351789"/>
                  </a:lnTo>
                  <a:lnTo>
                    <a:pt x="7619" y="349249"/>
                  </a:lnTo>
                  <a:close/>
                </a:path>
                <a:path w="7620" h="365760">
                  <a:moveTo>
                    <a:pt x="7619" y="351789"/>
                  </a:moveTo>
                  <a:lnTo>
                    <a:pt x="0" y="351789"/>
                  </a:lnTo>
                  <a:lnTo>
                    <a:pt x="0" y="355599"/>
                  </a:lnTo>
                  <a:lnTo>
                    <a:pt x="7619" y="355599"/>
                  </a:lnTo>
                  <a:lnTo>
                    <a:pt x="7619" y="351789"/>
                  </a:lnTo>
                  <a:close/>
                </a:path>
                <a:path w="7620" h="365760">
                  <a:moveTo>
                    <a:pt x="7619" y="355599"/>
                  </a:moveTo>
                  <a:lnTo>
                    <a:pt x="0" y="355599"/>
                  </a:lnTo>
                  <a:lnTo>
                    <a:pt x="0" y="358139"/>
                  </a:lnTo>
                  <a:lnTo>
                    <a:pt x="7619" y="358139"/>
                  </a:lnTo>
                  <a:lnTo>
                    <a:pt x="7619" y="355599"/>
                  </a:lnTo>
                  <a:close/>
                </a:path>
                <a:path w="7620" h="365760">
                  <a:moveTo>
                    <a:pt x="7619" y="358139"/>
                  </a:moveTo>
                  <a:lnTo>
                    <a:pt x="0" y="358139"/>
                  </a:lnTo>
                  <a:lnTo>
                    <a:pt x="0" y="361949"/>
                  </a:lnTo>
                  <a:lnTo>
                    <a:pt x="7619" y="361949"/>
                  </a:lnTo>
                  <a:lnTo>
                    <a:pt x="7619" y="358139"/>
                  </a:lnTo>
                  <a:close/>
                </a:path>
                <a:path w="7620" h="365760">
                  <a:moveTo>
                    <a:pt x="7619" y="361949"/>
                  </a:moveTo>
                  <a:lnTo>
                    <a:pt x="0" y="361949"/>
                  </a:lnTo>
                  <a:lnTo>
                    <a:pt x="0" y="363220"/>
                  </a:lnTo>
                  <a:lnTo>
                    <a:pt x="2539" y="363220"/>
                  </a:lnTo>
                  <a:lnTo>
                    <a:pt x="2539" y="364489"/>
                  </a:lnTo>
                  <a:lnTo>
                    <a:pt x="7619" y="364489"/>
                  </a:lnTo>
                  <a:lnTo>
                    <a:pt x="7619" y="361949"/>
                  </a:lnTo>
                  <a:close/>
                </a:path>
                <a:path w="7620" h="365760">
                  <a:moveTo>
                    <a:pt x="7619" y="364489"/>
                  </a:moveTo>
                  <a:lnTo>
                    <a:pt x="5079" y="364489"/>
                  </a:lnTo>
                  <a:lnTo>
                    <a:pt x="5079" y="365759"/>
                  </a:lnTo>
                  <a:lnTo>
                    <a:pt x="7619" y="365759"/>
                  </a:lnTo>
                  <a:lnTo>
                    <a:pt x="7619" y="364489"/>
                  </a:lnTo>
                  <a:close/>
                </a:path>
              </a:pathLst>
            </a:custGeom>
            <a:solidFill>
              <a:srgbClr val="CA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2" name="object 257">
              <a:extLst>
                <a:ext uri="{FF2B5EF4-FFF2-40B4-BE49-F238E27FC236}">
                  <a16:creationId xmlns:a16="http://schemas.microsoft.com/office/drawing/2014/main" id="{0F0DCD77-A099-42EB-9EAF-B1A9CBE1208B}"/>
                </a:ext>
              </a:extLst>
            </p:cNvPr>
            <p:cNvSpPr/>
            <p:nvPr/>
          </p:nvSpPr>
          <p:spPr>
            <a:xfrm>
              <a:off x="4505960" y="4214494"/>
              <a:ext cx="7620" cy="360680"/>
            </a:xfrm>
            <a:custGeom>
              <a:avLst/>
              <a:gdLst/>
              <a:ahLst/>
              <a:cxnLst/>
              <a:rect l="l" t="t" r="r" b="b"/>
              <a:pathLst>
                <a:path w="7620" h="360679">
                  <a:moveTo>
                    <a:pt x="7620" y="0"/>
                  </a:moveTo>
                  <a:lnTo>
                    <a:pt x="6350" y="0"/>
                  </a:lnTo>
                  <a:lnTo>
                    <a:pt x="6350" y="1269"/>
                  </a:lnTo>
                  <a:lnTo>
                    <a:pt x="2539" y="1269"/>
                  </a:lnTo>
                  <a:lnTo>
                    <a:pt x="2539" y="2539"/>
                  </a:lnTo>
                  <a:lnTo>
                    <a:pt x="0" y="2539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  <a:path w="7620" h="360679">
                  <a:moveTo>
                    <a:pt x="762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7620" y="11429"/>
                  </a:lnTo>
                  <a:lnTo>
                    <a:pt x="7620" y="5080"/>
                  </a:lnTo>
                  <a:close/>
                </a:path>
                <a:path w="7620" h="360679">
                  <a:moveTo>
                    <a:pt x="762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7620" y="17779"/>
                  </a:lnTo>
                  <a:lnTo>
                    <a:pt x="7620" y="11430"/>
                  </a:lnTo>
                  <a:close/>
                </a:path>
                <a:path w="7620" h="360679">
                  <a:moveTo>
                    <a:pt x="762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7620" y="24129"/>
                  </a:lnTo>
                  <a:lnTo>
                    <a:pt x="7620" y="17780"/>
                  </a:lnTo>
                  <a:close/>
                </a:path>
                <a:path w="7620" h="360679">
                  <a:moveTo>
                    <a:pt x="762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7620" y="30479"/>
                  </a:lnTo>
                  <a:lnTo>
                    <a:pt x="7620" y="24130"/>
                  </a:lnTo>
                  <a:close/>
                </a:path>
                <a:path w="7620" h="360679">
                  <a:moveTo>
                    <a:pt x="7620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7620" y="36829"/>
                  </a:lnTo>
                  <a:lnTo>
                    <a:pt x="7620" y="30480"/>
                  </a:lnTo>
                  <a:close/>
                </a:path>
                <a:path w="7620" h="360679">
                  <a:moveTo>
                    <a:pt x="7620" y="36830"/>
                  </a:moveTo>
                  <a:lnTo>
                    <a:pt x="0" y="36830"/>
                  </a:lnTo>
                  <a:lnTo>
                    <a:pt x="0" y="43179"/>
                  </a:lnTo>
                  <a:lnTo>
                    <a:pt x="7620" y="43179"/>
                  </a:lnTo>
                  <a:lnTo>
                    <a:pt x="7620" y="36830"/>
                  </a:lnTo>
                  <a:close/>
                </a:path>
                <a:path w="7620" h="360679">
                  <a:moveTo>
                    <a:pt x="7620" y="43180"/>
                  </a:moveTo>
                  <a:lnTo>
                    <a:pt x="0" y="43180"/>
                  </a:lnTo>
                  <a:lnTo>
                    <a:pt x="0" y="49529"/>
                  </a:lnTo>
                  <a:lnTo>
                    <a:pt x="7620" y="49529"/>
                  </a:lnTo>
                  <a:lnTo>
                    <a:pt x="7620" y="43180"/>
                  </a:lnTo>
                  <a:close/>
                </a:path>
                <a:path w="7620" h="360679">
                  <a:moveTo>
                    <a:pt x="7620" y="49530"/>
                  </a:moveTo>
                  <a:lnTo>
                    <a:pt x="0" y="49530"/>
                  </a:lnTo>
                  <a:lnTo>
                    <a:pt x="0" y="55879"/>
                  </a:lnTo>
                  <a:lnTo>
                    <a:pt x="7620" y="55879"/>
                  </a:lnTo>
                  <a:lnTo>
                    <a:pt x="7620" y="49530"/>
                  </a:lnTo>
                  <a:close/>
                </a:path>
                <a:path w="7620" h="360679">
                  <a:moveTo>
                    <a:pt x="7620" y="55880"/>
                  </a:moveTo>
                  <a:lnTo>
                    <a:pt x="0" y="55880"/>
                  </a:lnTo>
                  <a:lnTo>
                    <a:pt x="0" y="62229"/>
                  </a:lnTo>
                  <a:lnTo>
                    <a:pt x="7620" y="62229"/>
                  </a:lnTo>
                  <a:lnTo>
                    <a:pt x="7620" y="55880"/>
                  </a:lnTo>
                  <a:close/>
                </a:path>
                <a:path w="7620" h="360679">
                  <a:moveTo>
                    <a:pt x="7620" y="62230"/>
                  </a:moveTo>
                  <a:lnTo>
                    <a:pt x="0" y="62230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62230"/>
                  </a:lnTo>
                  <a:close/>
                </a:path>
                <a:path w="7620" h="360679">
                  <a:moveTo>
                    <a:pt x="7620" y="68580"/>
                  </a:moveTo>
                  <a:lnTo>
                    <a:pt x="0" y="68580"/>
                  </a:lnTo>
                  <a:lnTo>
                    <a:pt x="0" y="74929"/>
                  </a:lnTo>
                  <a:lnTo>
                    <a:pt x="7620" y="74929"/>
                  </a:lnTo>
                  <a:lnTo>
                    <a:pt x="7620" y="68580"/>
                  </a:lnTo>
                  <a:close/>
                </a:path>
                <a:path w="7620" h="360679">
                  <a:moveTo>
                    <a:pt x="7620" y="74930"/>
                  </a:moveTo>
                  <a:lnTo>
                    <a:pt x="0" y="74930"/>
                  </a:lnTo>
                  <a:lnTo>
                    <a:pt x="0" y="81279"/>
                  </a:lnTo>
                  <a:lnTo>
                    <a:pt x="7620" y="81279"/>
                  </a:lnTo>
                  <a:lnTo>
                    <a:pt x="7620" y="74930"/>
                  </a:lnTo>
                  <a:close/>
                </a:path>
                <a:path w="7620" h="360679">
                  <a:moveTo>
                    <a:pt x="7620" y="81280"/>
                  </a:moveTo>
                  <a:lnTo>
                    <a:pt x="0" y="81280"/>
                  </a:lnTo>
                  <a:lnTo>
                    <a:pt x="0" y="86359"/>
                  </a:lnTo>
                  <a:lnTo>
                    <a:pt x="7620" y="86359"/>
                  </a:lnTo>
                  <a:lnTo>
                    <a:pt x="7620" y="81280"/>
                  </a:lnTo>
                  <a:close/>
                </a:path>
                <a:path w="7620" h="360679">
                  <a:moveTo>
                    <a:pt x="7620" y="86360"/>
                  </a:moveTo>
                  <a:lnTo>
                    <a:pt x="0" y="86360"/>
                  </a:lnTo>
                  <a:lnTo>
                    <a:pt x="0" y="93979"/>
                  </a:lnTo>
                  <a:lnTo>
                    <a:pt x="7620" y="93979"/>
                  </a:lnTo>
                  <a:lnTo>
                    <a:pt x="7620" y="86360"/>
                  </a:lnTo>
                  <a:close/>
                </a:path>
                <a:path w="7620" h="360679">
                  <a:moveTo>
                    <a:pt x="7620" y="93980"/>
                  </a:moveTo>
                  <a:lnTo>
                    <a:pt x="0" y="93980"/>
                  </a:lnTo>
                  <a:lnTo>
                    <a:pt x="0" y="99059"/>
                  </a:lnTo>
                  <a:lnTo>
                    <a:pt x="7620" y="99059"/>
                  </a:lnTo>
                  <a:lnTo>
                    <a:pt x="7620" y="93980"/>
                  </a:lnTo>
                  <a:close/>
                </a:path>
                <a:path w="7620" h="360679">
                  <a:moveTo>
                    <a:pt x="7620" y="99060"/>
                  </a:moveTo>
                  <a:lnTo>
                    <a:pt x="0" y="99060"/>
                  </a:lnTo>
                  <a:lnTo>
                    <a:pt x="0" y="113029"/>
                  </a:lnTo>
                  <a:lnTo>
                    <a:pt x="7620" y="113029"/>
                  </a:lnTo>
                  <a:lnTo>
                    <a:pt x="7620" y="99060"/>
                  </a:lnTo>
                  <a:close/>
                </a:path>
                <a:path w="7620" h="360679">
                  <a:moveTo>
                    <a:pt x="7620" y="113030"/>
                  </a:moveTo>
                  <a:lnTo>
                    <a:pt x="0" y="113030"/>
                  </a:lnTo>
                  <a:lnTo>
                    <a:pt x="0" y="119379"/>
                  </a:lnTo>
                  <a:lnTo>
                    <a:pt x="7620" y="119379"/>
                  </a:lnTo>
                  <a:lnTo>
                    <a:pt x="7620" y="113030"/>
                  </a:lnTo>
                  <a:close/>
                </a:path>
                <a:path w="7620" h="360679">
                  <a:moveTo>
                    <a:pt x="7620" y="119380"/>
                  </a:moveTo>
                  <a:lnTo>
                    <a:pt x="0" y="119380"/>
                  </a:lnTo>
                  <a:lnTo>
                    <a:pt x="0" y="125729"/>
                  </a:lnTo>
                  <a:lnTo>
                    <a:pt x="7620" y="125729"/>
                  </a:lnTo>
                  <a:lnTo>
                    <a:pt x="7620" y="119380"/>
                  </a:lnTo>
                  <a:close/>
                </a:path>
                <a:path w="7620" h="360679">
                  <a:moveTo>
                    <a:pt x="7620" y="125730"/>
                  </a:moveTo>
                  <a:lnTo>
                    <a:pt x="0" y="125730"/>
                  </a:lnTo>
                  <a:lnTo>
                    <a:pt x="0" y="130809"/>
                  </a:lnTo>
                  <a:lnTo>
                    <a:pt x="7620" y="130809"/>
                  </a:lnTo>
                  <a:lnTo>
                    <a:pt x="7620" y="125730"/>
                  </a:lnTo>
                  <a:close/>
                </a:path>
                <a:path w="7620" h="360679">
                  <a:moveTo>
                    <a:pt x="7620" y="130810"/>
                  </a:moveTo>
                  <a:lnTo>
                    <a:pt x="0" y="130810"/>
                  </a:lnTo>
                  <a:lnTo>
                    <a:pt x="0" y="157479"/>
                  </a:lnTo>
                  <a:lnTo>
                    <a:pt x="7620" y="157479"/>
                  </a:lnTo>
                  <a:lnTo>
                    <a:pt x="7620" y="130810"/>
                  </a:lnTo>
                  <a:close/>
                </a:path>
                <a:path w="7620" h="360679">
                  <a:moveTo>
                    <a:pt x="7620" y="157480"/>
                  </a:moveTo>
                  <a:lnTo>
                    <a:pt x="0" y="157480"/>
                  </a:lnTo>
                  <a:lnTo>
                    <a:pt x="0" y="214629"/>
                  </a:lnTo>
                  <a:lnTo>
                    <a:pt x="7620" y="214629"/>
                  </a:lnTo>
                  <a:lnTo>
                    <a:pt x="7620" y="157480"/>
                  </a:lnTo>
                  <a:close/>
                </a:path>
                <a:path w="7620" h="360679">
                  <a:moveTo>
                    <a:pt x="7620" y="214630"/>
                  </a:moveTo>
                  <a:lnTo>
                    <a:pt x="0" y="214630"/>
                  </a:lnTo>
                  <a:lnTo>
                    <a:pt x="0" y="220979"/>
                  </a:lnTo>
                  <a:lnTo>
                    <a:pt x="7620" y="220979"/>
                  </a:lnTo>
                  <a:lnTo>
                    <a:pt x="7620" y="214630"/>
                  </a:lnTo>
                  <a:close/>
                </a:path>
                <a:path w="7620" h="360679">
                  <a:moveTo>
                    <a:pt x="7620" y="220980"/>
                  </a:moveTo>
                  <a:lnTo>
                    <a:pt x="0" y="220980"/>
                  </a:lnTo>
                  <a:lnTo>
                    <a:pt x="0" y="226059"/>
                  </a:lnTo>
                  <a:lnTo>
                    <a:pt x="7620" y="226059"/>
                  </a:lnTo>
                  <a:lnTo>
                    <a:pt x="7620" y="220980"/>
                  </a:lnTo>
                  <a:close/>
                </a:path>
                <a:path w="7620" h="360679">
                  <a:moveTo>
                    <a:pt x="7620" y="226060"/>
                  </a:moveTo>
                  <a:lnTo>
                    <a:pt x="0" y="226060"/>
                  </a:lnTo>
                  <a:lnTo>
                    <a:pt x="0" y="233679"/>
                  </a:lnTo>
                  <a:lnTo>
                    <a:pt x="7620" y="233679"/>
                  </a:lnTo>
                  <a:lnTo>
                    <a:pt x="7620" y="226060"/>
                  </a:lnTo>
                  <a:close/>
                </a:path>
                <a:path w="7620" h="360679">
                  <a:moveTo>
                    <a:pt x="7620" y="233680"/>
                  </a:moveTo>
                  <a:lnTo>
                    <a:pt x="0" y="233680"/>
                  </a:lnTo>
                  <a:lnTo>
                    <a:pt x="0" y="240029"/>
                  </a:lnTo>
                  <a:lnTo>
                    <a:pt x="7620" y="240029"/>
                  </a:lnTo>
                  <a:lnTo>
                    <a:pt x="7620" y="233680"/>
                  </a:lnTo>
                  <a:close/>
                </a:path>
                <a:path w="7620" h="360679">
                  <a:moveTo>
                    <a:pt x="7620" y="240030"/>
                  </a:moveTo>
                  <a:lnTo>
                    <a:pt x="0" y="240030"/>
                  </a:lnTo>
                  <a:lnTo>
                    <a:pt x="0" y="246379"/>
                  </a:lnTo>
                  <a:lnTo>
                    <a:pt x="7620" y="246379"/>
                  </a:lnTo>
                  <a:lnTo>
                    <a:pt x="7620" y="240030"/>
                  </a:lnTo>
                  <a:close/>
                </a:path>
                <a:path w="7620" h="360679">
                  <a:moveTo>
                    <a:pt x="7620" y="246380"/>
                  </a:moveTo>
                  <a:lnTo>
                    <a:pt x="0" y="246380"/>
                  </a:lnTo>
                  <a:lnTo>
                    <a:pt x="0" y="259079"/>
                  </a:lnTo>
                  <a:lnTo>
                    <a:pt x="7620" y="259079"/>
                  </a:lnTo>
                  <a:lnTo>
                    <a:pt x="7620" y="246380"/>
                  </a:lnTo>
                  <a:close/>
                </a:path>
                <a:path w="7620" h="360679">
                  <a:moveTo>
                    <a:pt x="7620" y="259080"/>
                  </a:moveTo>
                  <a:lnTo>
                    <a:pt x="0" y="259080"/>
                  </a:lnTo>
                  <a:lnTo>
                    <a:pt x="0" y="265429"/>
                  </a:lnTo>
                  <a:lnTo>
                    <a:pt x="7620" y="265429"/>
                  </a:lnTo>
                  <a:lnTo>
                    <a:pt x="7620" y="259080"/>
                  </a:lnTo>
                  <a:close/>
                </a:path>
                <a:path w="7620" h="360679">
                  <a:moveTo>
                    <a:pt x="7620" y="265430"/>
                  </a:moveTo>
                  <a:lnTo>
                    <a:pt x="0" y="265430"/>
                  </a:lnTo>
                  <a:lnTo>
                    <a:pt x="0" y="270509"/>
                  </a:lnTo>
                  <a:lnTo>
                    <a:pt x="7620" y="270509"/>
                  </a:lnTo>
                  <a:lnTo>
                    <a:pt x="7620" y="265430"/>
                  </a:lnTo>
                  <a:close/>
                </a:path>
                <a:path w="7620" h="360679">
                  <a:moveTo>
                    <a:pt x="7620" y="270509"/>
                  </a:moveTo>
                  <a:lnTo>
                    <a:pt x="0" y="270509"/>
                  </a:lnTo>
                  <a:lnTo>
                    <a:pt x="0" y="273049"/>
                  </a:lnTo>
                  <a:lnTo>
                    <a:pt x="7620" y="273049"/>
                  </a:lnTo>
                  <a:lnTo>
                    <a:pt x="7620" y="270509"/>
                  </a:lnTo>
                  <a:close/>
                </a:path>
                <a:path w="7620" h="360679">
                  <a:moveTo>
                    <a:pt x="7620" y="273050"/>
                  </a:moveTo>
                  <a:lnTo>
                    <a:pt x="0" y="273050"/>
                  </a:lnTo>
                  <a:lnTo>
                    <a:pt x="0" y="279399"/>
                  </a:lnTo>
                  <a:lnTo>
                    <a:pt x="7620" y="279399"/>
                  </a:lnTo>
                  <a:lnTo>
                    <a:pt x="7620" y="273050"/>
                  </a:lnTo>
                  <a:close/>
                </a:path>
                <a:path w="7620" h="360679">
                  <a:moveTo>
                    <a:pt x="7620" y="279400"/>
                  </a:moveTo>
                  <a:lnTo>
                    <a:pt x="0" y="279400"/>
                  </a:lnTo>
                  <a:lnTo>
                    <a:pt x="0" y="283209"/>
                  </a:lnTo>
                  <a:lnTo>
                    <a:pt x="7620" y="283209"/>
                  </a:lnTo>
                  <a:lnTo>
                    <a:pt x="7620" y="279400"/>
                  </a:lnTo>
                  <a:close/>
                </a:path>
                <a:path w="7620" h="360679">
                  <a:moveTo>
                    <a:pt x="7620" y="283209"/>
                  </a:moveTo>
                  <a:lnTo>
                    <a:pt x="0" y="283209"/>
                  </a:lnTo>
                  <a:lnTo>
                    <a:pt x="0" y="289559"/>
                  </a:lnTo>
                  <a:lnTo>
                    <a:pt x="7620" y="289559"/>
                  </a:lnTo>
                  <a:lnTo>
                    <a:pt x="7620" y="283209"/>
                  </a:lnTo>
                  <a:close/>
                </a:path>
                <a:path w="7620" h="360679">
                  <a:moveTo>
                    <a:pt x="7620" y="289559"/>
                  </a:moveTo>
                  <a:lnTo>
                    <a:pt x="0" y="289559"/>
                  </a:lnTo>
                  <a:lnTo>
                    <a:pt x="0" y="292099"/>
                  </a:lnTo>
                  <a:lnTo>
                    <a:pt x="7620" y="292099"/>
                  </a:lnTo>
                  <a:lnTo>
                    <a:pt x="7620" y="289559"/>
                  </a:lnTo>
                  <a:close/>
                </a:path>
                <a:path w="7620" h="360679">
                  <a:moveTo>
                    <a:pt x="7620" y="292100"/>
                  </a:moveTo>
                  <a:lnTo>
                    <a:pt x="0" y="292100"/>
                  </a:lnTo>
                  <a:lnTo>
                    <a:pt x="0" y="295909"/>
                  </a:lnTo>
                  <a:lnTo>
                    <a:pt x="7620" y="295909"/>
                  </a:lnTo>
                  <a:lnTo>
                    <a:pt x="7620" y="292100"/>
                  </a:lnTo>
                  <a:close/>
                </a:path>
                <a:path w="7620" h="360679">
                  <a:moveTo>
                    <a:pt x="7620" y="295909"/>
                  </a:moveTo>
                  <a:lnTo>
                    <a:pt x="0" y="295909"/>
                  </a:lnTo>
                  <a:lnTo>
                    <a:pt x="0" y="298449"/>
                  </a:lnTo>
                  <a:lnTo>
                    <a:pt x="7620" y="298449"/>
                  </a:lnTo>
                  <a:lnTo>
                    <a:pt x="7620" y="295909"/>
                  </a:lnTo>
                  <a:close/>
                </a:path>
                <a:path w="7620" h="360679">
                  <a:moveTo>
                    <a:pt x="7620" y="298450"/>
                  </a:moveTo>
                  <a:lnTo>
                    <a:pt x="0" y="298450"/>
                  </a:lnTo>
                  <a:lnTo>
                    <a:pt x="0" y="302259"/>
                  </a:lnTo>
                  <a:lnTo>
                    <a:pt x="7620" y="302259"/>
                  </a:lnTo>
                  <a:lnTo>
                    <a:pt x="7620" y="298450"/>
                  </a:lnTo>
                  <a:close/>
                </a:path>
                <a:path w="7620" h="360679">
                  <a:moveTo>
                    <a:pt x="7620" y="302259"/>
                  </a:moveTo>
                  <a:lnTo>
                    <a:pt x="0" y="302259"/>
                  </a:lnTo>
                  <a:lnTo>
                    <a:pt x="0" y="304799"/>
                  </a:lnTo>
                  <a:lnTo>
                    <a:pt x="7620" y="304799"/>
                  </a:lnTo>
                  <a:lnTo>
                    <a:pt x="7620" y="302259"/>
                  </a:lnTo>
                  <a:close/>
                </a:path>
                <a:path w="7620" h="360679">
                  <a:moveTo>
                    <a:pt x="7620" y="304800"/>
                  </a:moveTo>
                  <a:lnTo>
                    <a:pt x="0" y="304800"/>
                  </a:lnTo>
                  <a:lnTo>
                    <a:pt x="0" y="311149"/>
                  </a:lnTo>
                  <a:lnTo>
                    <a:pt x="7620" y="311149"/>
                  </a:lnTo>
                  <a:lnTo>
                    <a:pt x="7620" y="304800"/>
                  </a:lnTo>
                  <a:close/>
                </a:path>
                <a:path w="7620" h="360679">
                  <a:moveTo>
                    <a:pt x="7620" y="311150"/>
                  </a:moveTo>
                  <a:lnTo>
                    <a:pt x="0" y="311150"/>
                  </a:lnTo>
                  <a:lnTo>
                    <a:pt x="0" y="314959"/>
                  </a:lnTo>
                  <a:lnTo>
                    <a:pt x="7620" y="314959"/>
                  </a:lnTo>
                  <a:lnTo>
                    <a:pt x="7620" y="311150"/>
                  </a:lnTo>
                  <a:close/>
                </a:path>
                <a:path w="7620" h="360679">
                  <a:moveTo>
                    <a:pt x="7620" y="314959"/>
                  </a:moveTo>
                  <a:lnTo>
                    <a:pt x="0" y="314959"/>
                  </a:lnTo>
                  <a:lnTo>
                    <a:pt x="0" y="317499"/>
                  </a:lnTo>
                  <a:lnTo>
                    <a:pt x="7620" y="317499"/>
                  </a:lnTo>
                  <a:lnTo>
                    <a:pt x="7620" y="314959"/>
                  </a:lnTo>
                  <a:close/>
                </a:path>
                <a:path w="7620" h="360679">
                  <a:moveTo>
                    <a:pt x="7620" y="317500"/>
                  </a:moveTo>
                  <a:lnTo>
                    <a:pt x="0" y="317500"/>
                  </a:lnTo>
                  <a:lnTo>
                    <a:pt x="0" y="321309"/>
                  </a:lnTo>
                  <a:lnTo>
                    <a:pt x="7620" y="321309"/>
                  </a:lnTo>
                  <a:lnTo>
                    <a:pt x="7620" y="317500"/>
                  </a:lnTo>
                  <a:close/>
                </a:path>
                <a:path w="7620" h="360679">
                  <a:moveTo>
                    <a:pt x="7620" y="321309"/>
                  </a:moveTo>
                  <a:lnTo>
                    <a:pt x="0" y="321309"/>
                  </a:lnTo>
                  <a:lnTo>
                    <a:pt x="0" y="323849"/>
                  </a:lnTo>
                  <a:lnTo>
                    <a:pt x="7620" y="323849"/>
                  </a:lnTo>
                  <a:lnTo>
                    <a:pt x="7620" y="321309"/>
                  </a:lnTo>
                  <a:close/>
                </a:path>
                <a:path w="7620" h="360679">
                  <a:moveTo>
                    <a:pt x="7620" y="323850"/>
                  </a:moveTo>
                  <a:lnTo>
                    <a:pt x="0" y="323850"/>
                  </a:lnTo>
                  <a:lnTo>
                    <a:pt x="0" y="327659"/>
                  </a:lnTo>
                  <a:lnTo>
                    <a:pt x="7620" y="327659"/>
                  </a:lnTo>
                  <a:lnTo>
                    <a:pt x="7620" y="323850"/>
                  </a:lnTo>
                  <a:close/>
                </a:path>
                <a:path w="7620" h="360679">
                  <a:moveTo>
                    <a:pt x="7620" y="327659"/>
                  </a:moveTo>
                  <a:lnTo>
                    <a:pt x="0" y="327659"/>
                  </a:lnTo>
                  <a:lnTo>
                    <a:pt x="0" y="330199"/>
                  </a:lnTo>
                  <a:lnTo>
                    <a:pt x="7620" y="330199"/>
                  </a:lnTo>
                  <a:lnTo>
                    <a:pt x="7620" y="327659"/>
                  </a:lnTo>
                  <a:close/>
                </a:path>
                <a:path w="7620" h="360679">
                  <a:moveTo>
                    <a:pt x="7620" y="330200"/>
                  </a:moveTo>
                  <a:lnTo>
                    <a:pt x="0" y="330200"/>
                  </a:lnTo>
                  <a:lnTo>
                    <a:pt x="0" y="334009"/>
                  </a:lnTo>
                  <a:lnTo>
                    <a:pt x="7620" y="334009"/>
                  </a:lnTo>
                  <a:lnTo>
                    <a:pt x="7620" y="330200"/>
                  </a:lnTo>
                  <a:close/>
                </a:path>
                <a:path w="7620" h="360679">
                  <a:moveTo>
                    <a:pt x="7620" y="334009"/>
                  </a:moveTo>
                  <a:lnTo>
                    <a:pt x="0" y="334009"/>
                  </a:lnTo>
                  <a:lnTo>
                    <a:pt x="0" y="336549"/>
                  </a:lnTo>
                  <a:lnTo>
                    <a:pt x="7620" y="336549"/>
                  </a:lnTo>
                  <a:lnTo>
                    <a:pt x="7620" y="334009"/>
                  </a:lnTo>
                  <a:close/>
                </a:path>
                <a:path w="7620" h="360679">
                  <a:moveTo>
                    <a:pt x="7620" y="336550"/>
                  </a:moveTo>
                  <a:lnTo>
                    <a:pt x="0" y="336550"/>
                  </a:lnTo>
                  <a:lnTo>
                    <a:pt x="0" y="340359"/>
                  </a:lnTo>
                  <a:lnTo>
                    <a:pt x="7620" y="340359"/>
                  </a:lnTo>
                  <a:lnTo>
                    <a:pt x="7620" y="336550"/>
                  </a:lnTo>
                  <a:close/>
                </a:path>
                <a:path w="7620" h="360679">
                  <a:moveTo>
                    <a:pt x="7620" y="340359"/>
                  </a:moveTo>
                  <a:lnTo>
                    <a:pt x="0" y="340359"/>
                  </a:lnTo>
                  <a:lnTo>
                    <a:pt x="0" y="342899"/>
                  </a:lnTo>
                  <a:lnTo>
                    <a:pt x="7620" y="342899"/>
                  </a:lnTo>
                  <a:lnTo>
                    <a:pt x="7620" y="340359"/>
                  </a:lnTo>
                  <a:close/>
                </a:path>
                <a:path w="7620" h="360679">
                  <a:moveTo>
                    <a:pt x="7620" y="342900"/>
                  </a:moveTo>
                  <a:lnTo>
                    <a:pt x="0" y="342900"/>
                  </a:lnTo>
                  <a:lnTo>
                    <a:pt x="0" y="346709"/>
                  </a:lnTo>
                  <a:lnTo>
                    <a:pt x="7620" y="346709"/>
                  </a:lnTo>
                  <a:lnTo>
                    <a:pt x="7620" y="342900"/>
                  </a:lnTo>
                  <a:close/>
                </a:path>
                <a:path w="7620" h="360679">
                  <a:moveTo>
                    <a:pt x="7620" y="346709"/>
                  </a:moveTo>
                  <a:lnTo>
                    <a:pt x="0" y="346709"/>
                  </a:lnTo>
                  <a:lnTo>
                    <a:pt x="0" y="349249"/>
                  </a:lnTo>
                  <a:lnTo>
                    <a:pt x="7620" y="349249"/>
                  </a:lnTo>
                  <a:lnTo>
                    <a:pt x="7620" y="346709"/>
                  </a:lnTo>
                  <a:close/>
                </a:path>
                <a:path w="7620" h="360679">
                  <a:moveTo>
                    <a:pt x="7620" y="349250"/>
                  </a:moveTo>
                  <a:lnTo>
                    <a:pt x="0" y="349250"/>
                  </a:lnTo>
                  <a:lnTo>
                    <a:pt x="0" y="353059"/>
                  </a:lnTo>
                  <a:lnTo>
                    <a:pt x="7620" y="353059"/>
                  </a:lnTo>
                  <a:lnTo>
                    <a:pt x="7620" y="349250"/>
                  </a:lnTo>
                  <a:close/>
                </a:path>
                <a:path w="7620" h="360679">
                  <a:moveTo>
                    <a:pt x="7620" y="353059"/>
                  </a:moveTo>
                  <a:lnTo>
                    <a:pt x="0" y="353059"/>
                  </a:lnTo>
                  <a:lnTo>
                    <a:pt x="0" y="355599"/>
                  </a:lnTo>
                  <a:lnTo>
                    <a:pt x="7620" y="355599"/>
                  </a:lnTo>
                  <a:lnTo>
                    <a:pt x="7620" y="353059"/>
                  </a:lnTo>
                  <a:close/>
                </a:path>
                <a:path w="7620" h="360679">
                  <a:moveTo>
                    <a:pt x="7620" y="355600"/>
                  </a:moveTo>
                  <a:lnTo>
                    <a:pt x="0" y="355600"/>
                  </a:lnTo>
                  <a:lnTo>
                    <a:pt x="0" y="358139"/>
                  </a:lnTo>
                  <a:lnTo>
                    <a:pt x="3810" y="358139"/>
                  </a:lnTo>
                  <a:lnTo>
                    <a:pt x="3810" y="359409"/>
                  </a:lnTo>
                  <a:lnTo>
                    <a:pt x="7620" y="359409"/>
                  </a:lnTo>
                  <a:lnTo>
                    <a:pt x="7620" y="355600"/>
                  </a:lnTo>
                  <a:close/>
                </a:path>
                <a:path w="7620" h="360679">
                  <a:moveTo>
                    <a:pt x="7620" y="359409"/>
                  </a:moveTo>
                  <a:lnTo>
                    <a:pt x="6350" y="359409"/>
                  </a:lnTo>
                  <a:lnTo>
                    <a:pt x="6350" y="360679"/>
                  </a:lnTo>
                  <a:lnTo>
                    <a:pt x="7620" y="360679"/>
                  </a:lnTo>
                  <a:lnTo>
                    <a:pt x="7620" y="359409"/>
                  </a:lnTo>
                  <a:close/>
                </a:path>
              </a:pathLst>
            </a:custGeom>
            <a:solidFill>
              <a:srgbClr val="CD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3" name="object 258">
              <a:extLst>
                <a:ext uri="{FF2B5EF4-FFF2-40B4-BE49-F238E27FC236}">
                  <a16:creationId xmlns:a16="http://schemas.microsoft.com/office/drawing/2014/main" id="{3143D170-1CD2-4911-A9A4-AE57878F3D0C}"/>
                </a:ext>
              </a:extLst>
            </p:cNvPr>
            <p:cNvSpPr/>
            <p:nvPr/>
          </p:nvSpPr>
          <p:spPr>
            <a:xfrm>
              <a:off x="4499610" y="4218305"/>
              <a:ext cx="6350" cy="353060"/>
            </a:xfrm>
            <a:custGeom>
              <a:avLst/>
              <a:gdLst/>
              <a:ahLst/>
              <a:cxnLst/>
              <a:rect l="l" t="t" r="r" b="b"/>
              <a:pathLst>
                <a:path w="6350" h="353060">
                  <a:moveTo>
                    <a:pt x="6350" y="0"/>
                  </a:moveTo>
                  <a:lnTo>
                    <a:pt x="3810" y="0"/>
                  </a:lnTo>
                  <a:lnTo>
                    <a:pt x="3810" y="1269"/>
                  </a:lnTo>
                  <a:lnTo>
                    <a:pt x="6350" y="1269"/>
                  </a:lnTo>
                  <a:lnTo>
                    <a:pt x="6350" y="0"/>
                  </a:lnTo>
                  <a:close/>
                </a:path>
                <a:path w="6350" h="353060">
                  <a:moveTo>
                    <a:pt x="6350" y="1269"/>
                  </a:moveTo>
                  <a:lnTo>
                    <a:pt x="1270" y="1269"/>
                  </a:lnTo>
                  <a:lnTo>
                    <a:pt x="1270" y="2539"/>
                  </a:lnTo>
                  <a:lnTo>
                    <a:pt x="0" y="2539"/>
                  </a:lnTo>
                  <a:lnTo>
                    <a:pt x="0" y="7619"/>
                  </a:lnTo>
                  <a:lnTo>
                    <a:pt x="6350" y="7619"/>
                  </a:lnTo>
                  <a:lnTo>
                    <a:pt x="6350" y="1269"/>
                  </a:lnTo>
                  <a:close/>
                </a:path>
                <a:path w="6350" h="353060">
                  <a:moveTo>
                    <a:pt x="6350" y="7619"/>
                  </a:moveTo>
                  <a:lnTo>
                    <a:pt x="0" y="7619"/>
                  </a:lnTo>
                  <a:lnTo>
                    <a:pt x="0" y="13969"/>
                  </a:lnTo>
                  <a:lnTo>
                    <a:pt x="6350" y="13969"/>
                  </a:lnTo>
                  <a:lnTo>
                    <a:pt x="6350" y="7619"/>
                  </a:lnTo>
                  <a:close/>
                </a:path>
                <a:path w="6350" h="353060">
                  <a:moveTo>
                    <a:pt x="6350" y="13969"/>
                  </a:moveTo>
                  <a:lnTo>
                    <a:pt x="0" y="13969"/>
                  </a:lnTo>
                  <a:lnTo>
                    <a:pt x="0" y="20319"/>
                  </a:lnTo>
                  <a:lnTo>
                    <a:pt x="6350" y="20319"/>
                  </a:lnTo>
                  <a:lnTo>
                    <a:pt x="6350" y="13969"/>
                  </a:lnTo>
                  <a:close/>
                </a:path>
                <a:path w="6350" h="353060">
                  <a:moveTo>
                    <a:pt x="6350" y="20319"/>
                  </a:moveTo>
                  <a:lnTo>
                    <a:pt x="0" y="20319"/>
                  </a:lnTo>
                  <a:lnTo>
                    <a:pt x="0" y="26669"/>
                  </a:lnTo>
                  <a:lnTo>
                    <a:pt x="6350" y="26669"/>
                  </a:lnTo>
                  <a:lnTo>
                    <a:pt x="6350" y="20319"/>
                  </a:lnTo>
                  <a:close/>
                </a:path>
                <a:path w="6350" h="353060">
                  <a:moveTo>
                    <a:pt x="6350" y="26669"/>
                  </a:moveTo>
                  <a:lnTo>
                    <a:pt x="0" y="26669"/>
                  </a:lnTo>
                  <a:lnTo>
                    <a:pt x="0" y="33019"/>
                  </a:lnTo>
                  <a:lnTo>
                    <a:pt x="6350" y="33019"/>
                  </a:lnTo>
                  <a:lnTo>
                    <a:pt x="6350" y="26669"/>
                  </a:lnTo>
                  <a:close/>
                </a:path>
                <a:path w="6350" h="353060">
                  <a:moveTo>
                    <a:pt x="6350" y="33019"/>
                  </a:moveTo>
                  <a:lnTo>
                    <a:pt x="0" y="33019"/>
                  </a:lnTo>
                  <a:lnTo>
                    <a:pt x="0" y="39369"/>
                  </a:lnTo>
                  <a:lnTo>
                    <a:pt x="6350" y="39369"/>
                  </a:lnTo>
                  <a:lnTo>
                    <a:pt x="6350" y="33019"/>
                  </a:lnTo>
                  <a:close/>
                </a:path>
                <a:path w="6350" h="353060">
                  <a:moveTo>
                    <a:pt x="6350" y="39369"/>
                  </a:moveTo>
                  <a:lnTo>
                    <a:pt x="0" y="39369"/>
                  </a:lnTo>
                  <a:lnTo>
                    <a:pt x="0" y="45719"/>
                  </a:lnTo>
                  <a:lnTo>
                    <a:pt x="6350" y="45719"/>
                  </a:lnTo>
                  <a:lnTo>
                    <a:pt x="6350" y="39369"/>
                  </a:lnTo>
                  <a:close/>
                </a:path>
                <a:path w="6350" h="353060">
                  <a:moveTo>
                    <a:pt x="6350" y="45719"/>
                  </a:moveTo>
                  <a:lnTo>
                    <a:pt x="0" y="45719"/>
                  </a:lnTo>
                  <a:lnTo>
                    <a:pt x="0" y="52069"/>
                  </a:lnTo>
                  <a:lnTo>
                    <a:pt x="6350" y="52069"/>
                  </a:lnTo>
                  <a:lnTo>
                    <a:pt x="6350" y="45719"/>
                  </a:lnTo>
                  <a:close/>
                </a:path>
                <a:path w="6350" h="353060">
                  <a:moveTo>
                    <a:pt x="6350" y="52069"/>
                  </a:moveTo>
                  <a:lnTo>
                    <a:pt x="0" y="52069"/>
                  </a:lnTo>
                  <a:lnTo>
                    <a:pt x="0" y="58419"/>
                  </a:lnTo>
                  <a:lnTo>
                    <a:pt x="6350" y="58419"/>
                  </a:lnTo>
                  <a:lnTo>
                    <a:pt x="6350" y="52069"/>
                  </a:lnTo>
                  <a:close/>
                </a:path>
                <a:path w="6350" h="353060">
                  <a:moveTo>
                    <a:pt x="6350" y="58419"/>
                  </a:moveTo>
                  <a:lnTo>
                    <a:pt x="0" y="58419"/>
                  </a:lnTo>
                  <a:lnTo>
                    <a:pt x="0" y="64769"/>
                  </a:lnTo>
                  <a:lnTo>
                    <a:pt x="6350" y="64769"/>
                  </a:lnTo>
                  <a:lnTo>
                    <a:pt x="6350" y="58419"/>
                  </a:lnTo>
                  <a:close/>
                </a:path>
                <a:path w="6350" h="353060">
                  <a:moveTo>
                    <a:pt x="6350" y="64769"/>
                  </a:moveTo>
                  <a:lnTo>
                    <a:pt x="0" y="64769"/>
                  </a:lnTo>
                  <a:lnTo>
                    <a:pt x="0" y="71119"/>
                  </a:lnTo>
                  <a:lnTo>
                    <a:pt x="6350" y="71119"/>
                  </a:lnTo>
                  <a:lnTo>
                    <a:pt x="6350" y="64769"/>
                  </a:lnTo>
                  <a:close/>
                </a:path>
                <a:path w="6350" h="353060">
                  <a:moveTo>
                    <a:pt x="6350" y="71119"/>
                  </a:moveTo>
                  <a:lnTo>
                    <a:pt x="0" y="71119"/>
                  </a:lnTo>
                  <a:lnTo>
                    <a:pt x="0" y="77469"/>
                  </a:lnTo>
                  <a:lnTo>
                    <a:pt x="6350" y="77469"/>
                  </a:lnTo>
                  <a:lnTo>
                    <a:pt x="6350" y="71119"/>
                  </a:lnTo>
                  <a:close/>
                </a:path>
                <a:path w="6350" h="353060">
                  <a:moveTo>
                    <a:pt x="6350" y="77469"/>
                  </a:moveTo>
                  <a:lnTo>
                    <a:pt x="0" y="77469"/>
                  </a:lnTo>
                  <a:lnTo>
                    <a:pt x="0" y="82549"/>
                  </a:lnTo>
                  <a:lnTo>
                    <a:pt x="6350" y="82549"/>
                  </a:lnTo>
                  <a:lnTo>
                    <a:pt x="6350" y="77469"/>
                  </a:lnTo>
                  <a:close/>
                </a:path>
                <a:path w="6350" h="353060">
                  <a:moveTo>
                    <a:pt x="6350" y="82550"/>
                  </a:moveTo>
                  <a:lnTo>
                    <a:pt x="0" y="82550"/>
                  </a:lnTo>
                  <a:lnTo>
                    <a:pt x="0" y="90169"/>
                  </a:lnTo>
                  <a:lnTo>
                    <a:pt x="6350" y="90169"/>
                  </a:lnTo>
                  <a:lnTo>
                    <a:pt x="6350" y="82550"/>
                  </a:lnTo>
                  <a:close/>
                </a:path>
                <a:path w="6350" h="353060">
                  <a:moveTo>
                    <a:pt x="6350" y="90169"/>
                  </a:moveTo>
                  <a:lnTo>
                    <a:pt x="0" y="90169"/>
                  </a:lnTo>
                  <a:lnTo>
                    <a:pt x="0" y="95249"/>
                  </a:lnTo>
                  <a:lnTo>
                    <a:pt x="6350" y="95249"/>
                  </a:lnTo>
                  <a:lnTo>
                    <a:pt x="6350" y="90169"/>
                  </a:lnTo>
                  <a:close/>
                </a:path>
                <a:path w="6350" h="353060">
                  <a:moveTo>
                    <a:pt x="6350" y="95250"/>
                  </a:moveTo>
                  <a:lnTo>
                    <a:pt x="0" y="95250"/>
                  </a:lnTo>
                  <a:lnTo>
                    <a:pt x="0" y="109219"/>
                  </a:lnTo>
                  <a:lnTo>
                    <a:pt x="6350" y="109219"/>
                  </a:lnTo>
                  <a:lnTo>
                    <a:pt x="6350" y="95250"/>
                  </a:lnTo>
                  <a:close/>
                </a:path>
                <a:path w="6350" h="353060">
                  <a:moveTo>
                    <a:pt x="6350" y="109219"/>
                  </a:moveTo>
                  <a:lnTo>
                    <a:pt x="0" y="109219"/>
                  </a:lnTo>
                  <a:lnTo>
                    <a:pt x="0" y="115569"/>
                  </a:lnTo>
                  <a:lnTo>
                    <a:pt x="6350" y="115569"/>
                  </a:lnTo>
                  <a:lnTo>
                    <a:pt x="6350" y="109219"/>
                  </a:lnTo>
                  <a:close/>
                </a:path>
                <a:path w="6350" h="353060">
                  <a:moveTo>
                    <a:pt x="6350" y="115569"/>
                  </a:moveTo>
                  <a:lnTo>
                    <a:pt x="0" y="115569"/>
                  </a:lnTo>
                  <a:lnTo>
                    <a:pt x="0" y="121919"/>
                  </a:lnTo>
                  <a:lnTo>
                    <a:pt x="6350" y="121919"/>
                  </a:lnTo>
                  <a:lnTo>
                    <a:pt x="6350" y="115569"/>
                  </a:lnTo>
                  <a:close/>
                </a:path>
                <a:path w="6350" h="353060">
                  <a:moveTo>
                    <a:pt x="6350" y="121919"/>
                  </a:moveTo>
                  <a:lnTo>
                    <a:pt x="0" y="121919"/>
                  </a:lnTo>
                  <a:lnTo>
                    <a:pt x="0" y="126999"/>
                  </a:lnTo>
                  <a:lnTo>
                    <a:pt x="6350" y="126999"/>
                  </a:lnTo>
                  <a:lnTo>
                    <a:pt x="6350" y="121919"/>
                  </a:lnTo>
                  <a:close/>
                </a:path>
                <a:path w="6350" h="353060">
                  <a:moveTo>
                    <a:pt x="6350" y="127000"/>
                  </a:moveTo>
                  <a:lnTo>
                    <a:pt x="0" y="127000"/>
                  </a:lnTo>
                  <a:lnTo>
                    <a:pt x="0" y="153669"/>
                  </a:lnTo>
                  <a:lnTo>
                    <a:pt x="6350" y="153669"/>
                  </a:lnTo>
                  <a:lnTo>
                    <a:pt x="6350" y="127000"/>
                  </a:lnTo>
                  <a:close/>
                </a:path>
                <a:path w="6350" h="353060">
                  <a:moveTo>
                    <a:pt x="6350" y="153669"/>
                  </a:moveTo>
                  <a:lnTo>
                    <a:pt x="0" y="153669"/>
                  </a:lnTo>
                  <a:lnTo>
                    <a:pt x="0" y="210819"/>
                  </a:lnTo>
                  <a:lnTo>
                    <a:pt x="6350" y="210819"/>
                  </a:lnTo>
                  <a:lnTo>
                    <a:pt x="6350" y="153669"/>
                  </a:lnTo>
                  <a:close/>
                </a:path>
                <a:path w="6350" h="353060">
                  <a:moveTo>
                    <a:pt x="6350" y="210819"/>
                  </a:moveTo>
                  <a:lnTo>
                    <a:pt x="0" y="210819"/>
                  </a:lnTo>
                  <a:lnTo>
                    <a:pt x="0" y="217169"/>
                  </a:lnTo>
                  <a:lnTo>
                    <a:pt x="6350" y="217169"/>
                  </a:lnTo>
                  <a:lnTo>
                    <a:pt x="6350" y="210819"/>
                  </a:lnTo>
                  <a:close/>
                </a:path>
                <a:path w="6350" h="353060">
                  <a:moveTo>
                    <a:pt x="6350" y="217169"/>
                  </a:moveTo>
                  <a:lnTo>
                    <a:pt x="0" y="217169"/>
                  </a:lnTo>
                  <a:lnTo>
                    <a:pt x="0" y="222249"/>
                  </a:lnTo>
                  <a:lnTo>
                    <a:pt x="6350" y="222249"/>
                  </a:lnTo>
                  <a:lnTo>
                    <a:pt x="6350" y="217169"/>
                  </a:lnTo>
                  <a:close/>
                </a:path>
                <a:path w="6350" h="353060">
                  <a:moveTo>
                    <a:pt x="6350" y="222250"/>
                  </a:moveTo>
                  <a:lnTo>
                    <a:pt x="0" y="222250"/>
                  </a:lnTo>
                  <a:lnTo>
                    <a:pt x="0" y="229869"/>
                  </a:lnTo>
                  <a:lnTo>
                    <a:pt x="6350" y="229869"/>
                  </a:lnTo>
                  <a:lnTo>
                    <a:pt x="6350" y="222250"/>
                  </a:lnTo>
                  <a:close/>
                </a:path>
                <a:path w="6350" h="353060">
                  <a:moveTo>
                    <a:pt x="6350" y="229869"/>
                  </a:moveTo>
                  <a:lnTo>
                    <a:pt x="0" y="229869"/>
                  </a:lnTo>
                  <a:lnTo>
                    <a:pt x="0" y="236219"/>
                  </a:lnTo>
                  <a:lnTo>
                    <a:pt x="6350" y="236219"/>
                  </a:lnTo>
                  <a:lnTo>
                    <a:pt x="6350" y="229869"/>
                  </a:lnTo>
                  <a:close/>
                </a:path>
                <a:path w="6350" h="353060">
                  <a:moveTo>
                    <a:pt x="6350" y="236219"/>
                  </a:moveTo>
                  <a:lnTo>
                    <a:pt x="0" y="236219"/>
                  </a:lnTo>
                  <a:lnTo>
                    <a:pt x="0" y="242569"/>
                  </a:lnTo>
                  <a:lnTo>
                    <a:pt x="6350" y="242569"/>
                  </a:lnTo>
                  <a:lnTo>
                    <a:pt x="6350" y="236219"/>
                  </a:lnTo>
                  <a:close/>
                </a:path>
                <a:path w="6350" h="353060">
                  <a:moveTo>
                    <a:pt x="6350" y="242569"/>
                  </a:moveTo>
                  <a:lnTo>
                    <a:pt x="0" y="242569"/>
                  </a:lnTo>
                  <a:lnTo>
                    <a:pt x="0" y="255269"/>
                  </a:lnTo>
                  <a:lnTo>
                    <a:pt x="6350" y="255269"/>
                  </a:lnTo>
                  <a:lnTo>
                    <a:pt x="6350" y="242569"/>
                  </a:lnTo>
                  <a:close/>
                </a:path>
                <a:path w="6350" h="353060">
                  <a:moveTo>
                    <a:pt x="6350" y="255269"/>
                  </a:moveTo>
                  <a:lnTo>
                    <a:pt x="0" y="255269"/>
                  </a:lnTo>
                  <a:lnTo>
                    <a:pt x="0" y="261619"/>
                  </a:lnTo>
                  <a:lnTo>
                    <a:pt x="6350" y="261619"/>
                  </a:lnTo>
                  <a:lnTo>
                    <a:pt x="6350" y="255269"/>
                  </a:lnTo>
                  <a:close/>
                </a:path>
                <a:path w="6350" h="353060">
                  <a:moveTo>
                    <a:pt x="6350" y="261619"/>
                  </a:moveTo>
                  <a:lnTo>
                    <a:pt x="0" y="261619"/>
                  </a:lnTo>
                  <a:lnTo>
                    <a:pt x="0" y="266699"/>
                  </a:lnTo>
                  <a:lnTo>
                    <a:pt x="6350" y="266699"/>
                  </a:lnTo>
                  <a:lnTo>
                    <a:pt x="6350" y="261619"/>
                  </a:lnTo>
                  <a:close/>
                </a:path>
                <a:path w="6350" h="353060">
                  <a:moveTo>
                    <a:pt x="6350" y="266699"/>
                  </a:moveTo>
                  <a:lnTo>
                    <a:pt x="0" y="266699"/>
                  </a:lnTo>
                  <a:lnTo>
                    <a:pt x="0" y="269239"/>
                  </a:lnTo>
                  <a:lnTo>
                    <a:pt x="6350" y="269239"/>
                  </a:lnTo>
                  <a:lnTo>
                    <a:pt x="6350" y="266699"/>
                  </a:lnTo>
                  <a:close/>
                </a:path>
                <a:path w="6350" h="353060">
                  <a:moveTo>
                    <a:pt x="6350" y="269239"/>
                  </a:moveTo>
                  <a:lnTo>
                    <a:pt x="0" y="269239"/>
                  </a:lnTo>
                  <a:lnTo>
                    <a:pt x="0" y="275589"/>
                  </a:lnTo>
                  <a:lnTo>
                    <a:pt x="6350" y="275589"/>
                  </a:lnTo>
                  <a:lnTo>
                    <a:pt x="6350" y="269239"/>
                  </a:lnTo>
                  <a:close/>
                </a:path>
                <a:path w="6350" h="353060">
                  <a:moveTo>
                    <a:pt x="6350" y="275589"/>
                  </a:moveTo>
                  <a:lnTo>
                    <a:pt x="0" y="275589"/>
                  </a:lnTo>
                  <a:lnTo>
                    <a:pt x="0" y="279399"/>
                  </a:lnTo>
                  <a:lnTo>
                    <a:pt x="6350" y="279399"/>
                  </a:lnTo>
                  <a:lnTo>
                    <a:pt x="6350" y="275589"/>
                  </a:lnTo>
                  <a:close/>
                </a:path>
                <a:path w="6350" h="353060">
                  <a:moveTo>
                    <a:pt x="6350" y="279399"/>
                  </a:moveTo>
                  <a:lnTo>
                    <a:pt x="0" y="279399"/>
                  </a:lnTo>
                  <a:lnTo>
                    <a:pt x="0" y="285749"/>
                  </a:lnTo>
                  <a:lnTo>
                    <a:pt x="6350" y="285749"/>
                  </a:lnTo>
                  <a:lnTo>
                    <a:pt x="6350" y="279399"/>
                  </a:lnTo>
                  <a:close/>
                </a:path>
                <a:path w="6350" h="353060">
                  <a:moveTo>
                    <a:pt x="6350" y="285749"/>
                  </a:moveTo>
                  <a:lnTo>
                    <a:pt x="0" y="285749"/>
                  </a:lnTo>
                  <a:lnTo>
                    <a:pt x="0" y="288289"/>
                  </a:lnTo>
                  <a:lnTo>
                    <a:pt x="6350" y="288289"/>
                  </a:lnTo>
                  <a:lnTo>
                    <a:pt x="6350" y="285749"/>
                  </a:lnTo>
                  <a:close/>
                </a:path>
                <a:path w="6350" h="353060">
                  <a:moveTo>
                    <a:pt x="6350" y="288289"/>
                  </a:moveTo>
                  <a:lnTo>
                    <a:pt x="0" y="288289"/>
                  </a:lnTo>
                  <a:lnTo>
                    <a:pt x="0" y="292099"/>
                  </a:lnTo>
                  <a:lnTo>
                    <a:pt x="6350" y="292099"/>
                  </a:lnTo>
                  <a:lnTo>
                    <a:pt x="6350" y="288289"/>
                  </a:lnTo>
                  <a:close/>
                </a:path>
                <a:path w="6350" h="353060">
                  <a:moveTo>
                    <a:pt x="6350" y="292099"/>
                  </a:moveTo>
                  <a:lnTo>
                    <a:pt x="0" y="292099"/>
                  </a:lnTo>
                  <a:lnTo>
                    <a:pt x="0" y="294639"/>
                  </a:lnTo>
                  <a:lnTo>
                    <a:pt x="6350" y="294639"/>
                  </a:lnTo>
                  <a:lnTo>
                    <a:pt x="6350" y="292099"/>
                  </a:lnTo>
                  <a:close/>
                </a:path>
                <a:path w="6350" h="353060">
                  <a:moveTo>
                    <a:pt x="6350" y="294639"/>
                  </a:moveTo>
                  <a:lnTo>
                    <a:pt x="0" y="294639"/>
                  </a:lnTo>
                  <a:lnTo>
                    <a:pt x="0" y="298449"/>
                  </a:lnTo>
                  <a:lnTo>
                    <a:pt x="6350" y="298449"/>
                  </a:lnTo>
                  <a:lnTo>
                    <a:pt x="6350" y="294639"/>
                  </a:lnTo>
                  <a:close/>
                </a:path>
                <a:path w="6350" h="353060">
                  <a:moveTo>
                    <a:pt x="6350" y="298449"/>
                  </a:moveTo>
                  <a:lnTo>
                    <a:pt x="0" y="298449"/>
                  </a:lnTo>
                  <a:lnTo>
                    <a:pt x="0" y="300989"/>
                  </a:lnTo>
                  <a:lnTo>
                    <a:pt x="6350" y="300989"/>
                  </a:lnTo>
                  <a:lnTo>
                    <a:pt x="6350" y="298449"/>
                  </a:lnTo>
                  <a:close/>
                </a:path>
                <a:path w="6350" h="353060">
                  <a:moveTo>
                    <a:pt x="6350" y="300989"/>
                  </a:moveTo>
                  <a:lnTo>
                    <a:pt x="0" y="300989"/>
                  </a:lnTo>
                  <a:lnTo>
                    <a:pt x="0" y="307339"/>
                  </a:lnTo>
                  <a:lnTo>
                    <a:pt x="6350" y="307339"/>
                  </a:lnTo>
                  <a:lnTo>
                    <a:pt x="6350" y="300989"/>
                  </a:lnTo>
                  <a:close/>
                </a:path>
                <a:path w="6350" h="353060">
                  <a:moveTo>
                    <a:pt x="6350" y="307339"/>
                  </a:moveTo>
                  <a:lnTo>
                    <a:pt x="0" y="307339"/>
                  </a:lnTo>
                  <a:lnTo>
                    <a:pt x="0" y="311149"/>
                  </a:lnTo>
                  <a:lnTo>
                    <a:pt x="6350" y="311149"/>
                  </a:lnTo>
                  <a:lnTo>
                    <a:pt x="6350" y="307339"/>
                  </a:lnTo>
                  <a:close/>
                </a:path>
                <a:path w="6350" h="353060">
                  <a:moveTo>
                    <a:pt x="6350" y="311149"/>
                  </a:moveTo>
                  <a:lnTo>
                    <a:pt x="0" y="311149"/>
                  </a:lnTo>
                  <a:lnTo>
                    <a:pt x="0" y="313689"/>
                  </a:lnTo>
                  <a:lnTo>
                    <a:pt x="6350" y="313689"/>
                  </a:lnTo>
                  <a:lnTo>
                    <a:pt x="6350" y="311149"/>
                  </a:lnTo>
                  <a:close/>
                </a:path>
                <a:path w="6350" h="353060">
                  <a:moveTo>
                    <a:pt x="6350" y="313689"/>
                  </a:moveTo>
                  <a:lnTo>
                    <a:pt x="0" y="313689"/>
                  </a:lnTo>
                  <a:lnTo>
                    <a:pt x="0" y="317499"/>
                  </a:lnTo>
                  <a:lnTo>
                    <a:pt x="6350" y="317499"/>
                  </a:lnTo>
                  <a:lnTo>
                    <a:pt x="6350" y="313689"/>
                  </a:lnTo>
                  <a:close/>
                </a:path>
                <a:path w="6350" h="353060">
                  <a:moveTo>
                    <a:pt x="6350" y="317499"/>
                  </a:moveTo>
                  <a:lnTo>
                    <a:pt x="0" y="317499"/>
                  </a:lnTo>
                  <a:lnTo>
                    <a:pt x="0" y="320039"/>
                  </a:lnTo>
                  <a:lnTo>
                    <a:pt x="6350" y="320039"/>
                  </a:lnTo>
                  <a:lnTo>
                    <a:pt x="6350" y="317499"/>
                  </a:lnTo>
                  <a:close/>
                </a:path>
                <a:path w="6350" h="353060">
                  <a:moveTo>
                    <a:pt x="6350" y="320039"/>
                  </a:moveTo>
                  <a:lnTo>
                    <a:pt x="0" y="320039"/>
                  </a:lnTo>
                  <a:lnTo>
                    <a:pt x="0" y="323849"/>
                  </a:lnTo>
                  <a:lnTo>
                    <a:pt x="6350" y="323849"/>
                  </a:lnTo>
                  <a:lnTo>
                    <a:pt x="6350" y="320039"/>
                  </a:lnTo>
                  <a:close/>
                </a:path>
                <a:path w="6350" h="353060">
                  <a:moveTo>
                    <a:pt x="6350" y="323849"/>
                  </a:moveTo>
                  <a:lnTo>
                    <a:pt x="0" y="323849"/>
                  </a:lnTo>
                  <a:lnTo>
                    <a:pt x="0" y="326389"/>
                  </a:lnTo>
                  <a:lnTo>
                    <a:pt x="6350" y="326389"/>
                  </a:lnTo>
                  <a:lnTo>
                    <a:pt x="6350" y="323849"/>
                  </a:lnTo>
                  <a:close/>
                </a:path>
                <a:path w="6350" h="353060">
                  <a:moveTo>
                    <a:pt x="6350" y="326389"/>
                  </a:moveTo>
                  <a:lnTo>
                    <a:pt x="0" y="326389"/>
                  </a:lnTo>
                  <a:lnTo>
                    <a:pt x="0" y="330199"/>
                  </a:lnTo>
                  <a:lnTo>
                    <a:pt x="6350" y="330199"/>
                  </a:lnTo>
                  <a:lnTo>
                    <a:pt x="6350" y="326389"/>
                  </a:lnTo>
                  <a:close/>
                </a:path>
                <a:path w="6350" h="353060">
                  <a:moveTo>
                    <a:pt x="6350" y="330199"/>
                  </a:moveTo>
                  <a:lnTo>
                    <a:pt x="0" y="330199"/>
                  </a:lnTo>
                  <a:lnTo>
                    <a:pt x="0" y="332739"/>
                  </a:lnTo>
                  <a:lnTo>
                    <a:pt x="6350" y="332739"/>
                  </a:lnTo>
                  <a:lnTo>
                    <a:pt x="6350" y="330199"/>
                  </a:lnTo>
                  <a:close/>
                </a:path>
                <a:path w="6350" h="353060">
                  <a:moveTo>
                    <a:pt x="6350" y="332739"/>
                  </a:moveTo>
                  <a:lnTo>
                    <a:pt x="0" y="332739"/>
                  </a:lnTo>
                  <a:lnTo>
                    <a:pt x="0" y="336549"/>
                  </a:lnTo>
                  <a:lnTo>
                    <a:pt x="6350" y="336549"/>
                  </a:lnTo>
                  <a:lnTo>
                    <a:pt x="6350" y="332739"/>
                  </a:lnTo>
                  <a:close/>
                </a:path>
                <a:path w="6350" h="353060">
                  <a:moveTo>
                    <a:pt x="6350" y="336549"/>
                  </a:moveTo>
                  <a:lnTo>
                    <a:pt x="0" y="336549"/>
                  </a:lnTo>
                  <a:lnTo>
                    <a:pt x="0" y="339089"/>
                  </a:lnTo>
                  <a:lnTo>
                    <a:pt x="6350" y="339089"/>
                  </a:lnTo>
                  <a:lnTo>
                    <a:pt x="6350" y="336549"/>
                  </a:lnTo>
                  <a:close/>
                </a:path>
                <a:path w="6350" h="353060">
                  <a:moveTo>
                    <a:pt x="6350" y="339089"/>
                  </a:moveTo>
                  <a:lnTo>
                    <a:pt x="0" y="339089"/>
                  </a:lnTo>
                  <a:lnTo>
                    <a:pt x="0" y="342899"/>
                  </a:lnTo>
                  <a:lnTo>
                    <a:pt x="6350" y="342899"/>
                  </a:lnTo>
                  <a:lnTo>
                    <a:pt x="6350" y="339089"/>
                  </a:lnTo>
                  <a:close/>
                </a:path>
                <a:path w="6350" h="353060">
                  <a:moveTo>
                    <a:pt x="6350" y="342899"/>
                  </a:moveTo>
                  <a:lnTo>
                    <a:pt x="0" y="342899"/>
                  </a:lnTo>
                  <a:lnTo>
                    <a:pt x="0" y="345439"/>
                  </a:lnTo>
                  <a:lnTo>
                    <a:pt x="6350" y="345439"/>
                  </a:lnTo>
                  <a:lnTo>
                    <a:pt x="6350" y="342899"/>
                  </a:lnTo>
                  <a:close/>
                </a:path>
                <a:path w="6350" h="353060">
                  <a:moveTo>
                    <a:pt x="6350" y="345439"/>
                  </a:moveTo>
                  <a:lnTo>
                    <a:pt x="0" y="345439"/>
                  </a:lnTo>
                  <a:lnTo>
                    <a:pt x="0" y="349249"/>
                  </a:lnTo>
                  <a:lnTo>
                    <a:pt x="6350" y="349249"/>
                  </a:lnTo>
                  <a:lnTo>
                    <a:pt x="6350" y="345439"/>
                  </a:lnTo>
                  <a:close/>
                </a:path>
                <a:path w="6350" h="353060">
                  <a:moveTo>
                    <a:pt x="6350" y="349249"/>
                  </a:moveTo>
                  <a:lnTo>
                    <a:pt x="0" y="349249"/>
                  </a:lnTo>
                  <a:lnTo>
                    <a:pt x="0" y="351789"/>
                  </a:lnTo>
                  <a:lnTo>
                    <a:pt x="6350" y="351789"/>
                  </a:lnTo>
                  <a:lnTo>
                    <a:pt x="6350" y="349249"/>
                  </a:lnTo>
                  <a:close/>
                </a:path>
                <a:path w="6350" h="353060">
                  <a:moveTo>
                    <a:pt x="6350" y="351789"/>
                  </a:moveTo>
                  <a:lnTo>
                    <a:pt x="1270" y="351789"/>
                  </a:lnTo>
                  <a:lnTo>
                    <a:pt x="1270" y="353059"/>
                  </a:lnTo>
                  <a:lnTo>
                    <a:pt x="6350" y="353059"/>
                  </a:lnTo>
                  <a:lnTo>
                    <a:pt x="6350" y="351789"/>
                  </a:lnTo>
                  <a:close/>
                </a:path>
              </a:pathLst>
            </a:custGeom>
            <a:solidFill>
              <a:srgbClr val="D0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4" name="object 259">
              <a:extLst>
                <a:ext uri="{FF2B5EF4-FFF2-40B4-BE49-F238E27FC236}">
                  <a16:creationId xmlns:a16="http://schemas.microsoft.com/office/drawing/2014/main" id="{C0197C6B-405B-42BB-BC81-8164F778F54D}"/>
                </a:ext>
              </a:extLst>
            </p:cNvPr>
            <p:cNvSpPr/>
            <p:nvPr/>
          </p:nvSpPr>
          <p:spPr>
            <a:xfrm>
              <a:off x="4491989" y="4220844"/>
              <a:ext cx="7620" cy="349250"/>
            </a:xfrm>
            <a:custGeom>
              <a:avLst/>
              <a:gdLst/>
              <a:ahLst/>
              <a:cxnLst/>
              <a:rect l="l" t="t" r="r" b="b"/>
              <a:pathLst>
                <a:path w="7620" h="349250">
                  <a:moveTo>
                    <a:pt x="7620" y="0"/>
                  </a:moveTo>
                  <a:lnTo>
                    <a:pt x="5080" y="0"/>
                  </a:lnTo>
                  <a:lnTo>
                    <a:pt x="5080" y="1269"/>
                  </a:lnTo>
                  <a:lnTo>
                    <a:pt x="2540" y="1269"/>
                  </a:lnTo>
                  <a:lnTo>
                    <a:pt x="2540" y="2539"/>
                  </a:lnTo>
                  <a:lnTo>
                    <a:pt x="0" y="2539"/>
                  </a:lnTo>
                  <a:lnTo>
                    <a:pt x="0" y="5079"/>
                  </a:lnTo>
                  <a:lnTo>
                    <a:pt x="7620" y="5079"/>
                  </a:lnTo>
                  <a:lnTo>
                    <a:pt x="7620" y="0"/>
                  </a:lnTo>
                  <a:close/>
                </a:path>
                <a:path w="7620" h="349250">
                  <a:moveTo>
                    <a:pt x="7620" y="5080"/>
                  </a:moveTo>
                  <a:lnTo>
                    <a:pt x="0" y="5080"/>
                  </a:lnTo>
                  <a:lnTo>
                    <a:pt x="0" y="11429"/>
                  </a:lnTo>
                  <a:lnTo>
                    <a:pt x="7620" y="11429"/>
                  </a:lnTo>
                  <a:lnTo>
                    <a:pt x="7620" y="5080"/>
                  </a:lnTo>
                  <a:close/>
                </a:path>
                <a:path w="7620" h="349250">
                  <a:moveTo>
                    <a:pt x="7620" y="11430"/>
                  </a:moveTo>
                  <a:lnTo>
                    <a:pt x="0" y="11430"/>
                  </a:lnTo>
                  <a:lnTo>
                    <a:pt x="0" y="17779"/>
                  </a:lnTo>
                  <a:lnTo>
                    <a:pt x="7620" y="17779"/>
                  </a:lnTo>
                  <a:lnTo>
                    <a:pt x="7620" y="11430"/>
                  </a:lnTo>
                  <a:close/>
                </a:path>
                <a:path w="7620" h="349250">
                  <a:moveTo>
                    <a:pt x="7620" y="17780"/>
                  </a:moveTo>
                  <a:lnTo>
                    <a:pt x="0" y="17780"/>
                  </a:lnTo>
                  <a:lnTo>
                    <a:pt x="0" y="24129"/>
                  </a:lnTo>
                  <a:lnTo>
                    <a:pt x="7620" y="24129"/>
                  </a:lnTo>
                  <a:lnTo>
                    <a:pt x="7620" y="17780"/>
                  </a:lnTo>
                  <a:close/>
                </a:path>
                <a:path w="7620" h="349250">
                  <a:moveTo>
                    <a:pt x="7620" y="24130"/>
                  </a:moveTo>
                  <a:lnTo>
                    <a:pt x="0" y="24130"/>
                  </a:lnTo>
                  <a:lnTo>
                    <a:pt x="0" y="30479"/>
                  </a:lnTo>
                  <a:lnTo>
                    <a:pt x="7620" y="30479"/>
                  </a:lnTo>
                  <a:lnTo>
                    <a:pt x="7620" y="24130"/>
                  </a:lnTo>
                  <a:close/>
                </a:path>
                <a:path w="7620" h="349250">
                  <a:moveTo>
                    <a:pt x="7620" y="30480"/>
                  </a:moveTo>
                  <a:lnTo>
                    <a:pt x="0" y="30480"/>
                  </a:lnTo>
                  <a:lnTo>
                    <a:pt x="0" y="36829"/>
                  </a:lnTo>
                  <a:lnTo>
                    <a:pt x="7620" y="36829"/>
                  </a:lnTo>
                  <a:lnTo>
                    <a:pt x="7620" y="30480"/>
                  </a:lnTo>
                  <a:close/>
                </a:path>
                <a:path w="7620" h="349250">
                  <a:moveTo>
                    <a:pt x="7620" y="36830"/>
                  </a:moveTo>
                  <a:lnTo>
                    <a:pt x="0" y="36830"/>
                  </a:lnTo>
                  <a:lnTo>
                    <a:pt x="0" y="43179"/>
                  </a:lnTo>
                  <a:lnTo>
                    <a:pt x="7620" y="43179"/>
                  </a:lnTo>
                  <a:lnTo>
                    <a:pt x="7620" y="36830"/>
                  </a:lnTo>
                  <a:close/>
                </a:path>
                <a:path w="7620" h="349250">
                  <a:moveTo>
                    <a:pt x="7620" y="43180"/>
                  </a:moveTo>
                  <a:lnTo>
                    <a:pt x="0" y="43180"/>
                  </a:lnTo>
                  <a:lnTo>
                    <a:pt x="0" y="49529"/>
                  </a:lnTo>
                  <a:lnTo>
                    <a:pt x="7620" y="49529"/>
                  </a:lnTo>
                  <a:lnTo>
                    <a:pt x="7620" y="43180"/>
                  </a:lnTo>
                  <a:close/>
                </a:path>
                <a:path w="7620" h="349250">
                  <a:moveTo>
                    <a:pt x="7620" y="49530"/>
                  </a:moveTo>
                  <a:lnTo>
                    <a:pt x="0" y="49530"/>
                  </a:lnTo>
                  <a:lnTo>
                    <a:pt x="0" y="55879"/>
                  </a:lnTo>
                  <a:lnTo>
                    <a:pt x="7620" y="55879"/>
                  </a:lnTo>
                  <a:lnTo>
                    <a:pt x="7620" y="49530"/>
                  </a:lnTo>
                  <a:close/>
                </a:path>
                <a:path w="7620" h="349250">
                  <a:moveTo>
                    <a:pt x="7620" y="55880"/>
                  </a:moveTo>
                  <a:lnTo>
                    <a:pt x="0" y="55880"/>
                  </a:lnTo>
                  <a:lnTo>
                    <a:pt x="0" y="62229"/>
                  </a:lnTo>
                  <a:lnTo>
                    <a:pt x="7620" y="62229"/>
                  </a:lnTo>
                  <a:lnTo>
                    <a:pt x="7620" y="55880"/>
                  </a:lnTo>
                  <a:close/>
                </a:path>
                <a:path w="7620" h="349250">
                  <a:moveTo>
                    <a:pt x="7620" y="62230"/>
                  </a:moveTo>
                  <a:lnTo>
                    <a:pt x="0" y="62230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62230"/>
                  </a:lnTo>
                  <a:close/>
                </a:path>
                <a:path w="7620" h="349250">
                  <a:moveTo>
                    <a:pt x="7620" y="68580"/>
                  </a:moveTo>
                  <a:lnTo>
                    <a:pt x="0" y="68580"/>
                  </a:lnTo>
                  <a:lnTo>
                    <a:pt x="0" y="74929"/>
                  </a:lnTo>
                  <a:lnTo>
                    <a:pt x="7620" y="74929"/>
                  </a:lnTo>
                  <a:lnTo>
                    <a:pt x="7620" y="68580"/>
                  </a:lnTo>
                  <a:close/>
                </a:path>
                <a:path w="7620" h="349250">
                  <a:moveTo>
                    <a:pt x="7620" y="74930"/>
                  </a:moveTo>
                  <a:lnTo>
                    <a:pt x="0" y="74930"/>
                  </a:lnTo>
                  <a:lnTo>
                    <a:pt x="0" y="80009"/>
                  </a:lnTo>
                  <a:lnTo>
                    <a:pt x="7620" y="80009"/>
                  </a:lnTo>
                  <a:lnTo>
                    <a:pt x="7620" y="74930"/>
                  </a:lnTo>
                  <a:close/>
                </a:path>
                <a:path w="7620" h="349250">
                  <a:moveTo>
                    <a:pt x="7620" y="80010"/>
                  </a:moveTo>
                  <a:lnTo>
                    <a:pt x="0" y="80010"/>
                  </a:lnTo>
                  <a:lnTo>
                    <a:pt x="0" y="87629"/>
                  </a:lnTo>
                  <a:lnTo>
                    <a:pt x="7620" y="87629"/>
                  </a:lnTo>
                  <a:lnTo>
                    <a:pt x="7620" y="80010"/>
                  </a:lnTo>
                  <a:close/>
                </a:path>
                <a:path w="7620" h="349250">
                  <a:moveTo>
                    <a:pt x="7620" y="87630"/>
                  </a:moveTo>
                  <a:lnTo>
                    <a:pt x="0" y="87630"/>
                  </a:lnTo>
                  <a:lnTo>
                    <a:pt x="0" y="92709"/>
                  </a:lnTo>
                  <a:lnTo>
                    <a:pt x="7620" y="92709"/>
                  </a:lnTo>
                  <a:lnTo>
                    <a:pt x="7620" y="87630"/>
                  </a:lnTo>
                  <a:close/>
                </a:path>
                <a:path w="7620" h="349250">
                  <a:moveTo>
                    <a:pt x="7620" y="92710"/>
                  </a:moveTo>
                  <a:lnTo>
                    <a:pt x="0" y="92710"/>
                  </a:lnTo>
                  <a:lnTo>
                    <a:pt x="0" y="106679"/>
                  </a:lnTo>
                  <a:lnTo>
                    <a:pt x="7620" y="106679"/>
                  </a:lnTo>
                  <a:lnTo>
                    <a:pt x="7620" y="92710"/>
                  </a:lnTo>
                  <a:close/>
                </a:path>
                <a:path w="7620" h="349250">
                  <a:moveTo>
                    <a:pt x="7620" y="106680"/>
                  </a:moveTo>
                  <a:lnTo>
                    <a:pt x="0" y="106680"/>
                  </a:lnTo>
                  <a:lnTo>
                    <a:pt x="0" y="113029"/>
                  </a:lnTo>
                  <a:lnTo>
                    <a:pt x="7620" y="113029"/>
                  </a:lnTo>
                  <a:lnTo>
                    <a:pt x="7620" y="106680"/>
                  </a:lnTo>
                  <a:close/>
                </a:path>
                <a:path w="7620" h="349250">
                  <a:moveTo>
                    <a:pt x="7620" y="113030"/>
                  </a:moveTo>
                  <a:lnTo>
                    <a:pt x="0" y="113030"/>
                  </a:lnTo>
                  <a:lnTo>
                    <a:pt x="0" y="119379"/>
                  </a:lnTo>
                  <a:lnTo>
                    <a:pt x="7620" y="119379"/>
                  </a:lnTo>
                  <a:lnTo>
                    <a:pt x="7620" y="113030"/>
                  </a:lnTo>
                  <a:close/>
                </a:path>
                <a:path w="7620" h="349250">
                  <a:moveTo>
                    <a:pt x="7620" y="119380"/>
                  </a:moveTo>
                  <a:lnTo>
                    <a:pt x="0" y="119380"/>
                  </a:lnTo>
                  <a:lnTo>
                    <a:pt x="0" y="124459"/>
                  </a:lnTo>
                  <a:lnTo>
                    <a:pt x="7620" y="124459"/>
                  </a:lnTo>
                  <a:lnTo>
                    <a:pt x="7620" y="119380"/>
                  </a:lnTo>
                  <a:close/>
                </a:path>
                <a:path w="7620" h="349250">
                  <a:moveTo>
                    <a:pt x="7620" y="124460"/>
                  </a:moveTo>
                  <a:lnTo>
                    <a:pt x="0" y="124460"/>
                  </a:lnTo>
                  <a:lnTo>
                    <a:pt x="0" y="151129"/>
                  </a:lnTo>
                  <a:lnTo>
                    <a:pt x="7620" y="151129"/>
                  </a:lnTo>
                  <a:lnTo>
                    <a:pt x="7620" y="124460"/>
                  </a:lnTo>
                  <a:close/>
                </a:path>
                <a:path w="7620" h="349250">
                  <a:moveTo>
                    <a:pt x="7620" y="151130"/>
                  </a:moveTo>
                  <a:lnTo>
                    <a:pt x="0" y="151130"/>
                  </a:lnTo>
                  <a:lnTo>
                    <a:pt x="0" y="208279"/>
                  </a:lnTo>
                  <a:lnTo>
                    <a:pt x="7620" y="208279"/>
                  </a:lnTo>
                  <a:lnTo>
                    <a:pt x="7620" y="151130"/>
                  </a:lnTo>
                  <a:close/>
                </a:path>
                <a:path w="7620" h="349250">
                  <a:moveTo>
                    <a:pt x="7620" y="208280"/>
                  </a:moveTo>
                  <a:lnTo>
                    <a:pt x="0" y="208280"/>
                  </a:lnTo>
                  <a:lnTo>
                    <a:pt x="0" y="214629"/>
                  </a:lnTo>
                  <a:lnTo>
                    <a:pt x="7620" y="214629"/>
                  </a:lnTo>
                  <a:lnTo>
                    <a:pt x="7620" y="208280"/>
                  </a:lnTo>
                  <a:close/>
                </a:path>
                <a:path w="7620" h="349250">
                  <a:moveTo>
                    <a:pt x="7620" y="214630"/>
                  </a:moveTo>
                  <a:lnTo>
                    <a:pt x="0" y="214630"/>
                  </a:lnTo>
                  <a:lnTo>
                    <a:pt x="0" y="219709"/>
                  </a:lnTo>
                  <a:lnTo>
                    <a:pt x="7620" y="219709"/>
                  </a:lnTo>
                  <a:lnTo>
                    <a:pt x="7620" y="214630"/>
                  </a:lnTo>
                  <a:close/>
                </a:path>
                <a:path w="7620" h="349250">
                  <a:moveTo>
                    <a:pt x="7620" y="219710"/>
                  </a:moveTo>
                  <a:lnTo>
                    <a:pt x="0" y="219710"/>
                  </a:lnTo>
                  <a:lnTo>
                    <a:pt x="0" y="227329"/>
                  </a:lnTo>
                  <a:lnTo>
                    <a:pt x="7620" y="227329"/>
                  </a:lnTo>
                  <a:lnTo>
                    <a:pt x="7620" y="219710"/>
                  </a:lnTo>
                  <a:close/>
                </a:path>
                <a:path w="7620" h="349250">
                  <a:moveTo>
                    <a:pt x="7620" y="227330"/>
                  </a:moveTo>
                  <a:lnTo>
                    <a:pt x="0" y="227330"/>
                  </a:lnTo>
                  <a:lnTo>
                    <a:pt x="0" y="233679"/>
                  </a:lnTo>
                  <a:lnTo>
                    <a:pt x="7620" y="233679"/>
                  </a:lnTo>
                  <a:lnTo>
                    <a:pt x="7620" y="227330"/>
                  </a:lnTo>
                  <a:close/>
                </a:path>
                <a:path w="7620" h="349250">
                  <a:moveTo>
                    <a:pt x="7620" y="233680"/>
                  </a:moveTo>
                  <a:lnTo>
                    <a:pt x="0" y="233680"/>
                  </a:lnTo>
                  <a:lnTo>
                    <a:pt x="0" y="240029"/>
                  </a:lnTo>
                  <a:lnTo>
                    <a:pt x="7620" y="240029"/>
                  </a:lnTo>
                  <a:lnTo>
                    <a:pt x="7620" y="233680"/>
                  </a:lnTo>
                  <a:close/>
                </a:path>
                <a:path w="7620" h="349250">
                  <a:moveTo>
                    <a:pt x="7620" y="240030"/>
                  </a:moveTo>
                  <a:lnTo>
                    <a:pt x="0" y="240030"/>
                  </a:lnTo>
                  <a:lnTo>
                    <a:pt x="0" y="252729"/>
                  </a:lnTo>
                  <a:lnTo>
                    <a:pt x="7620" y="252729"/>
                  </a:lnTo>
                  <a:lnTo>
                    <a:pt x="7620" y="240030"/>
                  </a:lnTo>
                  <a:close/>
                </a:path>
                <a:path w="7620" h="349250">
                  <a:moveTo>
                    <a:pt x="7620" y="252730"/>
                  </a:moveTo>
                  <a:lnTo>
                    <a:pt x="0" y="252730"/>
                  </a:lnTo>
                  <a:lnTo>
                    <a:pt x="0" y="259079"/>
                  </a:lnTo>
                  <a:lnTo>
                    <a:pt x="7620" y="259079"/>
                  </a:lnTo>
                  <a:lnTo>
                    <a:pt x="7620" y="252730"/>
                  </a:lnTo>
                  <a:close/>
                </a:path>
                <a:path w="7620" h="349250">
                  <a:moveTo>
                    <a:pt x="7620" y="259080"/>
                  </a:moveTo>
                  <a:lnTo>
                    <a:pt x="0" y="259080"/>
                  </a:lnTo>
                  <a:lnTo>
                    <a:pt x="0" y="264159"/>
                  </a:lnTo>
                  <a:lnTo>
                    <a:pt x="7620" y="264159"/>
                  </a:lnTo>
                  <a:lnTo>
                    <a:pt x="7620" y="259080"/>
                  </a:lnTo>
                  <a:close/>
                </a:path>
                <a:path w="7620" h="349250">
                  <a:moveTo>
                    <a:pt x="7620" y="264159"/>
                  </a:moveTo>
                  <a:lnTo>
                    <a:pt x="0" y="264159"/>
                  </a:lnTo>
                  <a:lnTo>
                    <a:pt x="0" y="266699"/>
                  </a:lnTo>
                  <a:lnTo>
                    <a:pt x="7620" y="266699"/>
                  </a:lnTo>
                  <a:lnTo>
                    <a:pt x="7620" y="264159"/>
                  </a:lnTo>
                  <a:close/>
                </a:path>
                <a:path w="7620" h="349250">
                  <a:moveTo>
                    <a:pt x="7620" y="266700"/>
                  </a:moveTo>
                  <a:lnTo>
                    <a:pt x="0" y="266700"/>
                  </a:lnTo>
                  <a:lnTo>
                    <a:pt x="0" y="273049"/>
                  </a:lnTo>
                  <a:lnTo>
                    <a:pt x="7620" y="273049"/>
                  </a:lnTo>
                  <a:lnTo>
                    <a:pt x="7620" y="266700"/>
                  </a:lnTo>
                  <a:close/>
                </a:path>
                <a:path w="7620" h="349250">
                  <a:moveTo>
                    <a:pt x="7620" y="273050"/>
                  </a:moveTo>
                  <a:lnTo>
                    <a:pt x="0" y="273050"/>
                  </a:lnTo>
                  <a:lnTo>
                    <a:pt x="0" y="276859"/>
                  </a:lnTo>
                  <a:lnTo>
                    <a:pt x="7620" y="276859"/>
                  </a:lnTo>
                  <a:lnTo>
                    <a:pt x="7620" y="273050"/>
                  </a:lnTo>
                  <a:close/>
                </a:path>
                <a:path w="7620" h="349250">
                  <a:moveTo>
                    <a:pt x="7620" y="276859"/>
                  </a:moveTo>
                  <a:lnTo>
                    <a:pt x="0" y="276859"/>
                  </a:lnTo>
                  <a:lnTo>
                    <a:pt x="0" y="283209"/>
                  </a:lnTo>
                  <a:lnTo>
                    <a:pt x="7620" y="283209"/>
                  </a:lnTo>
                  <a:lnTo>
                    <a:pt x="7620" y="276859"/>
                  </a:lnTo>
                  <a:close/>
                </a:path>
                <a:path w="7620" h="349250">
                  <a:moveTo>
                    <a:pt x="7620" y="283209"/>
                  </a:moveTo>
                  <a:lnTo>
                    <a:pt x="0" y="283209"/>
                  </a:lnTo>
                  <a:lnTo>
                    <a:pt x="0" y="285749"/>
                  </a:lnTo>
                  <a:lnTo>
                    <a:pt x="7620" y="285749"/>
                  </a:lnTo>
                  <a:lnTo>
                    <a:pt x="7620" y="283209"/>
                  </a:lnTo>
                  <a:close/>
                </a:path>
                <a:path w="7620" h="349250">
                  <a:moveTo>
                    <a:pt x="7620" y="285750"/>
                  </a:moveTo>
                  <a:lnTo>
                    <a:pt x="0" y="285750"/>
                  </a:lnTo>
                  <a:lnTo>
                    <a:pt x="0" y="289559"/>
                  </a:lnTo>
                  <a:lnTo>
                    <a:pt x="7620" y="289559"/>
                  </a:lnTo>
                  <a:lnTo>
                    <a:pt x="7620" y="285750"/>
                  </a:lnTo>
                  <a:close/>
                </a:path>
                <a:path w="7620" h="349250">
                  <a:moveTo>
                    <a:pt x="7620" y="289559"/>
                  </a:moveTo>
                  <a:lnTo>
                    <a:pt x="0" y="289559"/>
                  </a:lnTo>
                  <a:lnTo>
                    <a:pt x="0" y="292099"/>
                  </a:lnTo>
                  <a:lnTo>
                    <a:pt x="7620" y="292099"/>
                  </a:lnTo>
                  <a:lnTo>
                    <a:pt x="7620" y="289559"/>
                  </a:lnTo>
                  <a:close/>
                </a:path>
                <a:path w="7620" h="349250">
                  <a:moveTo>
                    <a:pt x="7620" y="292100"/>
                  </a:moveTo>
                  <a:lnTo>
                    <a:pt x="0" y="292100"/>
                  </a:lnTo>
                  <a:lnTo>
                    <a:pt x="0" y="295909"/>
                  </a:lnTo>
                  <a:lnTo>
                    <a:pt x="7620" y="295909"/>
                  </a:lnTo>
                  <a:lnTo>
                    <a:pt x="7620" y="292100"/>
                  </a:lnTo>
                  <a:close/>
                </a:path>
                <a:path w="7620" h="349250">
                  <a:moveTo>
                    <a:pt x="7620" y="295909"/>
                  </a:moveTo>
                  <a:lnTo>
                    <a:pt x="0" y="295909"/>
                  </a:lnTo>
                  <a:lnTo>
                    <a:pt x="0" y="298449"/>
                  </a:lnTo>
                  <a:lnTo>
                    <a:pt x="7620" y="298449"/>
                  </a:lnTo>
                  <a:lnTo>
                    <a:pt x="7620" y="295909"/>
                  </a:lnTo>
                  <a:close/>
                </a:path>
                <a:path w="7620" h="349250">
                  <a:moveTo>
                    <a:pt x="7620" y="298450"/>
                  </a:moveTo>
                  <a:lnTo>
                    <a:pt x="0" y="298450"/>
                  </a:lnTo>
                  <a:lnTo>
                    <a:pt x="0" y="304799"/>
                  </a:lnTo>
                  <a:lnTo>
                    <a:pt x="7620" y="304799"/>
                  </a:lnTo>
                  <a:lnTo>
                    <a:pt x="7620" y="298450"/>
                  </a:lnTo>
                  <a:close/>
                </a:path>
                <a:path w="7620" h="349250">
                  <a:moveTo>
                    <a:pt x="7620" y="304800"/>
                  </a:moveTo>
                  <a:lnTo>
                    <a:pt x="0" y="304800"/>
                  </a:lnTo>
                  <a:lnTo>
                    <a:pt x="0" y="308609"/>
                  </a:lnTo>
                  <a:lnTo>
                    <a:pt x="7620" y="308609"/>
                  </a:lnTo>
                  <a:lnTo>
                    <a:pt x="7620" y="304800"/>
                  </a:lnTo>
                  <a:close/>
                </a:path>
                <a:path w="7620" h="349250">
                  <a:moveTo>
                    <a:pt x="7620" y="308609"/>
                  </a:moveTo>
                  <a:lnTo>
                    <a:pt x="0" y="308609"/>
                  </a:lnTo>
                  <a:lnTo>
                    <a:pt x="0" y="311149"/>
                  </a:lnTo>
                  <a:lnTo>
                    <a:pt x="7620" y="311149"/>
                  </a:lnTo>
                  <a:lnTo>
                    <a:pt x="7620" y="308609"/>
                  </a:lnTo>
                  <a:close/>
                </a:path>
                <a:path w="7620" h="349250">
                  <a:moveTo>
                    <a:pt x="7620" y="311150"/>
                  </a:moveTo>
                  <a:lnTo>
                    <a:pt x="0" y="311150"/>
                  </a:lnTo>
                  <a:lnTo>
                    <a:pt x="0" y="314959"/>
                  </a:lnTo>
                  <a:lnTo>
                    <a:pt x="7620" y="314959"/>
                  </a:lnTo>
                  <a:lnTo>
                    <a:pt x="7620" y="311150"/>
                  </a:lnTo>
                  <a:close/>
                </a:path>
                <a:path w="7620" h="349250">
                  <a:moveTo>
                    <a:pt x="7620" y="314959"/>
                  </a:moveTo>
                  <a:lnTo>
                    <a:pt x="0" y="314959"/>
                  </a:lnTo>
                  <a:lnTo>
                    <a:pt x="0" y="317499"/>
                  </a:lnTo>
                  <a:lnTo>
                    <a:pt x="7620" y="317499"/>
                  </a:lnTo>
                  <a:lnTo>
                    <a:pt x="7620" y="314959"/>
                  </a:lnTo>
                  <a:close/>
                </a:path>
                <a:path w="7620" h="349250">
                  <a:moveTo>
                    <a:pt x="7620" y="317500"/>
                  </a:moveTo>
                  <a:lnTo>
                    <a:pt x="0" y="317500"/>
                  </a:lnTo>
                  <a:lnTo>
                    <a:pt x="0" y="321309"/>
                  </a:lnTo>
                  <a:lnTo>
                    <a:pt x="7620" y="321309"/>
                  </a:lnTo>
                  <a:lnTo>
                    <a:pt x="7620" y="317500"/>
                  </a:lnTo>
                  <a:close/>
                </a:path>
                <a:path w="7620" h="349250">
                  <a:moveTo>
                    <a:pt x="7620" y="321309"/>
                  </a:moveTo>
                  <a:lnTo>
                    <a:pt x="0" y="321309"/>
                  </a:lnTo>
                  <a:lnTo>
                    <a:pt x="0" y="323849"/>
                  </a:lnTo>
                  <a:lnTo>
                    <a:pt x="7620" y="323849"/>
                  </a:lnTo>
                  <a:lnTo>
                    <a:pt x="7620" y="321309"/>
                  </a:lnTo>
                  <a:close/>
                </a:path>
                <a:path w="7620" h="349250">
                  <a:moveTo>
                    <a:pt x="7620" y="323850"/>
                  </a:moveTo>
                  <a:lnTo>
                    <a:pt x="0" y="323850"/>
                  </a:lnTo>
                  <a:lnTo>
                    <a:pt x="0" y="327659"/>
                  </a:lnTo>
                  <a:lnTo>
                    <a:pt x="7620" y="327659"/>
                  </a:lnTo>
                  <a:lnTo>
                    <a:pt x="7620" y="323850"/>
                  </a:lnTo>
                  <a:close/>
                </a:path>
                <a:path w="7620" h="349250">
                  <a:moveTo>
                    <a:pt x="7620" y="327659"/>
                  </a:moveTo>
                  <a:lnTo>
                    <a:pt x="0" y="327659"/>
                  </a:lnTo>
                  <a:lnTo>
                    <a:pt x="0" y="330199"/>
                  </a:lnTo>
                  <a:lnTo>
                    <a:pt x="7620" y="330199"/>
                  </a:lnTo>
                  <a:lnTo>
                    <a:pt x="7620" y="327659"/>
                  </a:lnTo>
                  <a:close/>
                </a:path>
                <a:path w="7620" h="349250">
                  <a:moveTo>
                    <a:pt x="7620" y="330200"/>
                  </a:moveTo>
                  <a:lnTo>
                    <a:pt x="0" y="330200"/>
                  </a:lnTo>
                  <a:lnTo>
                    <a:pt x="0" y="334009"/>
                  </a:lnTo>
                  <a:lnTo>
                    <a:pt x="7620" y="334009"/>
                  </a:lnTo>
                  <a:lnTo>
                    <a:pt x="7620" y="330200"/>
                  </a:lnTo>
                  <a:close/>
                </a:path>
                <a:path w="7620" h="349250">
                  <a:moveTo>
                    <a:pt x="7620" y="334009"/>
                  </a:moveTo>
                  <a:lnTo>
                    <a:pt x="0" y="334009"/>
                  </a:lnTo>
                  <a:lnTo>
                    <a:pt x="0" y="336549"/>
                  </a:lnTo>
                  <a:lnTo>
                    <a:pt x="7620" y="336549"/>
                  </a:lnTo>
                  <a:lnTo>
                    <a:pt x="7620" y="334009"/>
                  </a:lnTo>
                  <a:close/>
                </a:path>
                <a:path w="7620" h="349250">
                  <a:moveTo>
                    <a:pt x="7620" y="336550"/>
                  </a:moveTo>
                  <a:lnTo>
                    <a:pt x="0" y="336550"/>
                  </a:lnTo>
                  <a:lnTo>
                    <a:pt x="0" y="340359"/>
                  </a:lnTo>
                  <a:lnTo>
                    <a:pt x="7620" y="340359"/>
                  </a:lnTo>
                  <a:lnTo>
                    <a:pt x="7620" y="336550"/>
                  </a:lnTo>
                  <a:close/>
                </a:path>
                <a:path w="7620" h="349250">
                  <a:moveTo>
                    <a:pt x="7620" y="340359"/>
                  </a:moveTo>
                  <a:lnTo>
                    <a:pt x="0" y="340359"/>
                  </a:lnTo>
                  <a:lnTo>
                    <a:pt x="0" y="342899"/>
                  </a:lnTo>
                  <a:lnTo>
                    <a:pt x="7620" y="342899"/>
                  </a:lnTo>
                  <a:lnTo>
                    <a:pt x="7620" y="340359"/>
                  </a:lnTo>
                  <a:close/>
                </a:path>
                <a:path w="7620" h="349250">
                  <a:moveTo>
                    <a:pt x="7620" y="342900"/>
                  </a:moveTo>
                  <a:lnTo>
                    <a:pt x="0" y="342900"/>
                  </a:lnTo>
                  <a:lnTo>
                    <a:pt x="0" y="345439"/>
                  </a:lnTo>
                  <a:lnTo>
                    <a:pt x="1270" y="345439"/>
                  </a:lnTo>
                  <a:lnTo>
                    <a:pt x="1270" y="346709"/>
                  </a:lnTo>
                  <a:lnTo>
                    <a:pt x="7620" y="346709"/>
                  </a:lnTo>
                  <a:lnTo>
                    <a:pt x="7620" y="342900"/>
                  </a:lnTo>
                  <a:close/>
                </a:path>
                <a:path w="7620" h="349250">
                  <a:moveTo>
                    <a:pt x="7620" y="346709"/>
                  </a:moveTo>
                  <a:lnTo>
                    <a:pt x="3810" y="346709"/>
                  </a:lnTo>
                  <a:lnTo>
                    <a:pt x="3810" y="347979"/>
                  </a:lnTo>
                  <a:lnTo>
                    <a:pt x="6350" y="347979"/>
                  </a:lnTo>
                  <a:lnTo>
                    <a:pt x="6350" y="349249"/>
                  </a:lnTo>
                  <a:lnTo>
                    <a:pt x="7620" y="349249"/>
                  </a:lnTo>
                  <a:lnTo>
                    <a:pt x="7620" y="346709"/>
                  </a:lnTo>
                  <a:close/>
                </a:path>
              </a:pathLst>
            </a:custGeom>
            <a:solidFill>
              <a:srgbClr val="D2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5" name="object 260">
              <a:extLst>
                <a:ext uri="{FF2B5EF4-FFF2-40B4-BE49-F238E27FC236}">
                  <a16:creationId xmlns:a16="http://schemas.microsoft.com/office/drawing/2014/main" id="{80DE33D9-2C1F-4FBF-89DF-E9F1554707F2}"/>
                </a:ext>
              </a:extLst>
            </p:cNvPr>
            <p:cNvSpPr/>
            <p:nvPr/>
          </p:nvSpPr>
          <p:spPr>
            <a:xfrm>
              <a:off x="4484369" y="4224655"/>
              <a:ext cx="7620" cy="341630"/>
            </a:xfrm>
            <a:custGeom>
              <a:avLst/>
              <a:gdLst/>
              <a:ahLst/>
              <a:cxnLst/>
              <a:rect l="l" t="t" r="r" b="b"/>
              <a:pathLst>
                <a:path w="7620" h="341629">
                  <a:moveTo>
                    <a:pt x="7619" y="0"/>
                  </a:moveTo>
                  <a:lnTo>
                    <a:pt x="5079" y="0"/>
                  </a:lnTo>
                  <a:lnTo>
                    <a:pt x="5079" y="1269"/>
                  </a:lnTo>
                  <a:lnTo>
                    <a:pt x="7619" y="1269"/>
                  </a:lnTo>
                  <a:lnTo>
                    <a:pt x="7619" y="0"/>
                  </a:lnTo>
                  <a:close/>
                </a:path>
                <a:path w="7620" h="341629">
                  <a:moveTo>
                    <a:pt x="7619" y="1269"/>
                  </a:moveTo>
                  <a:lnTo>
                    <a:pt x="2539" y="1269"/>
                  </a:lnTo>
                  <a:lnTo>
                    <a:pt x="2539" y="2539"/>
                  </a:lnTo>
                  <a:lnTo>
                    <a:pt x="0" y="2539"/>
                  </a:lnTo>
                  <a:lnTo>
                    <a:pt x="0" y="7619"/>
                  </a:lnTo>
                  <a:lnTo>
                    <a:pt x="7619" y="7619"/>
                  </a:lnTo>
                  <a:lnTo>
                    <a:pt x="7619" y="1269"/>
                  </a:lnTo>
                  <a:close/>
                </a:path>
                <a:path w="7620" h="341629">
                  <a:moveTo>
                    <a:pt x="7619" y="7619"/>
                  </a:moveTo>
                  <a:lnTo>
                    <a:pt x="0" y="7619"/>
                  </a:lnTo>
                  <a:lnTo>
                    <a:pt x="0" y="13969"/>
                  </a:lnTo>
                  <a:lnTo>
                    <a:pt x="7619" y="13969"/>
                  </a:lnTo>
                  <a:lnTo>
                    <a:pt x="7619" y="7619"/>
                  </a:lnTo>
                  <a:close/>
                </a:path>
                <a:path w="7620" h="341629">
                  <a:moveTo>
                    <a:pt x="7619" y="13969"/>
                  </a:moveTo>
                  <a:lnTo>
                    <a:pt x="0" y="13969"/>
                  </a:lnTo>
                  <a:lnTo>
                    <a:pt x="0" y="20319"/>
                  </a:lnTo>
                  <a:lnTo>
                    <a:pt x="7619" y="20319"/>
                  </a:lnTo>
                  <a:lnTo>
                    <a:pt x="7619" y="13969"/>
                  </a:lnTo>
                  <a:close/>
                </a:path>
                <a:path w="7620" h="341629">
                  <a:moveTo>
                    <a:pt x="7619" y="20319"/>
                  </a:moveTo>
                  <a:lnTo>
                    <a:pt x="0" y="20319"/>
                  </a:lnTo>
                  <a:lnTo>
                    <a:pt x="0" y="26669"/>
                  </a:lnTo>
                  <a:lnTo>
                    <a:pt x="7619" y="26669"/>
                  </a:lnTo>
                  <a:lnTo>
                    <a:pt x="7619" y="20319"/>
                  </a:lnTo>
                  <a:close/>
                </a:path>
                <a:path w="7620" h="341629">
                  <a:moveTo>
                    <a:pt x="7619" y="26669"/>
                  </a:moveTo>
                  <a:lnTo>
                    <a:pt x="0" y="26669"/>
                  </a:lnTo>
                  <a:lnTo>
                    <a:pt x="0" y="33019"/>
                  </a:lnTo>
                  <a:lnTo>
                    <a:pt x="7619" y="33019"/>
                  </a:lnTo>
                  <a:lnTo>
                    <a:pt x="7619" y="26669"/>
                  </a:lnTo>
                  <a:close/>
                </a:path>
                <a:path w="7620" h="341629">
                  <a:moveTo>
                    <a:pt x="7619" y="33019"/>
                  </a:moveTo>
                  <a:lnTo>
                    <a:pt x="0" y="33019"/>
                  </a:lnTo>
                  <a:lnTo>
                    <a:pt x="0" y="39369"/>
                  </a:lnTo>
                  <a:lnTo>
                    <a:pt x="7619" y="39369"/>
                  </a:lnTo>
                  <a:lnTo>
                    <a:pt x="7619" y="33019"/>
                  </a:lnTo>
                  <a:close/>
                </a:path>
                <a:path w="7620" h="341629">
                  <a:moveTo>
                    <a:pt x="7619" y="39369"/>
                  </a:moveTo>
                  <a:lnTo>
                    <a:pt x="0" y="39369"/>
                  </a:lnTo>
                  <a:lnTo>
                    <a:pt x="0" y="45719"/>
                  </a:lnTo>
                  <a:lnTo>
                    <a:pt x="7619" y="45719"/>
                  </a:lnTo>
                  <a:lnTo>
                    <a:pt x="7619" y="39369"/>
                  </a:lnTo>
                  <a:close/>
                </a:path>
                <a:path w="7620" h="341629">
                  <a:moveTo>
                    <a:pt x="7619" y="45719"/>
                  </a:moveTo>
                  <a:lnTo>
                    <a:pt x="0" y="45719"/>
                  </a:lnTo>
                  <a:lnTo>
                    <a:pt x="0" y="52069"/>
                  </a:lnTo>
                  <a:lnTo>
                    <a:pt x="7619" y="52069"/>
                  </a:lnTo>
                  <a:lnTo>
                    <a:pt x="7619" y="45719"/>
                  </a:lnTo>
                  <a:close/>
                </a:path>
                <a:path w="7620" h="341629">
                  <a:moveTo>
                    <a:pt x="7619" y="52069"/>
                  </a:moveTo>
                  <a:lnTo>
                    <a:pt x="0" y="52069"/>
                  </a:lnTo>
                  <a:lnTo>
                    <a:pt x="0" y="58419"/>
                  </a:lnTo>
                  <a:lnTo>
                    <a:pt x="7619" y="58419"/>
                  </a:lnTo>
                  <a:lnTo>
                    <a:pt x="7619" y="52069"/>
                  </a:lnTo>
                  <a:close/>
                </a:path>
                <a:path w="7620" h="341629">
                  <a:moveTo>
                    <a:pt x="7619" y="58419"/>
                  </a:moveTo>
                  <a:lnTo>
                    <a:pt x="0" y="58419"/>
                  </a:lnTo>
                  <a:lnTo>
                    <a:pt x="0" y="64769"/>
                  </a:lnTo>
                  <a:lnTo>
                    <a:pt x="7619" y="64769"/>
                  </a:lnTo>
                  <a:lnTo>
                    <a:pt x="7619" y="58419"/>
                  </a:lnTo>
                  <a:close/>
                </a:path>
                <a:path w="7620" h="341629">
                  <a:moveTo>
                    <a:pt x="7619" y="64769"/>
                  </a:moveTo>
                  <a:lnTo>
                    <a:pt x="0" y="64769"/>
                  </a:lnTo>
                  <a:lnTo>
                    <a:pt x="0" y="71119"/>
                  </a:lnTo>
                  <a:lnTo>
                    <a:pt x="7619" y="71119"/>
                  </a:lnTo>
                  <a:lnTo>
                    <a:pt x="7619" y="64769"/>
                  </a:lnTo>
                  <a:close/>
                </a:path>
                <a:path w="7620" h="341629">
                  <a:moveTo>
                    <a:pt x="7619" y="71119"/>
                  </a:moveTo>
                  <a:lnTo>
                    <a:pt x="0" y="71119"/>
                  </a:lnTo>
                  <a:lnTo>
                    <a:pt x="0" y="76199"/>
                  </a:lnTo>
                  <a:lnTo>
                    <a:pt x="7619" y="76199"/>
                  </a:lnTo>
                  <a:lnTo>
                    <a:pt x="7619" y="71119"/>
                  </a:lnTo>
                  <a:close/>
                </a:path>
                <a:path w="7620" h="341629">
                  <a:moveTo>
                    <a:pt x="7619" y="76200"/>
                  </a:moveTo>
                  <a:lnTo>
                    <a:pt x="0" y="76200"/>
                  </a:lnTo>
                  <a:lnTo>
                    <a:pt x="0" y="83819"/>
                  </a:lnTo>
                  <a:lnTo>
                    <a:pt x="7619" y="83819"/>
                  </a:lnTo>
                  <a:lnTo>
                    <a:pt x="7619" y="76200"/>
                  </a:lnTo>
                  <a:close/>
                </a:path>
                <a:path w="7620" h="341629">
                  <a:moveTo>
                    <a:pt x="7619" y="83819"/>
                  </a:moveTo>
                  <a:lnTo>
                    <a:pt x="0" y="83819"/>
                  </a:lnTo>
                  <a:lnTo>
                    <a:pt x="0" y="88899"/>
                  </a:lnTo>
                  <a:lnTo>
                    <a:pt x="7619" y="88899"/>
                  </a:lnTo>
                  <a:lnTo>
                    <a:pt x="7619" y="83819"/>
                  </a:lnTo>
                  <a:close/>
                </a:path>
                <a:path w="7620" h="341629">
                  <a:moveTo>
                    <a:pt x="7619" y="88900"/>
                  </a:moveTo>
                  <a:lnTo>
                    <a:pt x="0" y="88900"/>
                  </a:lnTo>
                  <a:lnTo>
                    <a:pt x="0" y="102869"/>
                  </a:lnTo>
                  <a:lnTo>
                    <a:pt x="7619" y="102869"/>
                  </a:lnTo>
                  <a:lnTo>
                    <a:pt x="7619" y="88900"/>
                  </a:lnTo>
                  <a:close/>
                </a:path>
                <a:path w="7620" h="341629">
                  <a:moveTo>
                    <a:pt x="7619" y="102869"/>
                  </a:moveTo>
                  <a:lnTo>
                    <a:pt x="0" y="102869"/>
                  </a:lnTo>
                  <a:lnTo>
                    <a:pt x="0" y="109219"/>
                  </a:lnTo>
                  <a:lnTo>
                    <a:pt x="7619" y="109219"/>
                  </a:lnTo>
                  <a:lnTo>
                    <a:pt x="7619" y="102869"/>
                  </a:lnTo>
                  <a:close/>
                </a:path>
                <a:path w="7620" h="341629">
                  <a:moveTo>
                    <a:pt x="7619" y="109219"/>
                  </a:moveTo>
                  <a:lnTo>
                    <a:pt x="0" y="109219"/>
                  </a:lnTo>
                  <a:lnTo>
                    <a:pt x="0" y="115569"/>
                  </a:lnTo>
                  <a:lnTo>
                    <a:pt x="7619" y="115569"/>
                  </a:lnTo>
                  <a:lnTo>
                    <a:pt x="7619" y="109219"/>
                  </a:lnTo>
                  <a:close/>
                </a:path>
                <a:path w="7620" h="341629">
                  <a:moveTo>
                    <a:pt x="7619" y="115569"/>
                  </a:moveTo>
                  <a:lnTo>
                    <a:pt x="0" y="115569"/>
                  </a:lnTo>
                  <a:lnTo>
                    <a:pt x="0" y="120649"/>
                  </a:lnTo>
                  <a:lnTo>
                    <a:pt x="7619" y="120649"/>
                  </a:lnTo>
                  <a:lnTo>
                    <a:pt x="7619" y="115569"/>
                  </a:lnTo>
                  <a:close/>
                </a:path>
                <a:path w="7620" h="341629">
                  <a:moveTo>
                    <a:pt x="7619" y="120650"/>
                  </a:moveTo>
                  <a:lnTo>
                    <a:pt x="0" y="120650"/>
                  </a:lnTo>
                  <a:lnTo>
                    <a:pt x="0" y="147319"/>
                  </a:lnTo>
                  <a:lnTo>
                    <a:pt x="7619" y="147319"/>
                  </a:lnTo>
                  <a:lnTo>
                    <a:pt x="7619" y="120650"/>
                  </a:lnTo>
                  <a:close/>
                </a:path>
                <a:path w="7620" h="341629">
                  <a:moveTo>
                    <a:pt x="7619" y="147319"/>
                  </a:moveTo>
                  <a:lnTo>
                    <a:pt x="0" y="147319"/>
                  </a:lnTo>
                  <a:lnTo>
                    <a:pt x="0" y="204469"/>
                  </a:lnTo>
                  <a:lnTo>
                    <a:pt x="7619" y="204469"/>
                  </a:lnTo>
                  <a:lnTo>
                    <a:pt x="7619" y="147319"/>
                  </a:lnTo>
                  <a:close/>
                </a:path>
                <a:path w="7620" h="341629">
                  <a:moveTo>
                    <a:pt x="7619" y="204469"/>
                  </a:moveTo>
                  <a:lnTo>
                    <a:pt x="0" y="204469"/>
                  </a:lnTo>
                  <a:lnTo>
                    <a:pt x="0" y="210819"/>
                  </a:lnTo>
                  <a:lnTo>
                    <a:pt x="7619" y="210819"/>
                  </a:lnTo>
                  <a:lnTo>
                    <a:pt x="7619" y="204469"/>
                  </a:lnTo>
                  <a:close/>
                </a:path>
                <a:path w="7620" h="341629">
                  <a:moveTo>
                    <a:pt x="7619" y="210819"/>
                  </a:moveTo>
                  <a:lnTo>
                    <a:pt x="0" y="210819"/>
                  </a:lnTo>
                  <a:lnTo>
                    <a:pt x="0" y="215899"/>
                  </a:lnTo>
                  <a:lnTo>
                    <a:pt x="7619" y="215899"/>
                  </a:lnTo>
                  <a:lnTo>
                    <a:pt x="7619" y="210819"/>
                  </a:lnTo>
                  <a:close/>
                </a:path>
                <a:path w="7620" h="341629">
                  <a:moveTo>
                    <a:pt x="7619" y="215900"/>
                  </a:moveTo>
                  <a:lnTo>
                    <a:pt x="0" y="215900"/>
                  </a:lnTo>
                  <a:lnTo>
                    <a:pt x="0" y="223519"/>
                  </a:lnTo>
                  <a:lnTo>
                    <a:pt x="7619" y="223519"/>
                  </a:lnTo>
                  <a:lnTo>
                    <a:pt x="7619" y="215900"/>
                  </a:lnTo>
                  <a:close/>
                </a:path>
                <a:path w="7620" h="341629">
                  <a:moveTo>
                    <a:pt x="7619" y="223519"/>
                  </a:moveTo>
                  <a:lnTo>
                    <a:pt x="0" y="223519"/>
                  </a:lnTo>
                  <a:lnTo>
                    <a:pt x="0" y="229869"/>
                  </a:lnTo>
                  <a:lnTo>
                    <a:pt x="7619" y="229869"/>
                  </a:lnTo>
                  <a:lnTo>
                    <a:pt x="7619" y="223519"/>
                  </a:lnTo>
                  <a:close/>
                </a:path>
                <a:path w="7620" h="341629">
                  <a:moveTo>
                    <a:pt x="7619" y="229869"/>
                  </a:moveTo>
                  <a:lnTo>
                    <a:pt x="0" y="229869"/>
                  </a:lnTo>
                  <a:lnTo>
                    <a:pt x="0" y="236219"/>
                  </a:lnTo>
                  <a:lnTo>
                    <a:pt x="7619" y="236219"/>
                  </a:lnTo>
                  <a:lnTo>
                    <a:pt x="7619" y="229869"/>
                  </a:lnTo>
                  <a:close/>
                </a:path>
                <a:path w="7620" h="341629">
                  <a:moveTo>
                    <a:pt x="7619" y="236219"/>
                  </a:moveTo>
                  <a:lnTo>
                    <a:pt x="0" y="236219"/>
                  </a:lnTo>
                  <a:lnTo>
                    <a:pt x="0" y="248919"/>
                  </a:lnTo>
                  <a:lnTo>
                    <a:pt x="7619" y="248919"/>
                  </a:lnTo>
                  <a:lnTo>
                    <a:pt x="7619" y="236219"/>
                  </a:lnTo>
                  <a:close/>
                </a:path>
                <a:path w="7620" h="341629">
                  <a:moveTo>
                    <a:pt x="7619" y="248919"/>
                  </a:moveTo>
                  <a:lnTo>
                    <a:pt x="0" y="248919"/>
                  </a:lnTo>
                  <a:lnTo>
                    <a:pt x="0" y="255269"/>
                  </a:lnTo>
                  <a:lnTo>
                    <a:pt x="7619" y="255269"/>
                  </a:lnTo>
                  <a:lnTo>
                    <a:pt x="7619" y="248919"/>
                  </a:lnTo>
                  <a:close/>
                </a:path>
                <a:path w="7620" h="341629">
                  <a:moveTo>
                    <a:pt x="7619" y="255269"/>
                  </a:moveTo>
                  <a:lnTo>
                    <a:pt x="0" y="255269"/>
                  </a:lnTo>
                  <a:lnTo>
                    <a:pt x="0" y="260349"/>
                  </a:lnTo>
                  <a:lnTo>
                    <a:pt x="7619" y="260349"/>
                  </a:lnTo>
                  <a:lnTo>
                    <a:pt x="7619" y="255269"/>
                  </a:lnTo>
                  <a:close/>
                </a:path>
                <a:path w="7620" h="341629">
                  <a:moveTo>
                    <a:pt x="7619" y="260349"/>
                  </a:moveTo>
                  <a:lnTo>
                    <a:pt x="0" y="260349"/>
                  </a:lnTo>
                  <a:lnTo>
                    <a:pt x="0" y="262889"/>
                  </a:lnTo>
                  <a:lnTo>
                    <a:pt x="7619" y="262889"/>
                  </a:lnTo>
                  <a:lnTo>
                    <a:pt x="7619" y="260349"/>
                  </a:lnTo>
                  <a:close/>
                </a:path>
                <a:path w="7620" h="341629">
                  <a:moveTo>
                    <a:pt x="7619" y="262889"/>
                  </a:moveTo>
                  <a:lnTo>
                    <a:pt x="0" y="262889"/>
                  </a:lnTo>
                  <a:lnTo>
                    <a:pt x="0" y="269239"/>
                  </a:lnTo>
                  <a:lnTo>
                    <a:pt x="7619" y="269239"/>
                  </a:lnTo>
                  <a:lnTo>
                    <a:pt x="7619" y="262889"/>
                  </a:lnTo>
                  <a:close/>
                </a:path>
                <a:path w="7620" h="341629">
                  <a:moveTo>
                    <a:pt x="7619" y="269239"/>
                  </a:moveTo>
                  <a:lnTo>
                    <a:pt x="0" y="269239"/>
                  </a:lnTo>
                  <a:lnTo>
                    <a:pt x="0" y="273049"/>
                  </a:lnTo>
                  <a:lnTo>
                    <a:pt x="7619" y="273049"/>
                  </a:lnTo>
                  <a:lnTo>
                    <a:pt x="7619" y="269239"/>
                  </a:lnTo>
                  <a:close/>
                </a:path>
                <a:path w="7620" h="341629">
                  <a:moveTo>
                    <a:pt x="7619" y="273049"/>
                  </a:moveTo>
                  <a:lnTo>
                    <a:pt x="0" y="273049"/>
                  </a:lnTo>
                  <a:lnTo>
                    <a:pt x="0" y="279399"/>
                  </a:lnTo>
                  <a:lnTo>
                    <a:pt x="7619" y="279399"/>
                  </a:lnTo>
                  <a:lnTo>
                    <a:pt x="7619" y="273049"/>
                  </a:lnTo>
                  <a:close/>
                </a:path>
                <a:path w="7620" h="341629">
                  <a:moveTo>
                    <a:pt x="7619" y="279399"/>
                  </a:moveTo>
                  <a:lnTo>
                    <a:pt x="0" y="279399"/>
                  </a:lnTo>
                  <a:lnTo>
                    <a:pt x="0" y="281939"/>
                  </a:lnTo>
                  <a:lnTo>
                    <a:pt x="7619" y="281939"/>
                  </a:lnTo>
                  <a:lnTo>
                    <a:pt x="7619" y="279399"/>
                  </a:lnTo>
                  <a:close/>
                </a:path>
                <a:path w="7620" h="341629">
                  <a:moveTo>
                    <a:pt x="7619" y="281939"/>
                  </a:moveTo>
                  <a:lnTo>
                    <a:pt x="0" y="281939"/>
                  </a:lnTo>
                  <a:lnTo>
                    <a:pt x="0" y="285749"/>
                  </a:lnTo>
                  <a:lnTo>
                    <a:pt x="7619" y="285749"/>
                  </a:lnTo>
                  <a:lnTo>
                    <a:pt x="7619" y="281939"/>
                  </a:lnTo>
                  <a:close/>
                </a:path>
                <a:path w="7620" h="341629">
                  <a:moveTo>
                    <a:pt x="7619" y="285749"/>
                  </a:moveTo>
                  <a:lnTo>
                    <a:pt x="0" y="285749"/>
                  </a:lnTo>
                  <a:lnTo>
                    <a:pt x="0" y="288289"/>
                  </a:lnTo>
                  <a:lnTo>
                    <a:pt x="7619" y="288289"/>
                  </a:lnTo>
                  <a:lnTo>
                    <a:pt x="7619" y="285749"/>
                  </a:lnTo>
                  <a:close/>
                </a:path>
                <a:path w="7620" h="341629">
                  <a:moveTo>
                    <a:pt x="7619" y="288289"/>
                  </a:moveTo>
                  <a:lnTo>
                    <a:pt x="0" y="288289"/>
                  </a:lnTo>
                  <a:lnTo>
                    <a:pt x="0" y="292099"/>
                  </a:lnTo>
                  <a:lnTo>
                    <a:pt x="7619" y="292099"/>
                  </a:lnTo>
                  <a:lnTo>
                    <a:pt x="7619" y="288289"/>
                  </a:lnTo>
                  <a:close/>
                </a:path>
                <a:path w="7620" h="341629">
                  <a:moveTo>
                    <a:pt x="7619" y="292099"/>
                  </a:moveTo>
                  <a:lnTo>
                    <a:pt x="0" y="292099"/>
                  </a:lnTo>
                  <a:lnTo>
                    <a:pt x="0" y="294639"/>
                  </a:lnTo>
                  <a:lnTo>
                    <a:pt x="7619" y="294639"/>
                  </a:lnTo>
                  <a:lnTo>
                    <a:pt x="7619" y="292099"/>
                  </a:lnTo>
                  <a:close/>
                </a:path>
                <a:path w="7620" h="341629">
                  <a:moveTo>
                    <a:pt x="7619" y="294639"/>
                  </a:moveTo>
                  <a:lnTo>
                    <a:pt x="0" y="294639"/>
                  </a:lnTo>
                  <a:lnTo>
                    <a:pt x="0" y="300989"/>
                  </a:lnTo>
                  <a:lnTo>
                    <a:pt x="7619" y="300989"/>
                  </a:lnTo>
                  <a:lnTo>
                    <a:pt x="7619" y="294639"/>
                  </a:lnTo>
                  <a:close/>
                </a:path>
                <a:path w="7620" h="341629">
                  <a:moveTo>
                    <a:pt x="7619" y="300989"/>
                  </a:moveTo>
                  <a:lnTo>
                    <a:pt x="0" y="300989"/>
                  </a:lnTo>
                  <a:lnTo>
                    <a:pt x="0" y="304799"/>
                  </a:lnTo>
                  <a:lnTo>
                    <a:pt x="7619" y="304799"/>
                  </a:lnTo>
                  <a:lnTo>
                    <a:pt x="7619" y="300989"/>
                  </a:lnTo>
                  <a:close/>
                </a:path>
                <a:path w="7620" h="341629">
                  <a:moveTo>
                    <a:pt x="7619" y="304799"/>
                  </a:moveTo>
                  <a:lnTo>
                    <a:pt x="0" y="304799"/>
                  </a:lnTo>
                  <a:lnTo>
                    <a:pt x="0" y="307339"/>
                  </a:lnTo>
                  <a:lnTo>
                    <a:pt x="7619" y="307339"/>
                  </a:lnTo>
                  <a:lnTo>
                    <a:pt x="7619" y="304799"/>
                  </a:lnTo>
                  <a:close/>
                </a:path>
                <a:path w="7620" h="341629">
                  <a:moveTo>
                    <a:pt x="7619" y="307339"/>
                  </a:moveTo>
                  <a:lnTo>
                    <a:pt x="0" y="307339"/>
                  </a:lnTo>
                  <a:lnTo>
                    <a:pt x="0" y="311149"/>
                  </a:lnTo>
                  <a:lnTo>
                    <a:pt x="7619" y="311149"/>
                  </a:lnTo>
                  <a:lnTo>
                    <a:pt x="7619" y="307339"/>
                  </a:lnTo>
                  <a:close/>
                </a:path>
                <a:path w="7620" h="341629">
                  <a:moveTo>
                    <a:pt x="7619" y="311149"/>
                  </a:moveTo>
                  <a:lnTo>
                    <a:pt x="0" y="311149"/>
                  </a:lnTo>
                  <a:lnTo>
                    <a:pt x="0" y="313689"/>
                  </a:lnTo>
                  <a:lnTo>
                    <a:pt x="7619" y="313689"/>
                  </a:lnTo>
                  <a:lnTo>
                    <a:pt x="7619" y="311149"/>
                  </a:lnTo>
                  <a:close/>
                </a:path>
                <a:path w="7620" h="341629">
                  <a:moveTo>
                    <a:pt x="7619" y="313689"/>
                  </a:moveTo>
                  <a:lnTo>
                    <a:pt x="0" y="313689"/>
                  </a:lnTo>
                  <a:lnTo>
                    <a:pt x="0" y="317499"/>
                  </a:lnTo>
                  <a:lnTo>
                    <a:pt x="7619" y="317499"/>
                  </a:lnTo>
                  <a:lnTo>
                    <a:pt x="7619" y="313689"/>
                  </a:lnTo>
                  <a:close/>
                </a:path>
                <a:path w="7620" h="341629">
                  <a:moveTo>
                    <a:pt x="7619" y="317499"/>
                  </a:moveTo>
                  <a:lnTo>
                    <a:pt x="0" y="317499"/>
                  </a:lnTo>
                  <a:lnTo>
                    <a:pt x="0" y="320039"/>
                  </a:lnTo>
                  <a:lnTo>
                    <a:pt x="7619" y="320039"/>
                  </a:lnTo>
                  <a:lnTo>
                    <a:pt x="7619" y="317499"/>
                  </a:lnTo>
                  <a:close/>
                </a:path>
                <a:path w="7620" h="341629">
                  <a:moveTo>
                    <a:pt x="7619" y="320039"/>
                  </a:moveTo>
                  <a:lnTo>
                    <a:pt x="0" y="320039"/>
                  </a:lnTo>
                  <a:lnTo>
                    <a:pt x="0" y="323849"/>
                  </a:lnTo>
                  <a:lnTo>
                    <a:pt x="7619" y="323849"/>
                  </a:lnTo>
                  <a:lnTo>
                    <a:pt x="7619" y="320039"/>
                  </a:lnTo>
                  <a:close/>
                </a:path>
                <a:path w="7620" h="341629">
                  <a:moveTo>
                    <a:pt x="7619" y="323849"/>
                  </a:moveTo>
                  <a:lnTo>
                    <a:pt x="0" y="323849"/>
                  </a:lnTo>
                  <a:lnTo>
                    <a:pt x="0" y="326389"/>
                  </a:lnTo>
                  <a:lnTo>
                    <a:pt x="7619" y="326389"/>
                  </a:lnTo>
                  <a:lnTo>
                    <a:pt x="7619" y="323849"/>
                  </a:lnTo>
                  <a:close/>
                </a:path>
                <a:path w="7620" h="341629">
                  <a:moveTo>
                    <a:pt x="7619" y="326389"/>
                  </a:moveTo>
                  <a:lnTo>
                    <a:pt x="0" y="326389"/>
                  </a:lnTo>
                  <a:lnTo>
                    <a:pt x="0" y="330199"/>
                  </a:lnTo>
                  <a:lnTo>
                    <a:pt x="7619" y="330199"/>
                  </a:lnTo>
                  <a:lnTo>
                    <a:pt x="7619" y="326389"/>
                  </a:lnTo>
                  <a:close/>
                </a:path>
                <a:path w="7620" h="341629">
                  <a:moveTo>
                    <a:pt x="7619" y="330199"/>
                  </a:moveTo>
                  <a:lnTo>
                    <a:pt x="0" y="330199"/>
                  </a:lnTo>
                  <a:lnTo>
                    <a:pt x="0" y="332739"/>
                  </a:lnTo>
                  <a:lnTo>
                    <a:pt x="7619" y="332739"/>
                  </a:lnTo>
                  <a:lnTo>
                    <a:pt x="7619" y="330199"/>
                  </a:lnTo>
                  <a:close/>
                </a:path>
                <a:path w="7620" h="341629">
                  <a:moveTo>
                    <a:pt x="7619" y="332739"/>
                  </a:moveTo>
                  <a:lnTo>
                    <a:pt x="0" y="332739"/>
                  </a:lnTo>
                  <a:lnTo>
                    <a:pt x="0" y="336549"/>
                  </a:lnTo>
                  <a:lnTo>
                    <a:pt x="7619" y="336549"/>
                  </a:lnTo>
                  <a:lnTo>
                    <a:pt x="7619" y="332739"/>
                  </a:lnTo>
                  <a:close/>
                </a:path>
                <a:path w="7620" h="341629">
                  <a:moveTo>
                    <a:pt x="7619" y="336549"/>
                  </a:moveTo>
                  <a:lnTo>
                    <a:pt x="0" y="336549"/>
                  </a:lnTo>
                  <a:lnTo>
                    <a:pt x="0" y="339089"/>
                  </a:lnTo>
                  <a:lnTo>
                    <a:pt x="7619" y="339089"/>
                  </a:lnTo>
                  <a:lnTo>
                    <a:pt x="7619" y="336549"/>
                  </a:lnTo>
                  <a:close/>
                </a:path>
                <a:path w="7620" h="341629">
                  <a:moveTo>
                    <a:pt x="7619" y="339089"/>
                  </a:moveTo>
                  <a:lnTo>
                    <a:pt x="3810" y="339089"/>
                  </a:lnTo>
                  <a:lnTo>
                    <a:pt x="3810" y="340359"/>
                  </a:lnTo>
                  <a:lnTo>
                    <a:pt x="6350" y="340359"/>
                  </a:lnTo>
                  <a:lnTo>
                    <a:pt x="6350" y="341629"/>
                  </a:lnTo>
                  <a:lnTo>
                    <a:pt x="7619" y="341629"/>
                  </a:lnTo>
                  <a:lnTo>
                    <a:pt x="7619" y="339089"/>
                  </a:lnTo>
                  <a:close/>
                </a:path>
              </a:pathLst>
            </a:custGeom>
            <a:solidFill>
              <a:srgbClr val="D5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6" name="object 261">
              <a:extLst>
                <a:ext uri="{FF2B5EF4-FFF2-40B4-BE49-F238E27FC236}">
                  <a16:creationId xmlns:a16="http://schemas.microsoft.com/office/drawing/2014/main" id="{1B0C3B6D-62FB-40F9-A006-45120F3D1D18}"/>
                </a:ext>
              </a:extLst>
            </p:cNvPr>
            <p:cNvSpPr/>
            <p:nvPr/>
          </p:nvSpPr>
          <p:spPr>
            <a:xfrm>
              <a:off x="4476750" y="4228464"/>
              <a:ext cx="7620" cy="334010"/>
            </a:xfrm>
            <a:custGeom>
              <a:avLst/>
              <a:gdLst/>
              <a:ahLst/>
              <a:cxnLst/>
              <a:rect l="l" t="t" r="r" b="b"/>
              <a:pathLst>
                <a:path w="7620" h="334010">
                  <a:moveTo>
                    <a:pt x="7620" y="0"/>
                  </a:moveTo>
                  <a:lnTo>
                    <a:pt x="5080" y="0"/>
                  </a:lnTo>
                  <a:lnTo>
                    <a:pt x="5080" y="1270"/>
                  </a:lnTo>
                  <a:lnTo>
                    <a:pt x="2539" y="1270"/>
                  </a:lnTo>
                  <a:lnTo>
                    <a:pt x="2539" y="254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7620" y="3810"/>
                  </a:lnTo>
                  <a:lnTo>
                    <a:pt x="7620" y="0"/>
                  </a:lnTo>
                  <a:close/>
                </a:path>
                <a:path w="7620" h="334010">
                  <a:moveTo>
                    <a:pt x="7620" y="3810"/>
                  </a:moveTo>
                  <a:lnTo>
                    <a:pt x="0" y="3810"/>
                  </a:lnTo>
                  <a:lnTo>
                    <a:pt x="0" y="10160"/>
                  </a:lnTo>
                  <a:lnTo>
                    <a:pt x="7620" y="10160"/>
                  </a:lnTo>
                  <a:lnTo>
                    <a:pt x="7620" y="3810"/>
                  </a:lnTo>
                  <a:close/>
                </a:path>
                <a:path w="7620" h="334010">
                  <a:moveTo>
                    <a:pt x="7620" y="10160"/>
                  </a:moveTo>
                  <a:lnTo>
                    <a:pt x="0" y="10160"/>
                  </a:lnTo>
                  <a:lnTo>
                    <a:pt x="0" y="16510"/>
                  </a:lnTo>
                  <a:lnTo>
                    <a:pt x="7620" y="16510"/>
                  </a:lnTo>
                  <a:lnTo>
                    <a:pt x="7620" y="10160"/>
                  </a:lnTo>
                  <a:close/>
                </a:path>
                <a:path w="7620" h="334010">
                  <a:moveTo>
                    <a:pt x="7620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7620" y="22860"/>
                  </a:lnTo>
                  <a:lnTo>
                    <a:pt x="7620" y="16510"/>
                  </a:lnTo>
                  <a:close/>
                </a:path>
                <a:path w="7620" h="334010">
                  <a:moveTo>
                    <a:pt x="7620" y="22860"/>
                  </a:moveTo>
                  <a:lnTo>
                    <a:pt x="0" y="22860"/>
                  </a:lnTo>
                  <a:lnTo>
                    <a:pt x="0" y="29210"/>
                  </a:lnTo>
                  <a:lnTo>
                    <a:pt x="7620" y="29210"/>
                  </a:lnTo>
                  <a:lnTo>
                    <a:pt x="7620" y="22860"/>
                  </a:lnTo>
                  <a:close/>
                </a:path>
                <a:path w="7620" h="334010">
                  <a:moveTo>
                    <a:pt x="7620" y="29210"/>
                  </a:moveTo>
                  <a:lnTo>
                    <a:pt x="0" y="29210"/>
                  </a:lnTo>
                  <a:lnTo>
                    <a:pt x="0" y="35560"/>
                  </a:lnTo>
                  <a:lnTo>
                    <a:pt x="7620" y="35560"/>
                  </a:lnTo>
                  <a:lnTo>
                    <a:pt x="7620" y="29210"/>
                  </a:lnTo>
                  <a:close/>
                </a:path>
                <a:path w="7620" h="334010">
                  <a:moveTo>
                    <a:pt x="7620" y="35560"/>
                  </a:moveTo>
                  <a:lnTo>
                    <a:pt x="0" y="35560"/>
                  </a:lnTo>
                  <a:lnTo>
                    <a:pt x="0" y="41910"/>
                  </a:lnTo>
                  <a:lnTo>
                    <a:pt x="7620" y="41910"/>
                  </a:lnTo>
                  <a:lnTo>
                    <a:pt x="7620" y="35560"/>
                  </a:lnTo>
                  <a:close/>
                </a:path>
                <a:path w="7620" h="334010">
                  <a:moveTo>
                    <a:pt x="7620" y="41910"/>
                  </a:moveTo>
                  <a:lnTo>
                    <a:pt x="0" y="41910"/>
                  </a:lnTo>
                  <a:lnTo>
                    <a:pt x="0" y="48260"/>
                  </a:lnTo>
                  <a:lnTo>
                    <a:pt x="7620" y="48260"/>
                  </a:lnTo>
                  <a:lnTo>
                    <a:pt x="7620" y="41910"/>
                  </a:lnTo>
                  <a:close/>
                </a:path>
                <a:path w="7620" h="334010">
                  <a:moveTo>
                    <a:pt x="7620" y="48260"/>
                  </a:moveTo>
                  <a:lnTo>
                    <a:pt x="0" y="48260"/>
                  </a:lnTo>
                  <a:lnTo>
                    <a:pt x="0" y="54610"/>
                  </a:lnTo>
                  <a:lnTo>
                    <a:pt x="7620" y="54610"/>
                  </a:lnTo>
                  <a:lnTo>
                    <a:pt x="7620" y="48260"/>
                  </a:lnTo>
                  <a:close/>
                </a:path>
                <a:path w="7620" h="334010">
                  <a:moveTo>
                    <a:pt x="7620" y="54610"/>
                  </a:moveTo>
                  <a:lnTo>
                    <a:pt x="0" y="54610"/>
                  </a:lnTo>
                  <a:lnTo>
                    <a:pt x="0" y="60960"/>
                  </a:lnTo>
                  <a:lnTo>
                    <a:pt x="7620" y="60960"/>
                  </a:lnTo>
                  <a:lnTo>
                    <a:pt x="7620" y="54610"/>
                  </a:lnTo>
                  <a:close/>
                </a:path>
                <a:path w="7620" h="334010">
                  <a:moveTo>
                    <a:pt x="7620" y="60960"/>
                  </a:moveTo>
                  <a:lnTo>
                    <a:pt x="0" y="60960"/>
                  </a:lnTo>
                  <a:lnTo>
                    <a:pt x="0" y="67310"/>
                  </a:lnTo>
                  <a:lnTo>
                    <a:pt x="7620" y="67310"/>
                  </a:lnTo>
                  <a:lnTo>
                    <a:pt x="7620" y="60960"/>
                  </a:lnTo>
                  <a:close/>
                </a:path>
                <a:path w="7620" h="334010">
                  <a:moveTo>
                    <a:pt x="7620" y="67310"/>
                  </a:moveTo>
                  <a:lnTo>
                    <a:pt x="0" y="67310"/>
                  </a:lnTo>
                  <a:lnTo>
                    <a:pt x="0" y="72390"/>
                  </a:lnTo>
                  <a:lnTo>
                    <a:pt x="7620" y="72390"/>
                  </a:lnTo>
                  <a:lnTo>
                    <a:pt x="7620" y="67310"/>
                  </a:lnTo>
                  <a:close/>
                </a:path>
                <a:path w="7620" h="334010">
                  <a:moveTo>
                    <a:pt x="7620" y="72390"/>
                  </a:moveTo>
                  <a:lnTo>
                    <a:pt x="0" y="72390"/>
                  </a:lnTo>
                  <a:lnTo>
                    <a:pt x="0" y="80010"/>
                  </a:lnTo>
                  <a:lnTo>
                    <a:pt x="7620" y="80010"/>
                  </a:lnTo>
                  <a:lnTo>
                    <a:pt x="7620" y="72390"/>
                  </a:lnTo>
                  <a:close/>
                </a:path>
                <a:path w="7620" h="334010">
                  <a:moveTo>
                    <a:pt x="7620" y="80010"/>
                  </a:moveTo>
                  <a:lnTo>
                    <a:pt x="0" y="80010"/>
                  </a:lnTo>
                  <a:lnTo>
                    <a:pt x="0" y="85090"/>
                  </a:lnTo>
                  <a:lnTo>
                    <a:pt x="7620" y="85090"/>
                  </a:lnTo>
                  <a:lnTo>
                    <a:pt x="7620" y="80010"/>
                  </a:lnTo>
                  <a:close/>
                </a:path>
                <a:path w="7620" h="334010">
                  <a:moveTo>
                    <a:pt x="7620" y="85090"/>
                  </a:moveTo>
                  <a:lnTo>
                    <a:pt x="0" y="85090"/>
                  </a:lnTo>
                  <a:lnTo>
                    <a:pt x="0" y="99060"/>
                  </a:lnTo>
                  <a:lnTo>
                    <a:pt x="7620" y="99060"/>
                  </a:lnTo>
                  <a:lnTo>
                    <a:pt x="7620" y="85090"/>
                  </a:lnTo>
                  <a:close/>
                </a:path>
                <a:path w="7620" h="334010">
                  <a:moveTo>
                    <a:pt x="7620" y="99060"/>
                  </a:moveTo>
                  <a:lnTo>
                    <a:pt x="0" y="99060"/>
                  </a:lnTo>
                  <a:lnTo>
                    <a:pt x="0" y="105410"/>
                  </a:lnTo>
                  <a:lnTo>
                    <a:pt x="7620" y="105410"/>
                  </a:lnTo>
                  <a:lnTo>
                    <a:pt x="7620" y="99060"/>
                  </a:lnTo>
                  <a:close/>
                </a:path>
                <a:path w="7620" h="334010">
                  <a:moveTo>
                    <a:pt x="7620" y="105410"/>
                  </a:moveTo>
                  <a:lnTo>
                    <a:pt x="0" y="105410"/>
                  </a:lnTo>
                  <a:lnTo>
                    <a:pt x="0" y="111760"/>
                  </a:lnTo>
                  <a:lnTo>
                    <a:pt x="7620" y="111760"/>
                  </a:lnTo>
                  <a:lnTo>
                    <a:pt x="7620" y="105410"/>
                  </a:lnTo>
                  <a:close/>
                </a:path>
                <a:path w="7620" h="334010">
                  <a:moveTo>
                    <a:pt x="7620" y="111760"/>
                  </a:moveTo>
                  <a:lnTo>
                    <a:pt x="0" y="111760"/>
                  </a:lnTo>
                  <a:lnTo>
                    <a:pt x="0" y="116840"/>
                  </a:lnTo>
                  <a:lnTo>
                    <a:pt x="7620" y="116840"/>
                  </a:lnTo>
                  <a:lnTo>
                    <a:pt x="7620" y="111760"/>
                  </a:lnTo>
                  <a:close/>
                </a:path>
                <a:path w="7620" h="334010">
                  <a:moveTo>
                    <a:pt x="7620" y="116840"/>
                  </a:moveTo>
                  <a:lnTo>
                    <a:pt x="0" y="116840"/>
                  </a:lnTo>
                  <a:lnTo>
                    <a:pt x="0" y="143510"/>
                  </a:lnTo>
                  <a:lnTo>
                    <a:pt x="7620" y="143510"/>
                  </a:lnTo>
                  <a:lnTo>
                    <a:pt x="7620" y="116840"/>
                  </a:lnTo>
                  <a:close/>
                </a:path>
                <a:path w="7620" h="334010">
                  <a:moveTo>
                    <a:pt x="7620" y="143510"/>
                  </a:moveTo>
                  <a:lnTo>
                    <a:pt x="0" y="143510"/>
                  </a:lnTo>
                  <a:lnTo>
                    <a:pt x="0" y="200660"/>
                  </a:lnTo>
                  <a:lnTo>
                    <a:pt x="7620" y="200660"/>
                  </a:lnTo>
                  <a:lnTo>
                    <a:pt x="7620" y="143510"/>
                  </a:lnTo>
                  <a:close/>
                </a:path>
                <a:path w="7620" h="334010">
                  <a:moveTo>
                    <a:pt x="7620" y="200660"/>
                  </a:moveTo>
                  <a:lnTo>
                    <a:pt x="0" y="200660"/>
                  </a:lnTo>
                  <a:lnTo>
                    <a:pt x="0" y="207010"/>
                  </a:lnTo>
                  <a:lnTo>
                    <a:pt x="7620" y="207010"/>
                  </a:lnTo>
                  <a:lnTo>
                    <a:pt x="7620" y="200660"/>
                  </a:lnTo>
                  <a:close/>
                </a:path>
                <a:path w="7620" h="334010">
                  <a:moveTo>
                    <a:pt x="7620" y="207010"/>
                  </a:moveTo>
                  <a:lnTo>
                    <a:pt x="0" y="207010"/>
                  </a:lnTo>
                  <a:lnTo>
                    <a:pt x="0" y="212090"/>
                  </a:lnTo>
                  <a:lnTo>
                    <a:pt x="7620" y="212090"/>
                  </a:lnTo>
                  <a:lnTo>
                    <a:pt x="7620" y="207010"/>
                  </a:lnTo>
                  <a:close/>
                </a:path>
                <a:path w="7620" h="334010">
                  <a:moveTo>
                    <a:pt x="7620" y="212090"/>
                  </a:moveTo>
                  <a:lnTo>
                    <a:pt x="0" y="212090"/>
                  </a:lnTo>
                  <a:lnTo>
                    <a:pt x="0" y="219710"/>
                  </a:lnTo>
                  <a:lnTo>
                    <a:pt x="7620" y="219710"/>
                  </a:lnTo>
                  <a:lnTo>
                    <a:pt x="7620" y="212090"/>
                  </a:lnTo>
                  <a:close/>
                </a:path>
                <a:path w="7620" h="334010">
                  <a:moveTo>
                    <a:pt x="7620" y="219710"/>
                  </a:moveTo>
                  <a:lnTo>
                    <a:pt x="0" y="219710"/>
                  </a:lnTo>
                  <a:lnTo>
                    <a:pt x="0" y="226060"/>
                  </a:lnTo>
                  <a:lnTo>
                    <a:pt x="7620" y="226060"/>
                  </a:lnTo>
                  <a:lnTo>
                    <a:pt x="7620" y="219710"/>
                  </a:lnTo>
                  <a:close/>
                </a:path>
                <a:path w="7620" h="334010">
                  <a:moveTo>
                    <a:pt x="7620" y="226060"/>
                  </a:moveTo>
                  <a:lnTo>
                    <a:pt x="0" y="226060"/>
                  </a:lnTo>
                  <a:lnTo>
                    <a:pt x="0" y="232410"/>
                  </a:lnTo>
                  <a:lnTo>
                    <a:pt x="7620" y="232410"/>
                  </a:lnTo>
                  <a:lnTo>
                    <a:pt x="7620" y="226060"/>
                  </a:lnTo>
                  <a:close/>
                </a:path>
                <a:path w="7620" h="334010">
                  <a:moveTo>
                    <a:pt x="7620" y="232410"/>
                  </a:moveTo>
                  <a:lnTo>
                    <a:pt x="0" y="232410"/>
                  </a:lnTo>
                  <a:lnTo>
                    <a:pt x="0" y="245110"/>
                  </a:lnTo>
                  <a:lnTo>
                    <a:pt x="7620" y="245110"/>
                  </a:lnTo>
                  <a:lnTo>
                    <a:pt x="7620" y="232410"/>
                  </a:lnTo>
                  <a:close/>
                </a:path>
                <a:path w="7620" h="334010">
                  <a:moveTo>
                    <a:pt x="7620" y="245110"/>
                  </a:moveTo>
                  <a:lnTo>
                    <a:pt x="0" y="245110"/>
                  </a:lnTo>
                  <a:lnTo>
                    <a:pt x="0" y="251460"/>
                  </a:lnTo>
                  <a:lnTo>
                    <a:pt x="7620" y="251460"/>
                  </a:lnTo>
                  <a:lnTo>
                    <a:pt x="7620" y="245110"/>
                  </a:lnTo>
                  <a:close/>
                </a:path>
                <a:path w="7620" h="334010">
                  <a:moveTo>
                    <a:pt x="7620" y="251460"/>
                  </a:moveTo>
                  <a:lnTo>
                    <a:pt x="0" y="251460"/>
                  </a:lnTo>
                  <a:lnTo>
                    <a:pt x="0" y="256540"/>
                  </a:lnTo>
                  <a:lnTo>
                    <a:pt x="7620" y="256540"/>
                  </a:lnTo>
                  <a:lnTo>
                    <a:pt x="7620" y="251460"/>
                  </a:lnTo>
                  <a:close/>
                </a:path>
                <a:path w="7620" h="334010">
                  <a:moveTo>
                    <a:pt x="7620" y="256540"/>
                  </a:moveTo>
                  <a:lnTo>
                    <a:pt x="0" y="256540"/>
                  </a:lnTo>
                  <a:lnTo>
                    <a:pt x="0" y="259080"/>
                  </a:lnTo>
                  <a:lnTo>
                    <a:pt x="7620" y="259080"/>
                  </a:lnTo>
                  <a:lnTo>
                    <a:pt x="7620" y="256540"/>
                  </a:lnTo>
                  <a:close/>
                </a:path>
                <a:path w="7620" h="334010">
                  <a:moveTo>
                    <a:pt x="7620" y="259080"/>
                  </a:moveTo>
                  <a:lnTo>
                    <a:pt x="0" y="259080"/>
                  </a:lnTo>
                  <a:lnTo>
                    <a:pt x="0" y="265430"/>
                  </a:lnTo>
                  <a:lnTo>
                    <a:pt x="7620" y="265430"/>
                  </a:lnTo>
                  <a:lnTo>
                    <a:pt x="7620" y="259080"/>
                  </a:lnTo>
                  <a:close/>
                </a:path>
                <a:path w="7620" h="334010">
                  <a:moveTo>
                    <a:pt x="7620" y="265430"/>
                  </a:moveTo>
                  <a:lnTo>
                    <a:pt x="0" y="265430"/>
                  </a:lnTo>
                  <a:lnTo>
                    <a:pt x="0" y="269240"/>
                  </a:lnTo>
                  <a:lnTo>
                    <a:pt x="7620" y="269240"/>
                  </a:lnTo>
                  <a:lnTo>
                    <a:pt x="7620" y="265430"/>
                  </a:lnTo>
                  <a:close/>
                </a:path>
                <a:path w="7620" h="334010">
                  <a:moveTo>
                    <a:pt x="7620" y="269240"/>
                  </a:moveTo>
                  <a:lnTo>
                    <a:pt x="0" y="269240"/>
                  </a:lnTo>
                  <a:lnTo>
                    <a:pt x="0" y="275590"/>
                  </a:lnTo>
                  <a:lnTo>
                    <a:pt x="7620" y="275590"/>
                  </a:lnTo>
                  <a:lnTo>
                    <a:pt x="7620" y="269240"/>
                  </a:lnTo>
                  <a:close/>
                </a:path>
                <a:path w="7620" h="334010">
                  <a:moveTo>
                    <a:pt x="7620" y="275590"/>
                  </a:moveTo>
                  <a:lnTo>
                    <a:pt x="0" y="275590"/>
                  </a:lnTo>
                  <a:lnTo>
                    <a:pt x="0" y="278130"/>
                  </a:lnTo>
                  <a:lnTo>
                    <a:pt x="7620" y="278130"/>
                  </a:lnTo>
                  <a:lnTo>
                    <a:pt x="7620" y="275590"/>
                  </a:lnTo>
                  <a:close/>
                </a:path>
                <a:path w="7620" h="334010">
                  <a:moveTo>
                    <a:pt x="7620" y="278130"/>
                  </a:moveTo>
                  <a:lnTo>
                    <a:pt x="0" y="278130"/>
                  </a:lnTo>
                  <a:lnTo>
                    <a:pt x="0" y="281940"/>
                  </a:lnTo>
                  <a:lnTo>
                    <a:pt x="7620" y="281940"/>
                  </a:lnTo>
                  <a:lnTo>
                    <a:pt x="7620" y="278130"/>
                  </a:lnTo>
                  <a:close/>
                </a:path>
                <a:path w="7620" h="334010">
                  <a:moveTo>
                    <a:pt x="7620" y="281940"/>
                  </a:moveTo>
                  <a:lnTo>
                    <a:pt x="0" y="281940"/>
                  </a:lnTo>
                  <a:lnTo>
                    <a:pt x="0" y="284480"/>
                  </a:lnTo>
                  <a:lnTo>
                    <a:pt x="7620" y="284480"/>
                  </a:lnTo>
                  <a:lnTo>
                    <a:pt x="7620" y="281940"/>
                  </a:lnTo>
                  <a:close/>
                </a:path>
                <a:path w="7620" h="334010">
                  <a:moveTo>
                    <a:pt x="7620" y="284480"/>
                  </a:moveTo>
                  <a:lnTo>
                    <a:pt x="0" y="284480"/>
                  </a:lnTo>
                  <a:lnTo>
                    <a:pt x="0" y="288290"/>
                  </a:lnTo>
                  <a:lnTo>
                    <a:pt x="7620" y="288290"/>
                  </a:lnTo>
                  <a:lnTo>
                    <a:pt x="7620" y="284480"/>
                  </a:lnTo>
                  <a:close/>
                </a:path>
                <a:path w="7620" h="334010">
                  <a:moveTo>
                    <a:pt x="7620" y="288290"/>
                  </a:moveTo>
                  <a:lnTo>
                    <a:pt x="0" y="288290"/>
                  </a:lnTo>
                  <a:lnTo>
                    <a:pt x="0" y="290830"/>
                  </a:lnTo>
                  <a:lnTo>
                    <a:pt x="7620" y="290830"/>
                  </a:lnTo>
                  <a:lnTo>
                    <a:pt x="7620" y="288290"/>
                  </a:lnTo>
                  <a:close/>
                </a:path>
                <a:path w="7620" h="334010">
                  <a:moveTo>
                    <a:pt x="7620" y="290830"/>
                  </a:moveTo>
                  <a:lnTo>
                    <a:pt x="0" y="290830"/>
                  </a:lnTo>
                  <a:lnTo>
                    <a:pt x="0" y="297180"/>
                  </a:lnTo>
                  <a:lnTo>
                    <a:pt x="7620" y="297180"/>
                  </a:lnTo>
                  <a:lnTo>
                    <a:pt x="7620" y="290830"/>
                  </a:lnTo>
                  <a:close/>
                </a:path>
                <a:path w="7620" h="334010">
                  <a:moveTo>
                    <a:pt x="7620" y="297180"/>
                  </a:moveTo>
                  <a:lnTo>
                    <a:pt x="0" y="297180"/>
                  </a:lnTo>
                  <a:lnTo>
                    <a:pt x="0" y="300990"/>
                  </a:lnTo>
                  <a:lnTo>
                    <a:pt x="7620" y="300990"/>
                  </a:lnTo>
                  <a:lnTo>
                    <a:pt x="7620" y="297180"/>
                  </a:lnTo>
                  <a:close/>
                </a:path>
                <a:path w="7620" h="334010">
                  <a:moveTo>
                    <a:pt x="7620" y="300990"/>
                  </a:moveTo>
                  <a:lnTo>
                    <a:pt x="0" y="300990"/>
                  </a:lnTo>
                  <a:lnTo>
                    <a:pt x="0" y="303530"/>
                  </a:lnTo>
                  <a:lnTo>
                    <a:pt x="7620" y="303530"/>
                  </a:lnTo>
                  <a:lnTo>
                    <a:pt x="7620" y="300990"/>
                  </a:lnTo>
                  <a:close/>
                </a:path>
                <a:path w="7620" h="334010">
                  <a:moveTo>
                    <a:pt x="7620" y="303530"/>
                  </a:moveTo>
                  <a:lnTo>
                    <a:pt x="0" y="303530"/>
                  </a:lnTo>
                  <a:lnTo>
                    <a:pt x="0" y="307340"/>
                  </a:lnTo>
                  <a:lnTo>
                    <a:pt x="7620" y="307340"/>
                  </a:lnTo>
                  <a:lnTo>
                    <a:pt x="7620" y="303530"/>
                  </a:lnTo>
                  <a:close/>
                </a:path>
                <a:path w="7620" h="334010">
                  <a:moveTo>
                    <a:pt x="7620" y="307340"/>
                  </a:moveTo>
                  <a:lnTo>
                    <a:pt x="0" y="307340"/>
                  </a:lnTo>
                  <a:lnTo>
                    <a:pt x="0" y="309880"/>
                  </a:lnTo>
                  <a:lnTo>
                    <a:pt x="7620" y="309880"/>
                  </a:lnTo>
                  <a:lnTo>
                    <a:pt x="7620" y="307340"/>
                  </a:lnTo>
                  <a:close/>
                </a:path>
                <a:path w="7620" h="334010">
                  <a:moveTo>
                    <a:pt x="7620" y="309880"/>
                  </a:moveTo>
                  <a:lnTo>
                    <a:pt x="0" y="309880"/>
                  </a:lnTo>
                  <a:lnTo>
                    <a:pt x="0" y="313690"/>
                  </a:lnTo>
                  <a:lnTo>
                    <a:pt x="7620" y="313690"/>
                  </a:lnTo>
                  <a:lnTo>
                    <a:pt x="7620" y="309880"/>
                  </a:lnTo>
                  <a:close/>
                </a:path>
                <a:path w="7620" h="334010">
                  <a:moveTo>
                    <a:pt x="7620" y="313690"/>
                  </a:moveTo>
                  <a:lnTo>
                    <a:pt x="0" y="313690"/>
                  </a:lnTo>
                  <a:lnTo>
                    <a:pt x="0" y="316230"/>
                  </a:lnTo>
                  <a:lnTo>
                    <a:pt x="7620" y="316230"/>
                  </a:lnTo>
                  <a:lnTo>
                    <a:pt x="7620" y="313690"/>
                  </a:lnTo>
                  <a:close/>
                </a:path>
                <a:path w="7620" h="334010">
                  <a:moveTo>
                    <a:pt x="7620" y="316230"/>
                  </a:moveTo>
                  <a:lnTo>
                    <a:pt x="0" y="316230"/>
                  </a:lnTo>
                  <a:lnTo>
                    <a:pt x="0" y="320040"/>
                  </a:lnTo>
                  <a:lnTo>
                    <a:pt x="7620" y="320040"/>
                  </a:lnTo>
                  <a:lnTo>
                    <a:pt x="7620" y="316230"/>
                  </a:lnTo>
                  <a:close/>
                </a:path>
                <a:path w="7620" h="334010">
                  <a:moveTo>
                    <a:pt x="7620" y="320040"/>
                  </a:moveTo>
                  <a:lnTo>
                    <a:pt x="0" y="320040"/>
                  </a:lnTo>
                  <a:lnTo>
                    <a:pt x="0" y="322580"/>
                  </a:lnTo>
                  <a:lnTo>
                    <a:pt x="7620" y="322580"/>
                  </a:lnTo>
                  <a:lnTo>
                    <a:pt x="7620" y="320040"/>
                  </a:lnTo>
                  <a:close/>
                </a:path>
                <a:path w="7620" h="334010">
                  <a:moveTo>
                    <a:pt x="7620" y="322580"/>
                  </a:moveTo>
                  <a:lnTo>
                    <a:pt x="0" y="322580"/>
                  </a:lnTo>
                  <a:lnTo>
                    <a:pt x="0" y="326390"/>
                  </a:lnTo>
                  <a:lnTo>
                    <a:pt x="7620" y="326390"/>
                  </a:lnTo>
                  <a:lnTo>
                    <a:pt x="7620" y="322580"/>
                  </a:lnTo>
                  <a:close/>
                </a:path>
                <a:path w="7620" h="334010">
                  <a:moveTo>
                    <a:pt x="7620" y="326390"/>
                  </a:moveTo>
                  <a:lnTo>
                    <a:pt x="0" y="326390"/>
                  </a:lnTo>
                  <a:lnTo>
                    <a:pt x="0" y="328930"/>
                  </a:lnTo>
                  <a:lnTo>
                    <a:pt x="7620" y="328930"/>
                  </a:lnTo>
                  <a:lnTo>
                    <a:pt x="7620" y="326390"/>
                  </a:lnTo>
                  <a:close/>
                </a:path>
                <a:path w="7620" h="334010">
                  <a:moveTo>
                    <a:pt x="7620" y="328930"/>
                  </a:moveTo>
                  <a:lnTo>
                    <a:pt x="0" y="328930"/>
                  </a:lnTo>
                  <a:lnTo>
                    <a:pt x="0" y="330200"/>
                  </a:lnTo>
                  <a:lnTo>
                    <a:pt x="2539" y="330200"/>
                  </a:lnTo>
                  <a:lnTo>
                    <a:pt x="2539" y="331470"/>
                  </a:lnTo>
                  <a:lnTo>
                    <a:pt x="3810" y="331470"/>
                  </a:lnTo>
                  <a:lnTo>
                    <a:pt x="3810" y="332740"/>
                  </a:lnTo>
                  <a:lnTo>
                    <a:pt x="7620" y="332740"/>
                  </a:lnTo>
                  <a:lnTo>
                    <a:pt x="7620" y="328930"/>
                  </a:lnTo>
                  <a:close/>
                </a:path>
                <a:path w="7620" h="334010">
                  <a:moveTo>
                    <a:pt x="7620" y="332740"/>
                  </a:moveTo>
                  <a:lnTo>
                    <a:pt x="6350" y="332740"/>
                  </a:lnTo>
                  <a:lnTo>
                    <a:pt x="6350" y="334010"/>
                  </a:lnTo>
                  <a:lnTo>
                    <a:pt x="7620" y="334010"/>
                  </a:lnTo>
                  <a:lnTo>
                    <a:pt x="7620" y="332740"/>
                  </a:lnTo>
                  <a:close/>
                </a:path>
              </a:pathLst>
            </a:custGeom>
            <a:solidFill>
              <a:srgbClr val="D7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7" name="object 262">
              <a:extLst>
                <a:ext uri="{FF2B5EF4-FFF2-40B4-BE49-F238E27FC236}">
                  <a16:creationId xmlns:a16="http://schemas.microsoft.com/office/drawing/2014/main" id="{EE752C77-AAC8-4D39-8704-ABCEDA08DE91}"/>
                </a:ext>
              </a:extLst>
            </p:cNvPr>
            <p:cNvSpPr/>
            <p:nvPr/>
          </p:nvSpPr>
          <p:spPr>
            <a:xfrm>
              <a:off x="4470400" y="4232275"/>
              <a:ext cx="6350" cy="325120"/>
            </a:xfrm>
            <a:custGeom>
              <a:avLst/>
              <a:gdLst/>
              <a:ahLst/>
              <a:cxnLst/>
              <a:rect l="l" t="t" r="r" b="b"/>
              <a:pathLst>
                <a:path w="6350" h="325120">
                  <a:moveTo>
                    <a:pt x="6350" y="0"/>
                  </a:moveTo>
                  <a:lnTo>
                    <a:pt x="5080" y="0"/>
                  </a:lnTo>
                  <a:lnTo>
                    <a:pt x="5080" y="1269"/>
                  </a:lnTo>
                  <a:lnTo>
                    <a:pt x="2539" y="1269"/>
                  </a:lnTo>
                  <a:lnTo>
                    <a:pt x="2539" y="2539"/>
                  </a:lnTo>
                  <a:lnTo>
                    <a:pt x="0" y="2539"/>
                  </a:lnTo>
                  <a:lnTo>
                    <a:pt x="0" y="6349"/>
                  </a:lnTo>
                  <a:lnTo>
                    <a:pt x="6350" y="6349"/>
                  </a:lnTo>
                  <a:lnTo>
                    <a:pt x="6350" y="0"/>
                  </a:lnTo>
                  <a:close/>
                </a:path>
                <a:path w="6350" h="325120">
                  <a:moveTo>
                    <a:pt x="6350" y="6349"/>
                  </a:moveTo>
                  <a:lnTo>
                    <a:pt x="0" y="6349"/>
                  </a:lnTo>
                  <a:lnTo>
                    <a:pt x="0" y="12699"/>
                  </a:lnTo>
                  <a:lnTo>
                    <a:pt x="6350" y="12699"/>
                  </a:lnTo>
                  <a:lnTo>
                    <a:pt x="6350" y="6349"/>
                  </a:lnTo>
                  <a:close/>
                </a:path>
                <a:path w="6350" h="325120">
                  <a:moveTo>
                    <a:pt x="6350" y="12699"/>
                  </a:moveTo>
                  <a:lnTo>
                    <a:pt x="0" y="12699"/>
                  </a:lnTo>
                  <a:lnTo>
                    <a:pt x="0" y="19049"/>
                  </a:lnTo>
                  <a:lnTo>
                    <a:pt x="6350" y="19049"/>
                  </a:lnTo>
                  <a:lnTo>
                    <a:pt x="6350" y="12699"/>
                  </a:lnTo>
                  <a:close/>
                </a:path>
                <a:path w="6350" h="325120">
                  <a:moveTo>
                    <a:pt x="6350" y="19049"/>
                  </a:moveTo>
                  <a:lnTo>
                    <a:pt x="0" y="19049"/>
                  </a:lnTo>
                  <a:lnTo>
                    <a:pt x="0" y="25399"/>
                  </a:lnTo>
                  <a:lnTo>
                    <a:pt x="6350" y="25399"/>
                  </a:lnTo>
                  <a:lnTo>
                    <a:pt x="6350" y="19049"/>
                  </a:lnTo>
                  <a:close/>
                </a:path>
                <a:path w="6350" h="325120">
                  <a:moveTo>
                    <a:pt x="6350" y="25399"/>
                  </a:moveTo>
                  <a:lnTo>
                    <a:pt x="0" y="25399"/>
                  </a:lnTo>
                  <a:lnTo>
                    <a:pt x="0" y="31749"/>
                  </a:lnTo>
                  <a:lnTo>
                    <a:pt x="6350" y="31749"/>
                  </a:lnTo>
                  <a:lnTo>
                    <a:pt x="6350" y="25399"/>
                  </a:lnTo>
                  <a:close/>
                </a:path>
                <a:path w="6350" h="325120">
                  <a:moveTo>
                    <a:pt x="6350" y="31749"/>
                  </a:moveTo>
                  <a:lnTo>
                    <a:pt x="0" y="31749"/>
                  </a:lnTo>
                  <a:lnTo>
                    <a:pt x="0" y="38099"/>
                  </a:lnTo>
                  <a:lnTo>
                    <a:pt x="6350" y="38099"/>
                  </a:lnTo>
                  <a:lnTo>
                    <a:pt x="6350" y="31749"/>
                  </a:lnTo>
                  <a:close/>
                </a:path>
                <a:path w="6350" h="325120">
                  <a:moveTo>
                    <a:pt x="6350" y="38099"/>
                  </a:moveTo>
                  <a:lnTo>
                    <a:pt x="0" y="38099"/>
                  </a:lnTo>
                  <a:lnTo>
                    <a:pt x="0" y="44449"/>
                  </a:lnTo>
                  <a:lnTo>
                    <a:pt x="6350" y="44449"/>
                  </a:lnTo>
                  <a:lnTo>
                    <a:pt x="6350" y="38099"/>
                  </a:lnTo>
                  <a:close/>
                </a:path>
                <a:path w="6350" h="325120">
                  <a:moveTo>
                    <a:pt x="6350" y="44449"/>
                  </a:moveTo>
                  <a:lnTo>
                    <a:pt x="0" y="44449"/>
                  </a:lnTo>
                  <a:lnTo>
                    <a:pt x="0" y="50799"/>
                  </a:lnTo>
                  <a:lnTo>
                    <a:pt x="6350" y="50799"/>
                  </a:lnTo>
                  <a:lnTo>
                    <a:pt x="6350" y="44449"/>
                  </a:lnTo>
                  <a:close/>
                </a:path>
                <a:path w="6350" h="325120">
                  <a:moveTo>
                    <a:pt x="6350" y="50799"/>
                  </a:moveTo>
                  <a:lnTo>
                    <a:pt x="0" y="50799"/>
                  </a:lnTo>
                  <a:lnTo>
                    <a:pt x="0" y="57149"/>
                  </a:lnTo>
                  <a:lnTo>
                    <a:pt x="6350" y="57149"/>
                  </a:lnTo>
                  <a:lnTo>
                    <a:pt x="6350" y="50799"/>
                  </a:lnTo>
                  <a:close/>
                </a:path>
                <a:path w="6350" h="325120">
                  <a:moveTo>
                    <a:pt x="6350" y="57149"/>
                  </a:moveTo>
                  <a:lnTo>
                    <a:pt x="0" y="57149"/>
                  </a:lnTo>
                  <a:lnTo>
                    <a:pt x="0" y="63499"/>
                  </a:lnTo>
                  <a:lnTo>
                    <a:pt x="6350" y="63499"/>
                  </a:lnTo>
                  <a:lnTo>
                    <a:pt x="6350" y="57149"/>
                  </a:lnTo>
                  <a:close/>
                </a:path>
                <a:path w="6350" h="325120">
                  <a:moveTo>
                    <a:pt x="6350" y="63499"/>
                  </a:moveTo>
                  <a:lnTo>
                    <a:pt x="0" y="63499"/>
                  </a:lnTo>
                  <a:lnTo>
                    <a:pt x="0" y="68579"/>
                  </a:lnTo>
                  <a:lnTo>
                    <a:pt x="6350" y="68579"/>
                  </a:lnTo>
                  <a:lnTo>
                    <a:pt x="6350" y="63499"/>
                  </a:lnTo>
                  <a:close/>
                </a:path>
                <a:path w="6350" h="325120">
                  <a:moveTo>
                    <a:pt x="6350" y="68579"/>
                  </a:moveTo>
                  <a:lnTo>
                    <a:pt x="0" y="68579"/>
                  </a:lnTo>
                  <a:lnTo>
                    <a:pt x="0" y="76199"/>
                  </a:lnTo>
                  <a:lnTo>
                    <a:pt x="6350" y="76199"/>
                  </a:lnTo>
                  <a:lnTo>
                    <a:pt x="6350" y="68579"/>
                  </a:lnTo>
                  <a:close/>
                </a:path>
                <a:path w="6350" h="325120">
                  <a:moveTo>
                    <a:pt x="6350" y="76199"/>
                  </a:moveTo>
                  <a:lnTo>
                    <a:pt x="0" y="76199"/>
                  </a:lnTo>
                  <a:lnTo>
                    <a:pt x="0" y="81279"/>
                  </a:lnTo>
                  <a:lnTo>
                    <a:pt x="6350" y="81279"/>
                  </a:lnTo>
                  <a:lnTo>
                    <a:pt x="6350" y="76199"/>
                  </a:lnTo>
                  <a:close/>
                </a:path>
                <a:path w="6350" h="325120">
                  <a:moveTo>
                    <a:pt x="6350" y="81279"/>
                  </a:moveTo>
                  <a:lnTo>
                    <a:pt x="0" y="81279"/>
                  </a:lnTo>
                  <a:lnTo>
                    <a:pt x="0" y="95249"/>
                  </a:lnTo>
                  <a:lnTo>
                    <a:pt x="6350" y="95249"/>
                  </a:lnTo>
                  <a:lnTo>
                    <a:pt x="6350" y="81279"/>
                  </a:lnTo>
                  <a:close/>
                </a:path>
                <a:path w="6350" h="325120">
                  <a:moveTo>
                    <a:pt x="6350" y="95249"/>
                  </a:moveTo>
                  <a:lnTo>
                    <a:pt x="0" y="95249"/>
                  </a:lnTo>
                  <a:lnTo>
                    <a:pt x="0" y="101599"/>
                  </a:lnTo>
                  <a:lnTo>
                    <a:pt x="6350" y="101599"/>
                  </a:lnTo>
                  <a:lnTo>
                    <a:pt x="6350" y="95249"/>
                  </a:lnTo>
                  <a:close/>
                </a:path>
                <a:path w="6350" h="325120">
                  <a:moveTo>
                    <a:pt x="6350" y="101599"/>
                  </a:moveTo>
                  <a:lnTo>
                    <a:pt x="0" y="101599"/>
                  </a:lnTo>
                  <a:lnTo>
                    <a:pt x="0" y="107949"/>
                  </a:lnTo>
                  <a:lnTo>
                    <a:pt x="6350" y="107949"/>
                  </a:lnTo>
                  <a:lnTo>
                    <a:pt x="6350" y="101599"/>
                  </a:lnTo>
                  <a:close/>
                </a:path>
                <a:path w="6350" h="325120">
                  <a:moveTo>
                    <a:pt x="6350" y="107949"/>
                  </a:moveTo>
                  <a:lnTo>
                    <a:pt x="0" y="107949"/>
                  </a:lnTo>
                  <a:lnTo>
                    <a:pt x="0" y="113029"/>
                  </a:lnTo>
                  <a:lnTo>
                    <a:pt x="6350" y="113029"/>
                  </a:lnTo>
                  <a:lnTo>
                    <a:pt x="6350" y="107949"/>
                  </a:lnTo>
                  <a:close/>
                </a:path>
                <a:path w="6350" h="325120">
                  <a:moveTo>
                    <a:pt x="6350" y="113029"/>
                  </a:moveTo>
                  <a:lnTo>
                    <a:pt x="0" y="113029"/>
                  </a:lnTo>
                  <a:lnTo>
                    <a:pt x="0" y="139699"/>
                  </a:lnTo>
                  <a:lnTo>
                    <a:pt x="6350" y="139699"/>
                  </a:lnTo>
                  <a:lnTo>
                    <a:pt x="6350" y="113029"/>
                  </a:lnTo>
                  <a:close/>
                </a:path>
                <a:path w="6350" h="325120">
                  <a:moveTo>
                    <a:pt x="6350" y="139699"/>
                  </a:moveTo>
                  <a:lnTo>
                    <a:pt x="0" y="139699"/>
                  </a:lnTo>
                  <a:lnTo>
                    <a:pt x="0" y="196849"/>
                  </a:lnTo>
                  <a:lnTo>
                    <a:pt x="6350" y="196849"/>
                  </a:lnTo>
                  <a:lnTo>
                    <a:pt x="6350" y="139699"/>
                  </a:lnTo>
                  <a:close/>
                </a:path>
                <a:path w="6350" h="325120">
                  <a:moveTo>
                    <a:pt x="6350" y="196849"/>
                  </a:moveTo>
                  <a:lnTo>
                    <a:pt x="0" y="196849"/>
                  </a:lnTo>
                  <a:lnTo>
                    <a:pt x="0" y="203199"/>
                  </a:lnTo>
                  <a:lnTo>
                    <a:pt x="6350" y="203199"/>
                  </a:lnTo>
                  <a:lnTo>
                    <a:pt x="6350" y="196849"/>
                  </a:lnTo>
                  <a:close/>
                </a:path>
                <a:path w="6350" h="325120">
                  <a:moveTo>
                    <a:pt x="6350" y="203199"/>
                  </a:moveTo>
                  <a:lnTo>
                    <a:pt x="0" y="203199"/>
                  </a:lnTo>
                  <a:lnTo>
                    <a:pt x="0" y="208279"/>
                  </a:lnTo>
                  <a:lnTo>
                    <a:pt x="6350" y="208279"/>
                  </a:lnTo>
                  <a:lnTo>
                    <a:pt x="6350" y="203199"/>
                  </a:lnTo>
                  <a:close/>
                </a:path>
                <a:path w="6350" h="325120">
                  <a:moveTo>
                    <a:pt x="6350" y="208279"/>
                  </a:moveTo>
                  <a:lnTo>
                    <a:pt x="0" y="208279"/>
                  </a:lnTo>
                  <a:lnTo>
                    <a:pt x="0" y="215899"/>
                  </a:lnTo>
                  <a:lnTo>
                    <a:pt x="6350" y="215899"/>
                  </a:lnTo>
                  <a:lnTo>
                    <a:pt x="6350" y="208279"/>
                  </a:lnTo>
                  <a:close/>
                </a:path>
                <a:path w="6350" h="325120">
                  <a:moveTo>
                    <a:pt x="6350" y="215899"/>
                  </a:moveTo>
                  <a:lnTo>
                    <a:pt x="0" y="215899"/>
                  </a:lnTo>
                  <a:lnTo>
                    <a:pt x="0" y="222249"/>
                  </a:lnTo>
                  <a:lnTo>
                    <a:pt x="6350" y="222249"/>
                  </a:lnTo>
                  <a:lnTo>
                    <a:pt x="6350" y="215899"/>
                  </a:lnTo>
                  <a:close/>
                </a:path>
                <a:path w="6350" h="325120">
                  <a:moveTo>
                    <a:pt x="6350" y="222249"/>
                  </a:moveTo>
                  <a:lnTo>
                    <a:pt x="0" y="222249"/>
                  </a:lnTo>
                  <a:lnTo>
                    <a:pt x="0" y="228599"/>
                  </a:lnTo>
                  <a:lnTo>
                    <a:pt x="6350" y="228599"/>
                  </a:lnTo>
                  <a:lnTo>
                    <a:pt x="6350" y="222249"/>
                  </a:lnTo>
                  <a:close/>
                </a:path>
                <a:path w="6350" h="325120">
                  <a:moveTo>
                    <a:pt x="6350" y="228599"/>
                  </a:moveTo>
                  <a:lnTo>
                    <a:pt x="0" y="228599"/>
                  </a:lnTo>
                  <a:lnTo>
                    <a:pt x="0" y="241299"/>
                  </a:lnTo>
                  <a:lnTo>
                    <a:pt x="6350" y="241299"/>
                  </a:lnTo>
                  <a:lnTo>
                    <a:pt x="6350" y="228599"/>
                  </a:lnTo>
                  <a:close/>
                </a:path>
                <a:path w="6350" h="325120">
                  <a:moveTo>
                    <a:pt x="6350" y="241299"/>
                  </a:moveTo>
                  <a:lnTo>
                    <a:pt x="0" y="241299"/>
                  </a:lnTo>
                  <a:lnTo>
                    <a:pt x="0" y="247649"/>
                  </a:lnTo>
                  <a:lnTo>
                    <a:pt x="6350" y="247649"/>
                  </a:lnTo>
                  <a:lnTo>
                    <a:pt x="6350" y="241299"/>
                  </a:lnTo>
                  <a:close/>
                </a:path>
                <a:path w="6350" h="325120">
                  <a:moveTo>
                    <a:pt x="6350" y="247649"/>
                  </a:moveTo>
                  <a:lnTo>
                    <a:pt x="0" y="247649"/>
                  </a:lnTo>
                  <a:lnTo>
                    <a:pt x="0" y="252729"/>
                  </a:lnTo>
                  <a:lnTo>
                    <a:pt x="6350" y="252729"/>
                  </a:lnTo>
                  <a:lnTo>
                    <a:pt x="6350" y="247649"/>
                  </a:lnTo>
                  <a:close/>
                </a:path>
                <a:path w="6350" h="325120">
                  <a:moveTo>
                    <a:pt x="6350" y="252729"/>
                  </a:moveTo>
                  <a:lnTo>
                    <a:pt x="0" y="252729"/>
                  </a:lnTo>
                  <a:lnTo>
                    <a:pt x="0" y="255269"/>
                  </a:lnTo>
                  <a:lnTo>
                    <a:pt x="6350" y="255269"/>
                  </a:lnTo>
                  <a:lnTo>
                    <a:pt x="6350" y="252729"/>
                  </a:lnTo>
                  <a:close/>
                </a:path>
                <a:path w="6350" h="325120">
                  <a:moveTo>
                    <a:pt x="6350" y="255269"/>
                  </a:moveTo>
                  <a:lnTo>
                    <a:pt x="0" y="255269"/>
                  </a:lnTo>
                  <a:lnTo>
                    <a:pt x="0" y="261619"/>
                  </a:lnTo>
                  <a:lnTo>
                    <a:pt x="6350" y="261619"/>
                  </a:lnTo>
                  <a:lnTo>
                    <a:pt x="6350" y="255269"/>
                  </a:lnTo>
                  <a:close/>
                </a:path>
                <a:path w="6350" h="325120">
                  <a:moveTo>
                    <a:pt x="6350" y="261619"/>
                  </a:moveTo>
                  <a:lnTo>
                    <a:pt x="0" y="261619"/>
                  </a:lnTo>
                  <a:lnTo>
                    <a:pt x="0" y="265429"/>
                  </a:lnTo>
                  <a:lnTo>
                    <a:pt x="6350" y="265429"/>
                  </a:lnTo>
                  <a:lnTo>
                    <a:pt x="6350" y="261619"/>
                  </a:lnTo>
                  <a:close/>
                </a:path>
                <a:path w="6350" h="325120">
                  <a:moveTo>
                    <a:pt x="6350" y="265429"/>
                  </a:moveTo>
                  <a:lnTo>
                    <a:pt x="0" y="265429"/>
                  </a:lnTo>
                  <a:lnTo>
                    <a:pt x="0" y="271779"/>
                  </a:lnTo>
                  <a:lnTo>
                    <a:pt x="6350" y="271779"/>
                  </a:lnTo>
                  <a:lnTo>
                    <a:pt x="6350" y="265429"/>
                  </a:lnTo>
                  <a:close/>
                </a:path>
                <a:path w="6350" h="325120">
                  <a:moveTo>
                    <a:pt x="6350" y="271779"/>
                  </a:moveTo>
                  <a:lnTo>
                    <a:pt x="0" y="271779"/>
                  </a:lnTo>
                  <a:lnTo>
                    <a:pt x="0" y="274319"/>
                  </a:lnTo>
                  <a:lnTo>
                    <a:pt x="6350" y="274319"/>
                  </a:lnTo>
                  <a:lnTo>
                    <a:pt x="6350" y="271779"/>
                  </a:lnTo>
                  <a:close/>
                </a:path>
                <a:path w="6350" h="325120">
                  <a:moveTo>
                    <a:pt x="6350" y="274319"/>
                  </a:moveTo>
                  <a:lnTo>
                    <a:pt x="0" y="274319"/>
                  </a:lnTo>
                  <a:lnTo>
                    <a:pt x="0" y="278129"/>
                  </a:lnTo>
                  <a:lnTo>
                    <a:pt x="6350" y="278129"/>
                  </a:lnTo>
                  <a:lnTo>
                    <a:pt x="6350" y="274319"/>
                  </a:lnTo>
                  <a:close/>
                </a:path>
                <a:path w="6350" h="325120">
                  <a:moveTo>
                    <a:pt x="6350" y="278129"/>
                  </a:moveTo>
                  <a:lnTo>
                    <a:pt x="0" y="278129"/>
                  </a:lnTo>
                  <a:lnTo>
                    <a:pt x="0" y="280669"/>
                  </a:lnTo>
                  <a:lnTo>
                    <a:pt x="6350" y="280669"/>
                  </a:lnTo>
                  <a:lnTo>
                    <a:pt x="6350" y="278129"/>
                  </a:lnTo>
                  <a:close/>
                </a:path>
                <a:path w="6350" h="325120">
                  <a:moveTo>
                    <a:pt x="6350" y="280669"/>
                  </a:moveTo>
                  <a:lnTo>
                    <a:pt x="0" y="280669"/>
                  </a:lnTo>
                  <a:lnTo>
                    <a:pt x="0" y="284479"/>
                  </a:lnTo>
                  <a:lnTo>
                    <a:pt x="6350" y="284479"/>
                  </a:lnTo>
                  <a:lnTo>
                    <a:pt x="6350" y="280669"/>
                  </a:lnTo>
                  <a:close/>
                </a:path>
                <a:path w="6350" h="325120">
                  <a:moveTo>
                    <a:pt x="6350" y="284479"/>
                  </a:moveTo>
                  <a:lnTo>
                    <a:pt x="0" y="284479"/>
                  </a:lnTo>
                  <a:lnTo>
                    <a:pt x="0" y="287019"/>
                  </a:lnTo>
                  <a:lnTo>
                    <a:pt x="6350" y="287019"/>
                  </a:lnTo>
                  <a:lnTo>
                    <a:pt x="6350" y="284479"/>
                  </a:lnTo>
                  <a:close/>
                </a:path>
                <a:path w="6350" h="325120">
                  <a:moveTo>
                    <a:pt x="6350" y="287019"/>
                  </a:moveTo>
                  <a:lnTo>
                    <a:pt x="0" y="287019"/>
                  </a:lnTo>
                  <a:lnTo>
                    <a:pt x="0" y="293369"/>
                  </a:lnTo>
                  <a:lnTo>
                    <a:pt x="6350" y="293369"/>
                  </a:lnTo>
                  <a:lnTo>
                    <a:pt x="6350" y="287019"/>
                  </a:lnTo>
                  <a:close/>
                </a:path>
                <a:path w="6350" h="325120">
                  <a:moveTo>
                    <a:pt x="6350" y="293369"/>
                  </a:moveTo>
                  <a:lnTo>
                    <a:pt x="0" y="293369"/>
                  </a:lnTo>
                  <a:lnTo>
                    <a:pt x="0" y="297179"/>
                  </a:lnTo>
                  <a:lnTo>
                    <a:pt x="6350" y="297179"/>
                  </a:lnTo>
                  <a:lnTo>
                    <a:pt x="6350" y="293369"/>
                  </a:lnTo>
                  <a:close/>
                </a:path>
                <a:path w="6350" h="325120">
                  <a:moveTo>
                    <a:pt x="6350" y="297179"/>
                  </a:moveTo>
                  <a:lnTo>
                    <a:pt x="0" y="297179"/>
                  </a:lnTo>
                  <a:lnTo>
                    <a:pt x="0" y="299719"/>
                  </a:lnTo>
                  <a:lnTo>
                    <a:pt x="6350" y="299719"/>
                  </a:lnTo>
                  <a:lnTo>
                    <a:pt x="6350" y="297179"/>
                  </a:lnTo>
                  <a:close/>
                </a:path>
                <a:path w="6350" h="325120">
                  <a:moveTo>
                    <a:pt x="6350" y="299719"/>
                  </a:moveTo>
                  <a:lnTo>
                    <a:pt x="0" y="299719"/>
                  </a:lnTo>
                  <a:lnTo>
                    <a:pt x="0" y="303529"/>
                  </a:lnTo>
                  <a:lnTo>
                    <a:pt x="6350" y="303529"/>
                  </a:lnTo>
                  <a:lnTo>
                    <a:pt x="6350" y="299719"/>
                  </a:lnTo>
                  <a:close/>
                </a:path>
                <a:path w="6350" h="325120">
                  <a:moveTo>
                    <a:pt x="6350" y="303529"/>
                  </a:moveTo>
                  <a:lnTo>
                    <a:pt x="0" y="303529"/>
                  </a:lnTo>
                  <a:lnTo>
                    <a:pt x="0" y="306069"/>
                  </a:lnTo>
                  <a:lnTo>
                    <a:pt x="6350" y="306069"/>
                  </a:lnTo>
                  <a:lnTo>
                    <a:pt x="6350" y="303529"/>
                  </a:lnTo>
                  <a:close/>
                </a:path>
                <a:path w="6350" h="325120">
                  <a:moveTo>
                    <a:pt x="6350" y="306069"/>
                  </a:moveTo>
                  <a:lnTo>
                    <a:pt x="0" y="306069"/>
                  </a:lnTo>
                  <a:lnTo>
                    <a:pt x="0" y="309879"/>
                  </a:lnTo>
                  <a:lnTo>
                    <a:pt x="6350" y="309879"/>
                  </a:lnTo>
                  <a:lnTo>
                    <a:pt x="6350" y="306069"/>
                  </a:lnTo>
                  <a:close/>
                </a:path>
                <a:path w="6350" h="325120">
                  <a:moveTo>
                    <a:pt x="6350" y="309879"/>
                  </a:moveTo>
                  <a:lnTo>
                    <a:pt x="0" y="309879"/>
                  </a:lnTo>
                  <a:lnTo>
                    <a:pt x="0" y="312419"/>
                  </a:lnTo>
                  <a:lnTo>
                    <a:pt x="6350" y="312419"/>
                  </a:lnTo>
                  <a:lnTo>
                    <a:pt x="6350" y="309879"/>
                  </a:lnTo>
                  <a:close/>
                </a:path>
                <a:path w="6350" h="325120">
                  <a:moveTo>
                    <a:pt x="6350" y="312419"/>
                  </a:moveTo>
                  <a:lnTo>
                    <a:pt x="0" y="312419"/>
                  </a:lnTo>
                  <a:lnTo>
                    <a:pt x="0" y="316229"/>
                  </a:lnTo>
                  <a:lnTo>
                    <a:pt x="6350" y="316229"/>
                  </a:lnTo>
                  <a:lnTo>
                    <a:pt x="6350" y="312419"/>
                  </a:lnTo>
                  <a:close/>
                </a:path>
                <a:path w="6350" h="325120">
                  <a:moveTo>
                    <a:pt x="6350" y="316229"/>
                  </a:moveTo>
                  <a:lnTo>
                    <a:pt x="0" y="316229"/>
                  </a:lnTo>
                  <a:lnTo>
                    <a:pt x="0" y="318769"/>
                  </a:lnTo>
                  <a:lnTo>
                    <a:pt x="6350" y="318769"/>
                  </a:lnTo>
                  <a:lnTo>
                    <a:pt x="6350" y="316229"/>
                  </a:lnTo>
                  <a:close/>
                </a:path>
                <a:path w="6350" h="325120">
                  <a:moveTo>
                    <a:pt x="6350" y="318769"/>
                  </a:moveTo>
                  <a:lnTo>
                    <a:pt x="0" y="318769"/>
                  </a:lnTo>
                  <a:lnTo>
                    <a:pt x="0" y="321309"/>
                  </a:lnTo>
                  <a:lnTo>
                    <a:pt x="1270" y="321309"/>
                  </a:lnTo>
                  <a:lnTo>
                    <a:pt x="1270" y="322579"/>
                  </a:lnTo>
                  <a:lnTo>
                    <a:pt x="6350" y="322579"/>
                  </a:lnTo>
                  <a:lnTo>
                    <a:pt x="6350" y="318769"/>
                  </a:lnTo>
                  <a:close/>
                </a:path>
                <a:path w="6350" h="325120">
                  <a:moveTo>
                    <a:pt x="6350" y="322579"/>
                  </a:moveTo>
                  <a:lnTo>
                    <a:pt x="2539" y="322579"/>
                  </a:lnTo>
                  <a:lnTo>
                    <a:pt x="2539" y="323849"/>
                  </a:lnTo>
                  <a:lnTo>
                    <a:pt x="5080" y="323849"/>
                  </a:lnTo>
                  <a:lnTo>
                    <a:pt x="5080" y="325119"/>
                  </a:lnTo>
                  <a:lnTo>
                    <a:pt x="6350" y="325119"/>
                  </a:lnTo>
                  <a:lnTo>
                    <a:pt x="6350" y="322579"/>
                  </a:lnTo>
                  <a:close/>
                </a:path>
              </a:pathLst>
            </a:custGeom>
            <a:solidFill>
              <a:srgbClr val="DA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8" name="object 263">
              <a:extLst>
                <a:ext uri="{FF2B5EF4-FFF2-40B4-BE49-F238E27FC236}">
                  <a16:creationId xmlns:a16="http://schemas.microsoft.com/office/drawing/2014/main" id="{2CC8317B-D0B2-4F0D-8E09-02753C1D15F0}"/>
                </a:ext>
              </a:extLst>
            </p:cNvPr>
            <p:cNvSpPr/>
            <p:nvPr/>
          </p:nvSpPr>
          <p:spPr>
            <a:xfrm>
              <a:off x="4462780" y="4236085"/>
              <a:ext cx="7620" cy="317500"/>
            </a:xfrm>
            <a:custGeom>
              <a:avLst/>
              <a:gdLst/>
              <a:ahLst/>
              <a:cxnLst/>
              <a:rect l="l" t="t" r="r" b="b"/>
              <a:pathLst>
                <a:path w="7620" h="317500">
                  <a:moveTo>
                    <a:pt x="7619" y="0"/>
                  </a:moveTo>
                  <a:lnTo>
                    <a:pt x="6350" y="0"/>
                  </a:lnTo>
                  <a:lnTo>
                    <a:pt x="6350" y="1269"/>
                  </a:lnTo>
                  <a:lnTo>
                    <a:pt x="3809" y="1269"/>
                  </a:lnTo>
                  <a:lnTo>
                    <a:pt x="3809" y="2539"/>
                  </a:lnTo>
                  <a:lnTo>
                    <a:pt x="7619" y="2539"/>
                  </a:lnTo>
                  <a:lnTo>
                    <a:pt x="7619" y="0"/>
                  </a:lnTo>
                  <a:close/>
                </a:path>
                <a:path w="7620" h="317500">
                  <a:moveTo>
                    <a:pt x="7619" y="2540"/>
                  </a:moveTo>
                  <a:lnTo>
                    <a:pt x="2539" y="2540"/>
                  </a:lnTo>
                  <a:lnTo>
                    <a:pt x="2539" y="3810"/>
                  </a:lnTo>
                  <a:lnTo>
                    <a:pt x="1269" y="3810"/>
                  </a:lnTo>
                  <a:lnTo>
                    <a:pt x="1269" y="5080"/>
                  </a:lnTo>
                  <a:lnTo>
                    <a:pt x="0" y="5080"/>
                  </a:lnTo>
                  <a:lnTo>
                    <a:pt x="0" y="8889"/>
                  </a:lnTo>
                  <a:lnTo>
                    <a:pt x="7619" y="8889"/>
                  </a:lnTo>
                  <a:lnTo>
                    <a:pt x="7619" y="2540"/>
                  </a:lnTo>
                  <a:close/>
                </a:path>
                <a:path w="7620" h="317500">
                  <a:moveTo>
                    <a:pt x="7619" y="8890"/>
                  </a:moveTo>
                  <a:lnTo>
                    <a:pt x="0" y="8890"/>
                  </a:lnTo>
                  <a:lnTo>
                    <a:pt x="0" y="15239"/>
                  </a:lnTo>
                  <a:lnTo>
                    <a:pt x="7619" y="15239"/>
                  </a:lnTo>
                  <a:lnTo>
                    <a:pt x="7619" y="8890"/>
                  </a:lnTo>
                  <a:close/>
                </a:path>
                <a:path w="7620" h="317500">
                  <a:moveTo>
                    <a:pt x="7619" y="15240"/>
                  </a:moveTo>
                  <a:lnTo>
                    <a:pt x="0" y="15240"/>
                  </a:lnTo>
                  <a:lnTo>
                    <a:pt x="0" y="21589"/>
                  </a:lnTo>
                  <a:lnTo>
                    <a:pt x="7619" y="21589"/>
                  </a:lnTo>
                  <a:lnTo>
                    <a:pt x="7619" y="15240"/>
                  </a:lnTo>
                  <a:close/>
                </a:path>
                <a:path w="7620" h="317500">
                  <a:moveTo>
                    <a:pt x="7619" y="21590"/>
                  </a:moveTo>
                  <a:lnTo>
                    <a:pt x="0" y="21590"/>
                  </a:lnTo>
                  <a:lnTo>
                    <a:pt x="0" y="27939"/>
                  </a:lnTo>
                  <a:lnTo>
                    <a:pt x="7619" y="27939"/>
                  </a:lnTo>
                  <a:lnTo>
                    <a:pt x="7619" y="21590"/>
                  </a:lnTo>
                  <a:close/>
                </a:path>
                <a:path w="7620" h="317500">
                  <a:moveTo>
                    <a:pt x="7619" y="27940"/>
                  </a:moveTo>
                  <a:lnTo>
                    <a:pt x="0" y="27940"/>
                  </a:lnTo>
                  <a:lnTo>
                    <a:pt x="0" y="34289"/>
                  </a:lnTo>
                  <a:lnTo>
                    <a:pt x="7619" y="34289"/>
                  </a:lnTo>
                  <a:lnTo>
                    <a:pt x="7619" y="27940"/>
                  </a:lnTo>
                  <a:close/>
                </a:path>
                <a:path w="7620" h="317500">
                  <a:moveTo>
                    <a:pt x="7619" y="34290"/>
                  </a:moveTo>
                  <a:lnTo>
                    <a:pt x="0" y="34290"/>
                  </a:lnTo>
                  <a:lnTo>
                    <a:pt x="0" y="40639"/>
                  </a:lnTo>
                  <a:lnTo>
                    <a:pt x="7619" y="40639"/>
                  </a:lnTo>
                  <a:lnTo>
                    <a:pt x="7619" y="34290"/>
                  </a:lnTo>
                  <a:close/>
                </a:path>
                <a:path w="7620" h="317500">
                  <a:moveTo>
                    <a:pt x="7619" y="40640"/>
                  </a:moveTo>
                  <a:lnTo>
                    <a:pt x="0" y="40640"/>
                  </a:lnTo>
                  <a:lnTo>
                    <a:pt x="0" y="46989"/>
                  </a:lnTo>
                  <a:lnTo>
                    <a:pt x="7619" y="46989"/>
                  </a:lnTo>
                  <a:lnTo>
                    <a:pt x="7619" y="40640"/>
                  </a:lnTo>
                  <a:close/>
                </a:path>
                <a:path w="7620" h="317500">
                  <a:moveTo>
                    <a:pt x="7619" y="46990"/>
                  </a:moveTo>
                  <a:lnTo>
                    <a:pt x="0" y="46990"/>
                  </a:lnTo>
                  <a:lnTo>
                    <a:pt x="0" y="53339"/>
                  </a:lnTo>
                  <a:lnTo>
                    <a:pt x="7619" y="53339"/>
                  </a:lnTo>
                  <a:lnTo>
                    <a:pt x="7619" y="46990"/>
                  </a:lnTo>
                  <a:close/>
                </a:path>
                <a:path w="7620" h="317500">
                  <a:moveTo>
                    <a:pt x="7619" y="53340"/>
                  </a:moveTo>
                  <a:lnTo>
                    <a:pt x="0" y="53340"/>
                  </a:lnTo>
                  <a:lnTo>
                    <a:pt x="0" y="59689"/>
                  </a:lnTo>
                  <a:lnTo>
                    <a:pt x="7619" y="59689"/>
                  </a:lnTo>
                  <a:lnTo>
                    <a:pt x="7619" y="53340"/>
                  </a:lnTo>
                  <a:close/>
                </a:path>
                <a:path w="7620" h="317500">
                  <a:moveTo>
                    <a:pt x="7619" y="59690"/>
                  </a:moveTo>
                  <a:lnTo>
                    <a:pt x="0" y="59690"/>
                  </a:lnTo>
                  <a:lnTo>
                    <a:pt x="0" y="64769"/>
                  </a:lnTo>
                  <a:lnTo>
                    <a:pt x="7619" y="64769"/>
                  </a:lnTo>
                  <a:lnTo>
                    <a:pt x="7619" y="59690"/>
                  </a:lnTo>
                  <a:close/>
                </a:path>
                <a:path w="7620" h="317500">
                  <a:moveTo>
                    <a:pt x="7619" y="64770"/>
                  </a:moveTo>
                  <a:lnTo>
                    <a:pt x="0" y="64770"/>
                  </a:lnTo>
                  <a:lnTo>
                    <a:pt x="0" y="72389"/>
                  </a:lnTo>
                  <a:lnTo>
                    <a:pt x="7619" y="72389"/>
                  </a:lnTo>
                  <a:lnTo>
                    <a:pt x="7619" y="64770"/>
                  </a:lnTo>
                  <a:close/>
                </a:path>
                <a:path w="7620" h="317500">
                  <a:moveTo>
                    <a:pt x="7619" y="72390"/>
                  </a:moveTo>
                  <a:lnTo>
                    <a:pt x="0" y="72390"/>
                  </a:lnTo>
                  <a:lnTo>
                    <a:pt x="0" y="77469"/>
                  </a:lnTo>
                  <a:lnTo>
                    <a:pt x="7619" y="77469"/>
                  </a:lnTo>
                  <a:lnTo>
                    <a:pt x="7619" y="72390"/>
                  </a:lnTo>
                  <a:close/>
                </a:path>
                <a:path w="7620" h="317500">
                  <a:moveTo>
                    <a:pt x="7619" y="77470"/>
                  </a:moveTo>
                  <a:lnTo>
                    <a:pt x="0" y="77470"/>
                  </a:lnTo>
                  <a:lnTo>
                    <a:pt x="0" y="91439"/>
                  </a:lnTo>
                  <a:lnTo>
                    <a:pt x="7619" y="91439"/>
                  </a:lnTo>
                  <a:lnTo>
                    <a:pt x="7619" y="77470"/>
                  </a:lnTo>
                  <a:close/>
                </a:path>
                <a:path w="7620" h="317500">
                  <a:moveTo>
                    <a:pt x="7619" y="91440"/>
                  </a:moveTo>
                  <a:lnTo>
                    <a:pt x="0" y="91440"/>
                  </a:lnTo>
                  <a:lnTo>
                    <a:pt x="0" y="97789"/>
                  </a:lnTo>
                  <a:lnTo>
                    <a:pt x="7619" y="97789"/>
                  </a:lnTo>
                  <a:lnTo>
                    <a:pt x="7619" y="91440"/>
                  </a:lnTo>
                  <a:close/>
                </a:path>
                <a:path w="7620" h="317500">
                  <a:moveTo>
                    <a:pt x="7619" y="97790"/>
                  </a:moveTo>
                  <a:lnTo>
                    <a:pt x="0" y="97790"/>
                  </a:lnTo>
                  <a:lnTo>
                    <a:pt x="0" y="104139"/>
                  </a:lnTo>
                  <a:lnTo>
                    <a:pt x="7619" y="104139"/>
                  </a:lnTo>
                  <a:lnTo>
                    <a:pt x="7619" y="97790"/>
                  </a:lnTo>
                  <a:close/>
                </a:path>
                <a:path w="7620" h="317500">
                  <a:moveTo>
                    <a:pt x="7619" y="104140"/>
                  </a:moveTo>
                  <a:lnTo>
                    <a:pt x="0" y="104140"/>
                  </a:lnTo>
                  <a:lnTo>
                    <a:pt x="0" y="109219"/>
                  </a:lnTo>
                  <a:lnTo>
                    <a:pt x="7619" y="109219"/>
                  </a:lnTo>
                  <a:lnTo>
                    <a:pt x="7619" y="104140"/>
                  </a:lnTo>
                  <a:close/>
                </a:path>
                <a:path w="7620" h="317500">
                  <a:moveTo>
                    <a:pt x="7619" y="109220"/>
                  </a:moveTo>
                  <a:lnTo>
                    <a:pt x="0" y="109220"/>
                  </a:lnTo>
                  <a:lnTo>
                    <a:pt x="0" y="135889"/>
                  </a:lnTo>
                  <a:lnTo>
                    <a:pt x="7619" y="135889"/>
                  </a:lnTo>
                  <a:lnTo>
                    <a:pt x="7619" y="109220"/>
                  </a:lnTo>
                  <a:close/>
                </a:path>
                <a:path w="7620" h="317500">
                  <a:moveTo>
                    <a:pt x="7619" y="135890"/>
                  </a:moveTo>
                  <a:lnTo>
                    <a:pt x="0" y="135890"/>
                  </a:lnTo>
                  <a:lnTo>
                    <a:pt x="0" y="193039"/>
                  </a:lnTo>
                  <a:lnTo>
                    <a:pt x="7619" y="193039"/>
                  </a:lnTo>
                  <a:lnTo>
                    <a:pt x="7619" y="135890"/>
                  </a:lnTo>
                  <a:close/>
                </a:path>
                <a:path w="7620" h="317500">
                  <a:moveTo>
                    <a:pt x="7619" y="193040"/>
                  </a:moveTo>
                  <a:lnTo>
                    <a:pt x="0" y="193040"/>
                  </a:lnTo>
                  <a:lnTo>
                    <a:pt x="0" y="199389"/>
                  </a:lnTo>
                  <a:lnTo>
                    <a:pt x="7619" y="199389"/>
                  </a:lnTo>
                  <a:lnTo>
                    <a:pt x="7619" y="193040"/>
                  </a:lnTo>
                  <a:close/>
                </a:path>
                <a:path w="7620" h="317500">
                  <a:moveTo>
                    <a:pt x="7619" y="199390"/>
                  </a:moveTo>
                  <a:lnTo>
                    <a:pt x="0" y="199390"/>
                  </a:lnTo>
                  <a:lnTo>
                    <a:pt x="0" y="204469"/>
                  </a:lnTo>
                  <a:lnTo>
                    <a:pt x="7619" y="204469"/>
                  </a:lnTo>
                  <a:lnTo>
                    <a:pt x="7619" y="199390"/>
                  </a:lnTo>
                  <a:close/>
                </a:path>
                <a:path w="7620" h="317500">
                  <a:moveTo>
                    <a:pt x="7619" y="204470"/>
                  </a:moveTo>
                  <a:lnTo>
                    <a:pt x="0" y="204470"/>
                  </a:lnTo>
                  <a:lnTo>
                    <a:pt x="0" y="212089"/>
                  </a:lnTo>
                  <a:lnTo>
                    <a:pt x="7619" y="212089"/>
                  </a:lnTo>
                  <a:lnTo>
                    <a:pt x="7619" y="204470"/>
                  </a:lnTo>
                  <a:close/>
                </a:path>
                <a:path w="7620" h="317500">
                  <a:moveTo>
                    <a:pt x="7619" y="212090"/>
                  </a:moveTo>
                  <a:lnTo>
                    <a:pt x="0" y="212090"/>
                  </a:lnTo>
                  <a:lnTo>
                    <a:pt x="0" y="218439"/>
                  </a:lnTo>
                  <a:lnTo>
                    <a:pt x="7619" y="218439"/>
                  </a:lnTo>
                  <a:lnTo>
                    <a:pt x="7619" y="212090"/>
                  </a:lnTo>
                  <a:close/>
                </a:path>
                <a:path w="7620" h="317500">
                  <a:moveTo>
                    <a:pt x="7619" y="218440"/>
                  </a:moveTo>
                  <a:lnTo>
                    <a:pt x="0" y="218440"/>
                  </a:lnTo>
                  <a:lnTo>
                    <a:pt x="0" y="224789"/>
                  </a:lnTo>
                  <a:lnTo>
                    <a:pt x="7619" y="224789"/>
                  </a:lnTo>
                  <a:lnTo>
                    <a:pt x="7619" y="218440"/>
                  </a:lnTo>
                  <a:close/>
                </a:path>
                <a:path w="7620" h="317500">
                  <a:moveTo>
                    <a:pt x="7619" y="224790"/>
                  </a:moveTo>
                  <a:lnTo>
                    <a:pt x="0" y="224790"/>
                  </a:lnTo>
                  <a:lnTo>
                    <a:pt x="0" y="237489"/>
                  </a:lnTo>
                  <a:lnTo>
                    <a:pt x="7619" y="237489"/>
                  </a:lnTo>
                  <a:lnTo>
                    <a:pt x="7619" y="224790"/>
                  </a:lnTo>
                  <a:close/>
                </a:path>
                <a:path w="7620" h="317500">
                  <a:moveTo>
                    <a:pt x="7619" y="237490"/>
                  </a:moveTo>
                  <a:lnTo>
                    <a:pt x="0" y="237490"/>
                  </a:lnTo>
                  <a:lnTo>
                    <a:pt x="0" y="243839"/>
                  </a:lnTo>
                  <a:lnTo>
                    <a:pt x="7619" y="243839"/>
                  </a:lnTo>
                  <a:lnTo>
                    <a:pt x="7619" y="237490"/>
                  </a:lnTo>
                  <a:close/>
                </a:path>
                <a:path w="7620" h="317500">
                  <a:moveTo>
                    <a:pt x="7619" y="243840"/>
                  </a:moveTo>
                  <a:lnTo>
                    <a:pt x="0" y="243840"/>
                  </a:lnTo>
                  <a:lnTo>
                    <a:pt x="0" y="248919"/>
                  </a:lnTo>
                  <a:lnTo>
                    <a:pt x="7619" y="248919"/>
                  </a:lnTo>
                  <a:lnTo>
                    <a:pt x="7619" y="243840"/>
                  </a:lnTo>
                  <a:close/>
                </a:path>
                <a:path w="7620" h="317500">
                  <a:moveTo>
                    <a:pt x="7619" y="248920"/>
                  </a:moveTo>
                  <a:lnTo>
                    <a:pt x="0" y="248920"/>
                  </a:lnTo>
                  <a:lnTo>
                    <a:pt x="0" y="251459"/>
                  </a:lnTo>
                  <a:lnTo>
                    <a:pt x="7619" y="251459"/>
                  </a:lnTo>
                  <a:lnTo>
                    <a:pt x="7619" y="248920"/>
                  </a:lnTo>
                  <a:close/>
                </a:path>
                <a:path w="7620" h="317500">
                  <a:moveTo>
                    <a:pt x="7619" y="251460"/>
                  </a:moveTo>
                  <a:lnTo>
                    <a:pt x="0" y="251460"/>
                  </a:lnTo>
                  <a:lnTo>
                    <a:pt x="0" y="257809"/>
                  </a:lnTo>
                  <a:lnTo>
                    <a:pt x="7619" y="257809"/>
                  </a:lnTo>
                  <a:lnTo>
                    <a:pt x="7619" y="251460"/>
                  </a:lnTo>
                  <a:close/>
                </a:path>
                <a:path w="7620" h="317500">
                  <a:moveTo>
                    <a:pt x="7619" y="257810"/>
                  </a:moveTo>
                  <a:lnTo>
                    <a:pt x="0" y="257810"/>
                  </a:lnTo>
                  <a:lnTo>
                    <a:pt x="0" y="261619"/>
                  </a:lnTo>
                  <a:lnTo>
                    <a:pt x="7619" y="261619"/>
                  </a:lnTo>
                  <a:lnTo>
                    <a:pt x="7619" y="257810"/>
                  </a:lnTo>
                  <a:close/>
                </a:path>
                <a:path w="7620" h="317500">
                  <a:moveTo>
                    <a:pt x="7619" y="261620"/>
                  </a:moveTo>
                  <a:lnTo>
                    <a:pt x="0" y="261620"/>
                  </a:lnTo>
                  <a:lnTo>
                    <a:pt x="0" y="267969"/>
                  </a:lnTo>
                  <a:lnTo>
                    <a:pt x="7619" y="267969"/>
                  </a:lnTo>
                  <a:lnTo>
                    <a:pt x="7619" y="261620"/>
                  </a:lnTo>
                  <a:close/>
                </a:path>
                <a:path w="7620" h="317500">
                  <a:moveTo>
                    <a:pt x="7619" y="267970"/>
                  </a:moveTo>
                  <a:lnTo>
                    <a:pt x="0" y="267970"/>
                  </a:lnTo>
                  <a:lnTo>
                    <a:pt x="0" y="270509"/>
                  </a:lnTo>
                  <a:lnTo>
                    <a:pt x="7619" y="270509"/>
                  </a:lnTo>
                  <a:lnTo>
                    <a:pt x="7619" y="267970"/>
                  </a:lnTo>
                  <a:close/>
                </a:path>
                <a:path w="7620" h="317500">
                  <a:moveTo>
                    <a:pt x="7619" y="270510"/>
                  </a:moveTo>
                  <a:lnTo>
                    <a:pt x="0" y="270510"/>
                  </a:lnTo>
                  <a:lnTo>
                    <a:pt x="0" y="274319"/>
                  </a:lnTo>
                  <a:lnTo>
                    <a:pt x="7619" y="274319"/>
                  </a:lnTo>
                  <a:lnTo>
                    <a:pt x="7619" y="270510"/>
                  </a:lnTo>
                  <a:close/>
                </a:path>
                <a:path w="7620" h="317500">
                  <a:moveTo>
                    <a:pt x="7619" y="274320"/>
                  </a:moveTo>
                  <a:lnTo>
                    <a:pt x="0" y="274320"/>
                  </a:lnTo>
                  <a:lnTo>
                    <a:pt x="0" y="276859"/>
                  </a:lnTo>
                  <a:lnTo>
                    <a:pt x="7619" y="276859"/>
                  </a:lnTo>
                  <a:lnTo>
                    <a:pt x="7619" y="274320"/>
                  </a:lnTo>
                  <a:close/>
                </a:path>
                <a:path w="7620" h="317500">
                  <a:moveTo>
                    <a:pt x="7619" y="276860"/>
                  </a:moveTo>
                  <a:lnTo>
                    <a:pt x="0" y="276860"/>
                  </a:lnTo>
                  <a:lnTo>
                    <a:pt x="0" y="280669"/>
                  </a:lnTo>
                  <a:lnTo>
                    <a:pt x="7619" y="280669"/>
                  </a:lnTo>
                  <a:lnTo>
                    <a:pt x="7619" y="276860"/>
                  </a:lnTo>
                  <a:close/>
                </a:path>
                <a:path w="7620" h="317500">
                  <a:moveTo>
                    <a:pt x="7619" y="280670"/>
                  </a:moveTo>
                  <a:lnTo>
                    <a:pt x="0" y="280670"/>
                  </a:lnTo>
                  <a:lnTo>
                    <a:pt x="0" y="283209"/>
                  </a:lnTo>
                  <a:lnTo>
                    <a:pt x="7619" y="283209"/>
                  </a:lnTo>
                  <a:lnTo>
                    <a:pt x="7619" y="280670"/>
                  </a:lnTo>
                  <a:close/>
                </a:path>
                <a:path w="7620" h="317500">
                  <a:moveTo>
                    <a:pt x="7619" y="283210"/>
                  </a:moveTo>
                  <a:lnTo>
                    <a:pt x="0" y="283210"/>
                  </a:lnTo>
                  <a:lnTo>
                    <a:pt x="0" y="289559"/>
                  </a:lnTo>
                  <a:lnTo>
                    <a:pt x="7619" y="289559"/>
                  </a:lnTo>
                  <a:lnTo>
                    <a:pt x="7619" y="283210"/>
                  </a:lnTo>
                  <a:close/>
                </a:path>
                <a:path w="7620" h="317500">
                  <a:moveTo>
                    <a:pt x="7619" y="289560"/>
                  </a:moveTo>
                  <a:lnTo>
                    <a:pt x="0" y="289560"/>
                  </a:lnTo>
                  <a:lnTo>
                    <a:pt x="0" y="293369"/>
                  </a:lnTo>
                  <a:lnTo>
                    <a:pt x="7619" y="293369"/>
                  </a:lnTo>
                  <a:lnTo>
                    <a:pt x="7619" y="289560"/>
                  </a:lnTo>
                  <a:close/>
                </a:path>
                <a:path w="7620" h="317500">
                  <a:moveTo>
                    <a:pt x="7619" y="293370"/>
                  </a:moveTo>
                  <a:lnTo>
                    <a:pt x="0" y="293370"/>
                  </a:lnTo>
                  <a:lnTo>
                    <a:pt x="0" y="295909"/>
                  </a:lnTo>
                  <a:lnTo>
                    <a:pt x="7619" y="295909"/>
                  </a:lnTo>
                  <a:lnTo>
                    <a:pt x="7619" y="293370"/>
                  </a:lnTo>
                  <a:close/>
                </a:path>
                <a:path w="7620" h="317500">
                  <a:moveTo>
                    <a:pt x="7619" y="295910"/>
                  </a:moveTo>
                  <a:lnTo>
                    <a:pt x="0" y="295910"/>
                  </a:lnTo>
                  <a:lnTo>
                    <a:pt x="0" y="299719"/>
                  </a:lnTo>
                  <a:lnTo>
                    <a:pt x="7619" y="299719"/>
                  </a:lnTo>
                  <a:lnTo>
                    <a:pt x="7619" y="295910"/>
                  </a:lnTo>
                  <a:close/>
                </a:path>
                <a:path w="7620" h="317500">
                  <a:moveTo>
                    <a:pt x="7619" y="299720"/>
                  </a:moveTo>
                  <a:lnTo>
                    <a:pt x="0" y="299720"/>
                  </a:lnTo>
                  <a:lnTo>
                    <a:pt x="0" y="302259"/>
                  </a:lnTo>
                  <a:lnTo>
                    <a:pt x="7619" y="302259"/>
                  </a:lnTo>
                  <a:lnTo>
                    <a:pt x="7619" y="299720"/>
                  </a:lnTo>
                  <a:close/>
                </a:path>
                <a:path w="7620" h="317500">
                  <a:moveTo>
                    <a:pt x="7619" y="302260"/>
                  </a:moveTo>
                  <a:lnTo>
                    <a:pt x="0" y="302260"/>
                  </a:lnTo>
                  <a:lnTo>
                    <a:pt x="0" y="306069"/>
                  </a:lnTo>
                  <a:lnTo>
                    <a:pt x="7619" y="306069"/>
                  </a:lnTo>
                  <a:lnTo>
                    <a:pt x="7619" y="302260"/>
                  </a:lnTo>
                  <a:close/>
                </a:path>
                <a:path w="7620" h="317500">
                  <a:moveTo>
                    <a:pt x="7619" y="306070"/>
                  </a:moveTo>
                  <a:lnTo>
                    <a:pt x="0" y="306070"/>
                  </a:lnTo>
                  <a:lnTo>
                    <a:pt x="0" y="308609"/>
                  </a:lnTo>
                  <a:lnTo>
                    <a:pt x="7619" y="308609"/>
                  </a:lnTo>
                  <a:lnTo>
                    <a:pt x="7619" y="306070"/>
                  </a:lnTo>
                  <a:close/>
                </a:path>
                <a:path w="7620" h="317500">
                  <a:moveTo>
                    <a:pt x="7619" y="308610"/>
                  </a:moveTo>
                  <a:lnTo>
                    <a:pt x="0" y="308610"/>
                  </a:lnTo>
                  <a:lnTo>
                    <a:pt x="0" y="312419"/>
                  </a:lnTo>
                  <a:lnTo>
                    <a:pt x="7619" y="312419"/>
                  </a:lnTo>
                  <a:lnTo>
                    <a:pt x="7619" y="308610"/>
                  </a:lnTo>
                  <a:close/>
                </a:path>
                <a:path w="7620" h="317500">
                  <a:moveTo>
                    <a:pt x="7619" y="312420"/>
                  </a:moveTo>
                  <a:lnTo>
                    <a:pt x="1269" y="312420"/>
                  </a:lnTo>
                  <a:lnTo>
                    <a:pt x="1269" y="313690"/>
                  </a:lnTo>
                  <a:lnTo>
                    <a:pt x="2539" y="313690"/>
                  </a:lnTo>
                  <a:lnTo>
                    <a:pt x="2539" y="314959"/>
                  </a:lnTo>
                  <a:lnTo>
                    <a:pt x="7619" y="314959"/>
                  </a:lnTo>
                  <a:lnTo>
                    <a:pt x="7619" y="312420"/>
                  </a:lnTo>
                  <a:close/>
                </a:path>
                <a:path w="7620" h="317500">
                  <a:moveTo>
                    <a:pt x="7619" y="314960"/>
                  </a:moveTo>
                  <a:lnTo>
                    <a:pt x="5079" y="314960"/>
                  </a:lnTo>
                  <a:lnTo>
                    <a:pt x="5079" y="316230"/>
                  </a:lnTo>
                  <a:lnTo>
                    <a:pt x="6350" y="316230"/>
                  </a:lnTo>
                  <a:lnTo>
                    <a:pt x="6350" y="317500"/>
                  </a:lnTo>
                  <a:lnTo>
                    <a:pt x="7619" y="317500"/>
                  </a:lnTo>
                  <a:lnTo>
                    <a:pt x="7619" y="314960"/>
                  </a:lnTo>
                  <a:close/>
                </a:path>
              </a:pathLst>
            </a:custGeom>
            <a:solidFill>
              <a:srgbClr val="DC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69" name="object 264">
              <a:extLst>
                <a:ext uri="{FF2B5EF4-FFF2-40B4-BE49-F238E27FC236}">
                  <a16:creationId xmlns:a16="http://schemas.microsoft.com/office/drawing/2014/main" id="{313D125F-4093-4C21-ADC3-74F9EF38D10F}"/>
                </a:ext>
              </a:extLst>
            </p:cNvPr>
            <p:cNvSpPr/>
            <p:nvPr/>
          </p:nvSpPr>
          <p:spPr>
            <a:xfrm>
              <a:off x="4455160" y="4241164"/>
              <a:ext cx="7620" cy="307340"/>
            </a:xfrm>
            <a:custGeom>
              <a:avLst/>
              <a:gdLst/>
              <a:ahLst/>
              <a:cxnLst/>
              <a:rect l="l" t="t" r="r" b="b"/>
              <a:pathLst>
                <a:path w="7620" h="307339">
                  <a:moveTo>
                    <a:pt x="7620" y="0"/>
                  </a:moveTo>
                  <a:lnTo>
                    <a:pt x="6350" y="0"/>
                  </a:lnTo>
                  <a:lnTo>
                    <a:pt x="6350" y="1270"/>
                  </a:lnTo>
                  <a:lnTo>
                    <a:pt x="5079" y="1270"/>
                  </a:lnTo>
                  <a:lnTo>
                    <a:pt x="5079" y="2540"/>
                  </a:lnTo>
                  <a:lnTo>
                    <a:pt x="3810" y="254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0"/>
                  </a:lnTo>
                  <a:close/>
                </a:path>
                <a:path w="7620" h="307339">
                  <a:moveTo>
                    <a:pt x="7620" y="3810"/>
                  </a:moveTo>
                  <a:lnTo>
                    <a:pt x="1270" y="3810"/>
                  </a:lnTo>
                  <a:lnTo>
                    <a:pt x="1270" y="508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7620" y="10160"/>
                  </a:lnTo>
                  <a:lnTo>
                    <a:pt x="7620" y="3810"/>
                  </a:lnTo>
                  <a:close/>
                </a:path>
                <a:path w="7620" h="307339">
                  <a:moveTo>
                    <a:pt x="7620" y="10160"/>
                  </a:moveTo>
                  <a:lnTo>
                    <a:pt x="0" y="10160"/>
                  </a:lnTo>
                  <a:lnTo>
                    <a:pt x="0" y="16510"/>
                  </a:lnTo>
                  <a:lnTo>
                    <a:pt x="7620" y="16510"/>
                  </a:lnTo>
                  <a:lnTo>
                    <a:pt x="7620" y="10160"/>
                  </a:lnTo>
                  <a:close/>
                </a:path>
                <a:path w="7620" h="307339">
                  <a:moveTo>
                    <a:pt x="7620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7620" y="22860"/>
                  </a:lnTo>
                  <a:lnTo>
                    <a:pt x="7620" y="16510"/>
                  </a:lnTo>
                  <a:close/>
                </a:path>
                <a:path w="7620" h="307339">
                  <a:moveTo>
                    <a:pt x="7620" y="22860"/>
                  </a:moveTo>
                  <a:lnTo>
                    <a:pt x="0" y="22860"/>
                  </a:lnTo>
                  <a:lnTo>
                    <a:pt x="0" y="29210"/>
                  </a:lnTo>
                  <a:lnTo>
                    <a:pt x="7620" y="29210"/>
                  </a:lnTo>
                  <a:lnTo>
                    <a:pt x="7620" y="22860"/>
                  </a:lnTo>
                  <a:close/>
                </a:path>
                <a:path w="7620" h="307339">
                  <a:moveTo>
                    <a:pt x="7620" y="29210"/>
                  </a:moveTo>
                  <a:lnTo>
                    <a:pt x="0" y="29210"/>
                  </a:lnTo>
                  <a:lnTo>
                    <a:pt x="0" y="35560"/>
                  </a:lnTo>
                  <a:lnTo>
                    <a:pt x="7620" y="35560"/>
                  </a:lnTo>
                  <a:lnTo>
                    <a:pt x="7620" y="29210"/>
                  </a:lnTo>
                  <a:close/>
                </a:path>
                <a:path w="7620" h="307339">
                  <a:moveTo>
                    <a:pt x="7620" y="35560"/>
                  </a:moveTo>
                  <a:lnTo>
                    <a:pt x="0" y="35560"/>
                  </a:lnTo>
                  <a:lnTo>
                    <a:pt x="0" y="41910"/>
                  </a:lnTo>
                  <a:lnTo>
                    <a:pt x="7620" y="41910"/>
                  </a:lnTo>
                  <a:lnTo>
                    <a:pt x="7620" y="35560"/>
                  </a:lnTo>
                  <a:close/>
                </a:path>
                <a:path w="7620" h="307339">
                  <a:moveTo>
                    <a:pt x="7620" y="41910"/>
                  </a:moveTo>
                  <a:lnTo>
                    <a:pt x="0" y="41910"/>
                  </a:lnTo>
                  <a:lnTo>
                    <a:pt x="0" y="48260"/>
                  </a:lnTo>
                  <a:lnTo>
                    <a:pt x="7620" y="48260"/>
                  </a:lnTo>
                  <a:lnTo>
                    <a:pt x="7620" y="41910"/>
                  </a:lnTo>
                  <a:close/>
                </a:path>
                <a:path w="7620" h="307339">
                  <a:moveTo>
                    <a:pt x="7620" y="48260"/>
                  </a:moveTo>
                  <a:lnTo>
                    <a:pt x="0" y="48260"/>
                  </a:lnTo>
                  <a:lnTo>
                    <a:pt x="0" y="54610"/>
                  </a:lnTo>
                  <a:lnTo>
                    <a:pt x="7620" y="54610"/>
                  </a:lnTo>
                  <a:lnTo>
                    <a:pt x="7620" y="48260"/>
                  </a:lnTo>
                  <a:close/>
                </a:path>
                <a:path w="7620" h="307339">
                  <a:moveTo>
                    <a:pt x="7620" y="54610"/>
                  </a:moveTo>
                  <a:lnTo>
                    <a:pt x="0" y="54610"/>
                  </a:lnTo>
                  <a:lnTo>
                    <a:pt x="0" y="59690"/>
                  </a:lnTo>
                  <a:lnTo>
                    <a:pt x="7620" y="59690"/>
                  </a:lnTo>
                  <a:lnTo>
                    <a:pt x="7620" y="54610"/>
                  </a:lnTo>
                  <a:close/>
                </a:path>
                <a:path w="7620" h="307339">
                  <a:moveTo>
                    <a:pt x="7620" y="59690"/>
                  </a:moveTo>
                  <a:lnTo>
                    <a:pt x="0" y="59690"/>
                  </a:lnTo>
                  <a:lnTo>
                    <a:pt x="0" y="67310"/>
                  </a:lnTo>
                  <a:lnTo>
                    <a:pt x="7620" y="67310"/>
                  </a:lnTo>
                  <a:lnTo>
                    <a:pt x="7620" y="59690"/>
                  </a:lnTo>
                  <a:close/>
                </a:path>
                <a:path w="7620" h="307339">
                  <a:moveTo>
                    <a:pt x="7620" y="67310"/>
                  </a:moveTo>
                  <a:lnTo>
                    <a:pt x="0" y="67310"/>
                  </a:lnTo>
                  <a:lnTo>
                    <a:pt x="0" y="72390"/>
                  </a:lnTo>
                  <a:lnTo>
                    <a:pt x="7620" y="72390"/>
                  </a:lnTo>
                  <a:lnTo>
                    <a:pt x="7620" y="67310"/>
                  </a:lnTo>
                  <a:close/>
                </a:path>
                <a:path w="7620" h="307339">
                  <a:moveTo>
                    <a:pt x="7620" y="72390"/>
                  </a:moveTo>
                  <a:lnTo>
                    <a:pt x="0" y="72390"/>
                  </a:lnTo>
                  <a:lnTo>
                    <a:pt x="0" y="86360"/>
                  </a:lnTo>
                  <a:lnTo>
                    <a:pt x="7620" y="86360"/>
                  </a:lnTo>
                  <a:lnTo>
                    <a:pt x="7620" y="72390"/>
                  </a:lnTo>
                  <a:close/>
                </a:path>
                <a:path w="7620" h="307339">
                  <a:moveTo>
                    <a:pt x="7620" y="86360"/>
                  </a:moveTo>
                  <a:lnTo>
                    <a:pt x="0" y="86360"/>
                  </a:lnTo>
                  <a:lnTo>
                    <a:pt x="0" y="92710"/>
                  </a:lnTo>
                  <a:lnTo>
                    <a:pt x="7620" y="92710"/>
                  </a:lnTo>
                  <a:lnTo>
                    <a:pt x="7620" y="86360"/>
                  </a:lnTo>
                  <a:close/>
                </a:path>
                <a:path w="7620" h="307339">
                  <a:moveTo>
                    <a:pt x="7620" y="92710"/>
                  </a:moveTo>
                  <a:lnTo>
                    <a:pt x="0" y="92710"/>
                  </a:lnTo>
                  <a:lnTo>
                    <a:pt x="0" y="99060"/>
                  </a:lnTo>
                  <a:lnTo>
                    <a:pt x="7620" y="99060"/>
                  </a:lnTo>
                  <a:lnTo>
                    <a:pt x="7620" y="92710"/>
                  </a:lnTo>
                  <a:close/>
                </a:path>
                <a:path w="7620" h="307339">
                  <a:moveTo>
                    <a:pt x="7620" y="99060"/>
                  </a:moveTo>
                  <a:lnTo>
                    <a:pt x="0" y="99060"/>
                  </a:lnTo>
                  <a:lnTo>
                    <a:pt x="0" y="104140"/>
                  </a:lnTo>
                  <a:lnTo>
                    <a:pt x="7620" y="104140"/>
                  </a:lnTo>
                  <a:lnTo>
                    <a:pt x="7620" y="99060"/>
                  </a:lnTo>
                  <a:close/>
                </a:path>
                <a:path w="7620" h="307339">
                  <a:moveTo>
                    <a:pt x="7620" y="104140"/>
                  </a:moveTo>
                  <a:lnTo>
                    <a:pt x="0" y="104140"/>
                  </a:lnTo>
                  <a:lnTo>
                    <a:pt x="0" y="130810"/>
                  </a:lnTo>
                  <a:lnTo>
                    <a:pt x="7620" y="130810"/>
                  </a:lnTo>
                  <a:lnTo>
                    <a:pt x="7620" y="104140"/>
                  </a:lnTo>
                  <a:close/>
                </a:path>
                <a:path w="7620" h="307339">
                  <a:moveTo>
                    <a:pt x="7620" y="130810"/>
                  </a:moveTo>
                  <a:lnTo>
                    <a:pt x="0" y="130810"/>
                  </a:lnTo>
                  <a:lnTo>
                    <a:pt x="0" y="187960"/>
                  </a:lnTo>
                  <a:lnTo>
                    <a:pt x="7620" y="187960"/>
                  </a:lnTo>
                  <a:lnTo>
                    <a:pt x="7620" y="130810"/>
                  </a:lnTo>
                  <a:close/>
                </a:path>
                <a:path w="7620" h="307339">
                  <a:moveTo>
                    <a:pt x="7620" y="187960"/>
                  </a:moveTo>
                  <a:lnTo>
                    <a:pt x="0" y="187960"/>
                  </a:lnTo>
                  <a:lnTo>
                    <a:pt x="0" y="194310"/>
                  </a:lnTo>
                  <a:lnTo>
                    <a:pt x="7620" y="194310"/>
                  </a:lnTo>
                  <a:lnTo>
                    <a:pt x="7620" y="187960"/>
                  </a:lnTo>
                  <a:close/>
                </a:path>
                <a:path w="7620" h="307339">
                  <a:moveTo>
                    <a:pt x="7620" y="194310"/>
                  </a:moveTo>
                  <a:lnTo>
                    <a:pt x="0" y="194310"/>
                  </a:lnTo>
                  <a:lnTo>
                    <a:pt x="0" y="199390"/>
                  </a:lnTo>
                  <a:lnTo>
                    <a:pt x="7620" y="199390"/>
                  </a:lnTo>
                  <a:lnTo>
                    <a:pt x="7620" y="194310"/>
                  </a:lnTo>
                  <a:close/>
                </a:path>
                <a:path w="7620" h="307339">
                  <a:moveTo>
                    <a:pt x="7620" y="199390"/>
                  </a:moveTo>
                  <a:lnTo>
                    <a:pt x="0" y="199390"/>
                  </a:lnTo>
                  <a:lnTo>
                    <a:pt x="0" y="207010"/>
                  </a:lnTo>
                  <a:lnTo>
                    <a:pt x="7620" y="207010"/>
                  </a:lnTo>
                  <a:lnTo>
                    <a:pt x="7620" y="199390"/>
                  </a:lnTo>
                  <a:close/>
                </a:path>
                <a:path w="7620" h="307339">
                  <a:moveTo>
                    <a:pt x="7620" y="207010"/>
                  </a:moveTo>
                  <a:lnTo>
                    <a:pt x="0" y="207010"/>
                  </a:lnTo>
                  <a:lnTo>
                    <a:pt x="0" y="213360"/>
                  </a:lnTo>
                  <a:lnTo>
                    <a:pt x="7620" y="213360"/>
                  </a:lnTo>
                  <a:lnTo>
                    <a:pt x="7620" y="207010"/>
                  </a:lnTo>
                  <a:close/>
                </a:path>
                <a:path w="7620" h="307339">
                  <a:moveTo>
                    <a:pt x="7620" y="213360"/>
                  </a:moveTo>
                  <a:lnTo>
                    <a:pt x="0" y="213360"/>
                  </a:lnTo>
                  <a:lnTo>
                    <a:pt x="0" y="219710"/>
                  </a:lnTo>
                  <a:lnTo>
                    <a:pt x="7620" y="219710"/>
                  </a:lnTo>
                  <a:lnTo>
                    <a:pt x="7620" y="213360"/>
                  </a:lnTo>
                  <a:close/>
                </a:path>
                <a:path w="7620" h="307339">
                  <a:moveTo>
                    <a:pt x="7620" y="219710"/>
                  </a:moveTo>
                  <a:lnTo>
                    <a:pt x="0" y="219710"/>
                  </a:lnTo>
                  <a:lnTo>
                    <a:pt x="0" y="232410"/>
                  </a:lnTo>
                  <a:lnTo>
                    <a:pt x="7620" y="232410"/>
                  </a:lnTo>
                  <a:lnTo>
                    <a:pt x="7620" y="219710"/>
                  </a:lnTo>
                  <a:close/>
                </a:path>
                <a:path w="7620" h="307339">
                  <a:moveTo>
                    <a:pt x="7620" y="232410"/>
                  </a:moveTo>
                  <a:lnTo>
                    <a:pt x="0" y="232410"/>
                  </a:lnTo>
                  <a:lnTo>
                    <a:pt x="0" y="238760"/>
                  </a:lnTo>
                  <a:lnTo>
                    <a:pt x="7620" y="238760"/>
                  </a:lnTo>
                  <a:lnTo>
                    <a:pt x="7620" y="232410"/>
                  </a:lnTo>
                  <a:close/>
                </a:path>
                <a:path w="7620" h="307339">
                  <a:moveTo>
                    <a:pt x="7620" y="238760"/>
                  </a:moveTo>
                  <a:lnTo>
                    <a:pt x="0" y="238760"/>
                  </a:lnTo>
                  <a:lnTo>
                    <a:pt x="0" y="243840"/>
                  </a:lnTo>
                  <a:lnTo>
                    <a:pt x="7620" y="243840"/>
                  </a:lnTo>
                  <a:lnTo>
                    <a:pt x="7620" y="238760"/>
                  </a:lnTo>
                  <a:close/>
                </a:path>
                <a:path w="7620" h="307339">
                  <a:moveTo>
                    <a:pt x="7620" y="243840"/>
                  </a:moveTo>
                  <a:lnTo>
                    <a:pt x="0" y="243840"/>
                  </a:lnTo>
                  <a:lnTo>
                    <a:pt x="0" y="246380"/>
                  </a:lnTo>
                  <a:lnTo>
                    <a:pt x="7620" y="246380"/>
                  </a:lnTo>
                  <a:lnTo>
                    <a:pt x="7620" y="243840"/>
                  </a:lnTo>
                  <a:close/>
                </a:path>
                <a:path w="7620" h="307339">
                  <a:moveTo>
                    <a:pt x="7620" y="246380"/>
                  </a:moveTo>
                  <a:lnTo>
                    <a:pt x="0" y="246380"/>
                  </a:lnTo>
                  <a:lnTo>
                    <a:pt x="0" y="252730"/>
                  </a:lnTo>
                  <a:lnTo>
                    <a:pt x="7620" y="252730"/>
                  </a:lnTo>
                  <a:lnTo>
                    <a:pt x="7620" y="246380"/>
                  </a:lnTo>
                  <a:close/>
                </a:path>
                <a:path w="7620" h="307339">
                  <a:moveTo>
                    <a:pt x="7620" y="252730"/>
                  </a:moveTo>
                  <a:lnTo>
                    <a:pt x="0" y="252730"/>
                  </a:lnTo>
                  <a:lnTo>
                    <a:pt x="0" y="256540"/>
                  </a:lnTo>
                  <a:lnTo>
                    <a:pt x="7620" y="256540"/>
                  </a:lnTo>
                  <a:lnTo>
                    <a:pt x="7620" y="252730"/>
                  </a:lnTo>
                  <a:close/>
                </a:path>
                <a:path w="7620" h="307339">
                  <a:moveTo>
                    <a:pt x="7620" y="256540"/>
                  </a:moveTo>
                  <a:lnTo>
                    <a:pt x="0" y="256540"/>
                  </a:lnTo>
                  <a:lnTo>
                    <a:pt x="0" y="262890"/>
                  </a:lnTo>
                  <a:lnTo>
                    <a:pt x="7620" y="262890"/>
                  </a:lnTo>
                  <a:lnTo>
                    <a:pt x="7620" y="256540"/>
                  </a:lnTo>
                  <a:close/>
                </a:path>
                <a:path w="7620" h="307339">
                  <a:moveTo>
                    <a:pt x="7620" y="262890"/>
                  </a:moveTo>
                  <a:lnTo>
                    <a:pt x="0" y="262890"/>
                  </a:lnTo>
                  <a:lnTo>
                    <a:pt x="0" y="265430"/>
                  </a:lnTo>
                  <a:lnTo>
                    <a:pt x="7620" y="265430"/>
                  </a:lnTo>
                  <a:lnTo>
                    <a:pt x="7620" y="262890"/>
                  </a:lnTo>
                  <a:close/>
                </a:path>
                <a:path w="7620" h="307339">
                  <a:moveTo>
                    <a:pt x="7620" y="265430"/>
                  </a:moveTo>
                  <a:lnTo>
                    <a:pt x="0" y="265430"/>
                  </a:lnTo>
                  <a:lnTo>
                    <a:pt x="0" y="269240"/>
                  </a:lnTo>
                  <a:lnTo>
                    <a:pt x="7620" y="269240"/>
                  </a:lnTo>
                  <a:lnTo>
                    <a:pt x="7620" y="265430"/>
                  </a:lnTo>
                  <a:close/>
                </a:path>
                <a:path w="7620" h="307339">
                  <a:moveTo>
                    <a:pt x="7620" y="269240"/>
                  </a:moveTo>
                  <a:lnTo>
                    <a:pt x="0" y="269240"/>
                  </a:lnTo>
                  <a:lnTo>
                    <a:pt x="0" y="271780"/>
                  </a:lnTo>
                  <a:lnTo>
                    <a:pt x="7620" y="271780"/>
                  </a:lnTo>
                  <a:lnTo>
                    <a:pt x="7620" y="269240"/>
                  </a:lnTo>
                  <a:close/>
                </a:path>
                <a:path w="7620" h="307339">
                  <a:moveTo>
                    <a:pt x="7620" y="271780"/>
                  </a:moveTo>
                  <a:lnTo>
                    <a:pt x="0" y="271780"/>
                  </a:lnTo>
                  <a:lnTo>
                    <a:pt x="0" y="275590"/>
                  </a:lnTo>
                  <a:lnTo>
                    <a:pt x="7620" y="275590"/>
                  </a:lnTo>
                  <a:lnTo>
                    <a:pt x="7620" y="271780"/>
                  </a:lnTo>
                  <a:close/>
                </a:path>
                <a:path w="7620" h="307339">
                  <a:moveTo>
                    <a:pt x="7620" y="275590"/>
                  </a:moveTo>
                  <a:lnTo>
                    <a:pt x="0" y="275590"/>
                  </a:lnTo>
                  <a:lnTo>
                    <a:pt x="0" y="278130"/>
                  </a:lnTo>
                  <a:lnTo>
                    <a:pt x="7620" y="278130"/>
                  </a:lnTo>
                  <a:lnTo>
                    <a:pt x="7620" y="275590"/>
                  </a:lnTo>
                  <a:close/>
                </a:path>
                <a:path w="7620" h="307339">
                  <a:moveTo>
                    <a:pt x="7620" y="278130"/>
                  </a:moveTo>
                  <a:lnTo>
                    <a:pt x="0" y="278130"/>
                  </a:lnTo>
                  <a:lnTo>
                    <a:pt x="0" y="284480"/>
                  </a:lnTo>
                  <a:lnTo>
                    <a:pt x="7620" y="284480"/>
                  </a:lnTo>
                  <a:lnTo>
                    <a:pt x="7620" y="278130"/>
                  </a:lnTo>
                  <a:close/>
                </a:path>
                <a:path w="7620" h="307339">
                  <a:moveTo>
                    <a:pt x="7620" y="284480"/>
                  </a:moveTo>
                  <a:lnTo>
                    <a:pt x="0" y="284480"/>
                  </a:lnTo>
                  <a:lnTo>
                    <a:pt x="0" y="288290"/>
                  </a:lnTo>
                  <a:lnTo>
                    <a:pt x="7620" y="288290"/>
                  </a:lnTo>
                  <a:lnTo>
                    <a:pt x="7620" y="284480"/>
                  </a:lnTo>
                  <a:close/>
                </a:path>
                <a:path w="7620" h="307339">
                  <a:moveTo>
                    <a:pt x="7620" y="288290"/>
                  </a:moveTo>
                  <a:lnTo>
                    <a:pt x="0" y="288290"/>
                  </a:lnTo>
                  <a:lnTo>
                    <a:pt x="0" y="290830"/>
                  </a:lnTo>
                  <a:lnTo>
                    <a:pt x="7620" y="290830"/>
                  </a:lnTo>
                  <a:lnTo>
                    <a:pt x="7620" y="288290"/>
                  </a:lnTo>
                  <a:close/>
                </a:path>
                <a:path w="7620" h="307339">
                  <a:moveTo>
                    <a:pt x="7620" y="290830"/>
                  </a:moveTo>
                  <a:lnTo>
                    <a:pt x="0" y="290830"/>
                  </a:lnTo>
                  <a:lnTo>
                    <a:pt x="0" y="294640"/>
                  </a:lnTo>
                  <a:lnTo>
                    <a:pt x="7620" y="294640"/>
                  </a:lnTo>
                  <a:lnTo>
                    <a:pt x="7620" y="290830"/>
                  </a:lnTo>
                  <a:close/>
                </a:path>
                <a:path w="7620" h="307339">
                  <a:moveTo>
                    <a:pt x="7620" y="294640"/>
                  </a:moveTo>
                  <a:lnTo>
                    <a:pt x="0" y="294640"/>
                  </a:lnTo>
                  <a:lnTo>
                    <a:pt x="0" y="297180"/>
                  </a:lnTo>
                  <a:lnTo>
                    <a:pt x="7620" y="297180"/>
                  </a:lnTo>
                  <a:lnTo>
                    <a:pt x="7620" y="294640"/>
                  </a:lnTo>
                  <a:close/>
                </a:path>
                <a:path w="7620" h="307339">
                  <a:moveTo>
                    <a:pt x="7620" y="297180"/>
                  </a:moveTo>
                  <a:lnTo>
                    <a:pt x="0" y="297180"/>
                  </a:lnTo>
                  <a:lnTo>
                    <a:pt x="0" y="300990"/>
                  </a:lnTo>
                  <a:lnTo>
                    <a:pt x="7620" y="300990"/>
                  </a:lnTo>
                  <a:lnTo>
                    <a:pt x="7620" y="297180"/>
                  </a:lnTo>
                  <a:close/>
                </a:path>
                <a:path w="7620" h="307339">
                  <a:moveTo>
                    <a:pt x="7620" y="300990"/>
                  </a:moveTo>
                  <a:lnTo>
                    <a:pt x="0" y="300990"/>
                  </a:lnTo>
                  <a:lnTo>
                    <a:pt x="0" y="302260"/>
                  </a:lnTo>
                  <a:lnTo>
                    <a:pt x="1270" y="302260"/>
                  </a:lnTo>
                  <a:lnTo>
                    <a:pt x="1270" y="303530"/>
                  </a:lnTo>
                  <a:lnTo>
                    <a:pt x="7620" y="303530"/>
                  </a:lnTo>
                  <a:lnTo>
                    <a:pt x="7620" y="300990"/>
                  </a:lnTo>
                  <a:close/>
                </a:path>
                <a:path w="7620" h="307339">
                  <a:moveTo>
                    <a:pt x="7620" y="303530"/>
                  </a:moveTo>
                  <a:lnTo>
                    <a:pt x="2539" y="303530"/>
                  </a:lnTo>
                  <a:lnTo>
                    <a:pt x="2539" y="304800"/>
                  </a:lnTo>
                  <a:lnTo>
                    <a:pt x="5079" y="304800"/>
                  </a:lnTo>
                  <a:lnTo>
                    <a:pt x="5079" y="306070"/>
                  </a:lnTo>
                  <a:lnTo>
                    <a:pt x="6350" y="306070"/>
                  </a:lnTo>
                  <a:lnTo>
                    <a:pt x="6350" y="307340"/>
                  </a:lnTo>
                  <a:lnTo>
                    <a:pt x="7620" y="307340"/>
                  </a:lnTo>
                  <a:lnTo>
                    <a:pt x="7620" y="303530"/>
                  </a:lnTo>
                  <a:close/>
                </a:path>
              </a:pathLst>
            </a:custGeom>
            <a:solidFill>
              <a:srgbClr val="DF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0" name="object 265">
              <a:extLst>
                <a:ext uri="{FF2B5EF4-FFF2-40B4-BE49-F238E27FC236}">
                  <a16:creationId xmlns:a16="http://schemas.microsoft.com/office/drawing/2014/main" id="{96FD44D6-73FB-467B-922E-69314E8B514F}"/>
                </a:ext>
              </a:extLst>
            </p:cNvPr>
            <p:cNvSpPr/>
            <p:nvPr/>
          </p:nvSpPr>
          <p:spPr>
            <a:xfrm>
              <a:off x="4448810" y="4247514"/>
              <a:ext cx="6350" cy="295910"/>
            </a:xfrm>
            <a:custGeom>
              <a:avLst/>
              <a:gdLst/>
              <a:ahLst/>
              <a:cxnLst/>
              <a:rect l="l" t="t" r="r" b="b"/>
              <a:pathLst>
                <a:path w="6350" h="295910">
                  <a:moveTo>
                    <a:pt x="6350" y="0"/>
                  </a:moveTo>
                  <a:lnTo>
                    <a:pt x="5079" y="0"/>
                  </a:lnTo>
                  <a:lnTo>
                    <a:pt x="5079" y="1270"/>
                  </a:lnTo>
                  <a:lnTo>
                    <a:pt x="3810" y="1270"/>
                  </a:lnTo>
                  <a:lnTo>
                    <a:pt x="3810" y="2540"/>
                  </a:lnTo>
                  <a:lnTo>
                    <a:pt x="2539" y="2540"/>
                  </a:lnTo>
                  <a:lnTo>
                    <a:pt x="2539" y="3810"/>
                  </a:lnTo>
                  <a:lnTo>
                    <a:pt x="6350" y="3810"/>
                  </a:lnTo>
                  <a:lnTo>
                    <a:pt x="6350" y="0"/>
                  </a:lnTo>
                  <a:close/>
                </a:path>
                <a:path w="6350" h="295910">
                  <a:moveTo>
                    <a:pt x="6350" y="3810"/>
                  </a:moveTo>
                  <a:lnTo>
                    <a:pt x="1270" y="3810"/>
                  </a:lnTo>
                  <a:lnTo>
                    <a:pt x="1270" y="5080"/>
                  </a:lnTo>
                  <a:lnTo>
                    <a:pt x="0" y="5080"/>
                  </a:lnTo>
                  <a:lnTo>
                    <a:pt x="0" y="10160"/>
                  </a:lnTo>
                  <a:lnTo>
                    <a:pt x="6350" y="10160"/>
                  </a:lnTo>
                  <a:lnTo>
                    <a:pt x="6350" y="3810"/>
                  </a:lnTo>
                  <a:close/>
                </a:path>
                <a:path w="6350" h="295910">
                  <a:moveTo>
                    <a:pt x="6350" y="10160"/>
                  </a:moveTo>
                  <a:lnTo>
                    <a:pt x="0" y="10160"/>
                  </a:lnTo>
                  <a:lnTo>
                    <a:pt x="0" y="16510"/>
                  </a:lnTo>
                  <a:lnTo>
                    <a:pt x="6350" y="16510"/>
                  </a:lnTo>
                  <a:lnTo>
                    <a:pt x="6350" y="10160"/>
                  </a:lnTo>
                  <a:close/>
                </a:path>
                <a:path w="6350" h="295910">
                  <a:moveTo>
                    <a:pt x="6350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6350" y="22860"/>
                  </a:lnTo>
                  <a:lnTo>
                    <a:pt x="6350" y="16510"/>
                  </a:lnTo>
                  <a:close/>
                </a:path>
                <a:path w="6350" h="295910">
                  <a:moveTo>
                    <a:pt x="6350" y="22860"/>
                  </a:moveTo>
                  <a:lnTo>
                    <a:pt x="0" y="22860"/>
                  </a:lnTo>
                  <a:lnTo>
                    <a:pt x="0" y="29210"/>
                  </a:lnTo>
                  <a:lnTo>
                    <a:pt x="6350" y="29210"/>
                  </a:lnTo>
                  <a:lnTo>
                    <a:pt x="6350" y="22860"/>
                  </a:lnTo>
                  <a:close/>
                </a:path>
                <a:path w="6350" h="295910">
                  <a:moveTo>
                    <a:pt x="6350" y="29210"/>
                  </a:moveTo>
                  <a:lnTo>
                    <a:pt x="0" y="29210"/>
                  </a:lnTo>
                  <a:lnTo>
                    <a:pt x="0" y="35560"/>
                  </a:lnTo>
                  <a:lnTo>
                    <a:pt x="6350" y="35560"/>
                  </a:lnTo>
                  <a:lnTo>
                    <a:pt x="6350" y="29210"/>
                  </a:lnTo>
                  <a:close/>
                </a:path>
                <a:path w="6350" h="295910">
                  <a:moveTo>
                    <a:pt x="6350" y="35560"/>
                  </a:moveTo>
                  <a:lnTo>
                    <a:pt x="0" y="35560"/>
                  </a:lnTo>
                  <a:lnTo>
                    <a:pt x="0" y="41910"/>
                  </a:lnTo>
                  <a:lnTo>
                    <a:pt x="6350" y="41910"/>
                  </a:lnTo>
                  <a:lnTo>
                    <a:pt x="6350" y="35560"/>
                  </a:lnTo>
                  <a:close/>
                </a:path>
                <a:path w="6350" h="295910">
                  <a:moveTo>
                    <a:pt x="6350" y="41910"/>
                  </a:moveTo>
                  <a:lnTo>
                    <a:pt x="0" y="41910"/>
                  </a:lnTo>
                  <a:lnTo>
                    <a:pt x="0" y="48260"/>
                  </a:lnTo>
                  <a:lnTo>
                    <a:pt x="6350" y="48260"/>
                  </a:lnTo>
                  <a:lnTo>
                    <a:pt x="6350" y="41910"/>
                  </a:lnTo>
                  <a:close/>
                </a:path>
                <a:path w="6350" h="295910">
                  <a:moveTo>
                    <a:pt x="6350" y="48260"/>
                  </a:moveTo>
                  <a:lnTo>
                    <a:pt x="0" y="48260"/>
                  </a:lnTo>
                  <a:lnTo>
                    <a:pt x="0" y="53340"/>
                  </a:lnTo>
                  <a:lnTo>
                    <a:pt x="6350" y="53340"/>
                  </a:lnTo>
                  <a:lnTo>
                    <a:pt x="6350" y="48260"/>
                  </a:lnTo>
                  <a:close/>
                </a:path>
                <a:path w="6350" h="295910">
                  <a:moveTo>
                    <a:pt x="6350" y="53340"/>
                  </a:moveTo>
                  <a:lnTo>
                    <a:pt x="0" y="53340"/>
                  </a:lnTo>
                  <a:lnTo>
                    <a:pt x="0" y="60960"/>
                  </a:lnTo>
                  <a:lnTo>
                    <a:pt x="6350" y="60960"/>
                  </a:lnTo>
                  <a:lnTo>
                    <a:pt x="6350" y="53340"/>
                  </a:lnTo>
                  <a:close/>
                </a:path>
                <a:path w="6350" h="295910">
                  <a:moveTo>
                    <a:pt x="6350" y="60960"/>
                  </a:moveTo>
                  <a:lnTo>
                    <a:pt x="0" y="60960"/>
                  </a:lnTo>
                  <a:lnTo>
                    <a:pt x="0" y="66040"/>
                  </a:lnTo>
                  <a:lnTo>
                    <a:pt x="6350" y="66040"/>
                  </a:lnTo>
                  <a:lnTo>
                    <a:pt x="6350" y="60960"/>
                  </a:lnTo>
                  <a:close/>
                </a:path>
                <a:path w="6350" h="295910">
                  <a:moveTo>
                    <a:pt x="6350" y="66040"/>
                  </a:moveTo>
                  <a:lnTo>
                    <a:pt x="0" y="66040"/>
                  </a:lnTo>
                  <a:lnTo>
                    <a:pt x="0" y="80010"/>
                  </a:lnTo>
                  <a:lnTo>
                    <a:pt x="6350" y="80010"/>
                  </a:lnTo>
                  <a:lnTo>
                    <a:pt x="6350" y="66040"/>
                  </a:lnTo>
                  <a:close/>
                </a:path>
                <a:path w="6350" h="295910">
                  <a:moveTo>
                    <a:pt x="6350" y="80010"/>
                  </a:moveTo>
                  <a:lnTo>
                    <a:pt x="0" y="80010"/>
                  </a:lnTo>
                  <a:lnTo>
                    <a:pt x="0" y="86360"/>
                  </a:lnTo>
                  <a:lnTo>
                    <a:pt x="6350" y="86360"/>
                  </a:lnTo>
                  <a:lnTo>
                    <a:pt x="6350" y="80010"/>
                  </a:lnTo>
                  <a:close/>
                </a:path>
                <a:path w="6350" h="295910">
                  <a:moveTo>
                    <a:pt x="6350" y="86360"/>
                  </a:moveTo>
                  <a:lnTo>
                    <a:pt x="0" y="86360"/>
                  </a:lnTo>
                  <a:lnTo>
                    <a:pt x="0" y="92710"/>
                  </a:lnTo>
                  <a:lnTo>
                    <a:pt x="6350" y="92710"/>
                  </a:lnTo>
                  <a:lnTo>
                    <a:pt x="6350" y="86360"/>
                  </a:lnTo>
                  <a:close/>
                </a:path>
                <a:path w="6350" h="295910">
                  <a:moveTo>
                    <a:pt x="6350" y="92710"/>
                  </a:moveTo>
                  <a:lnTo>
                    <a:pt x="0" y="92710"/>
                  </a:lnTo>
                  <a:lnTo>
                    <a:pt x="0" y="97790"/>
                  </a:lnTo>
                  <a:lnTo>
                    <a:pt x="6350" y="97790"/>
                  </a:lnTo>
                  <a:lnTo>
                    <a:pt x="6350" y="92710"/>
                  </a:lnTo>
                  <a:close/>
                </a:path>
                <a:path w="6350" h="295910">
                  <a:moveTo>
                    <a:pt x="6350" y="97790"/>
                  </a:moveTo>
                  <a:lnTo>
                    <a:pt x="0" y="97790"/>
                  </a:lnTo>
                  <a:lnTo>
                    <a:pt x="0" y="124460"/>
                  </a:lnTo>
                  <a:lnTo>
                    <a:pt x="6350" y="124460"/>
                  </a:lnTo>
                  <a:lnTo>
                    <a:pt x="6350" y="97790"/>
                  </a:lnTo>
                  <a:close/>
                </a:path>
                <a:path w="6350" h="295910">
                  <a:moveTo>
                    <a:pt x="6350" y="124460"/>
                  </a:moveTo>
                  <a:lnTo>
                    <a:pt x="0" y="124460"/>
                  </a:lnTo>
                  <a:lnTo>
                    <a:pt x="0" y="181610"/>
                  </a:lnTo>
                  <a:lnTo>
                    <a:pt x="6350" y="181610"/>
                  </a:lnTo>
                  <a:lnTo>
                    <a:pt x="6350" y="124460"/>
                  </a:lnTo>
                  <a:close/>
                </a:path>
                <a:path w="6350" h="295910">
                  <a:moveTo>
                    <a:pt x="6350" y="181610"/>
                  </a:moveTo>
                  <a:lnTo>
                    <a:pt x="0" y="181610"/>
                  </a:lnTo>
                  <a:lnTo>
                    <a:pt x="0" y="187960"/>
                  </a:lnTo>
                  <a:lnTo>
                    <a:pt x="6350" y="187960"/>
                  </a:lnTo>
                  <a:lnTo>
                    <a:pt x="6350" y="181610"/>
                  </a:lnTo>
                  <a:close/>
                </a:path>
                <a:path w="6350" h="295910">
                  <a:moveTo>
                    <a:pt x="6350" y="187960"/>
                  </a:moveTo>
                  <a:lnTo>
                    <a:pt x="0" y="187960"/>
                  </a:lnTo>
                  <a:lnTo>
                    <a:pt x="0" y="193040"/>
                  </a:lnTo>
                  <a:lnTo>
                    <a:pt x="6350" y="193040"/>
                  </a:lnTo>
                  <a:lnTo>
                    <a:pt x="6350" y="187960"/>
                  </a:lnTo>
                  <a:close/>
                </a:path>
                <a:path w="6350" h="295910">
                  <a:moveTo>
                    <a:pt x="6350" y="193040"/>
                  </a:moveTo>
                  <a:lnTo>
                    <a:pt x="0" y="193040"/>
                  </a:lnTo>
                  <a:lnTo>
                    <a:pt x="0" y="200660"/>
                  </a:lnTo>
                  <a:lnTo>
                    <a:pt x="6350" y="200660"/>
                  </a:lnTo>
                  <a:lnTo>
                    <a:pt x="6350" y="193040"/>
                  </a:lnTo>
                  <a:close/>
                </a:path>
                <a:path w="6350" h="295910">
                  <a:moveTo>
                    <a:pt x="6350" y="200660"/>
                  </a:moveTo>
                  <a:lnTo>
                    <a:pt x="0" y="200660"/>
                  </a:lnTo>
                  <a:lnTo>
                    <a:pt x="0" y="207010"/>
                  </a:lnTo>
                  <a:lnTo>
                    <a:pt x="6350" y="207010"/>
                  </a:lnTo>
                  <a:lnTo>
                    <a:pt x="6350" y="200660"/>
                  </a:lnTo>
                  <a:close/>
                </a:path>
                <a:path w="6350" h="295910">
                  <a:moveTo>
                    <a:pt x="6350" y="207010"/>
                  </a:moveTo>
                  <a:lnTo>
                    <a:pt x="0" y="207010"/>
                  </a:lnTo>
                  <a:lnTo>
                    <a:pt x="0" y="213360"/>
                  </a:lnTo>
                  <a:lnTo>
                    <a:pt x="6350" y="213360"/>
                  </a:lnTo>
                  <a:lnTo>
                    <a:pt x="6350" y="207010"/>
                  </a:lnTo>
                  <a:close/>
                </a:path>
                <a:path w="6350" h="295910">
                  <a:moveTo>
                    <a:pt x="6350" y="213360"/>
                  </a:moveTo>
                  <a:lnTo>
                    <a:pt x="0" y="213360"/>
                  </a:lnTo>
                  <a:lnTo>
                    <a:pt x="0" y="226060"/>
                  </a:lnTo>
                  <a:lnTo>
                    <a:pt x="6350" y="226060"/>
                  </a:lnTo>
                  <a:lnTo>
                    <a:pt x="6350" y="213360"/>
                  </a:lnTo>
                  <a:close/>
                </a:path>
                <a:path w="6350" h="295910">
                  <a:moveTo>
                    <a:pt x="6350" y="226060"/>
                  </a:moveTo>
                  <a:lnTo>
                    <a:pt x="0" y="226060"/>
                  </a:lnTo>
                  <a:lnTo>
                    <a:pt x="0" y="232410"/>
                  </a:lnTo>
                  <a:lnTo>
                    <a:pt x="6350" y="232410"/>
                  </a:lnTo>
                  <a:lnTo>
                    <a:pt x="6350" y="226060"/>
                  </a:lnTo>
                  <a:close/>
                </a:path>
                <a:path w="6350" h="295910">
                  <a:moveTo>
                    <a:pt x="6350" y="232410"/>
                  </a:moveTo>
                  <a:lnTo>
                    <a:pt x="0" y="232410"/>
                  </a:lnTo>
                  <a:lnTo>
                    <a:pt x="0" y="237490"/>
                  </a:lnTo>
                  <a:lnTo>
                    <a:pt x="6350" y="237490"/>
                  </a:lnTo>
                  <a:lnTo>
                    <a:pt x="6350" y="232410"/>
                  </a:lnTo>
                  <a:close/>
                </a:path>
                <a:path w="6350" h="295910">
                  <a:moveTo>
                    <a:pt x="6350" y="237490"/>
                  </a:moveTo>
                  <a:lnTo>
                    <a:pt x="0" y="237490"/>
                  </a:lnTo>
                  <a:lnTo>
                    <a:pt x="0" y="240030"/>
                  </a:lnTo>
                  <a:lnTo>
                    <a:pt x="6350" y="240030"/>
                  </a:lnTo>
                  <a:lnTo>
                    <a:pt x="6350" y="237490"/>
                  </a:lnTo>
                  <a:close/>
                </a:path>
                <a:path w="6350" h="295910">
                  <a:moveTo>
                    <a:pt x="6350" y="240030"/>
                  </a:moveTo>
                  <a:lnTo>
                    <a:pt x="0" y="240030"/>
                  </a:lnTo>
                  <a:lnTo>
                    <a:pt x="0" y="246380"/>
                  </a:lnTo>
                  <a:lnTo>
                    <a:pt x="6350" y="246380"/>
                  </a:lnTo>
                  <a:lnTo>
                    <a:pt x="6350" y="240030"/>
                  </a:lnTo>
                  <a:close/>
                </a:path>
                <a:path w="6350" h="295910">
                  <a:moveTo>
                    <a:pt x="6350" y="246380"/>
                  </a:moveTo>
                  <a:lnTo>
                    <a:pt x="0" y="246380"/>
                  </a:lnTo>
                  <a:lnTo>
                    <a:pt x="0" y="250190"/>
                  </a:lnTo>
                  <a:lnTo>
                    <a:pt x="6350" y="250190"/>
                  </a:lnTo>
                  <a:lnTo>
                    <a:pt x="6350" y="246380"/>
                  </a:lnTo>
                  <a:close/>
                </a:path>
                <a:path w="6350" h="295910">
                  <a:moveTo>
                    <a:pt x="6350" y="250190"/>
                  </a:moveTo>
                  <a:lnTo>
                    <a:pt x="0" y="250190"/>
                  </a:lnTo>
                  <a:lnTo>
                    <a:pt x="0" y="256540"/>
                  </a:lnTo>
                  <a:lnTo>
                    <a:pt x="6350" y="256540"/>
                  </a:lnTo>
                  <a:lnTo>
                    <a:pt x="6350" y="250190"/>
                  </a:lnTo>
                  <a:close/>
                </a:path>
                <a:path w="6350" h="295910">
                  <a:moveTo>
                    <a:pt x="6350" y="256540"/>
                  </a:moveTo>
                  <a:lnTo>
                    <a:pt x="0" y="256540"/>
                  </a:lnTo>
                  <a:lnTo>
                    <a:pt x="0" y="259080"/>
                  </a:lnTo>
                  <a:lnTo>
                    <a:pt x="6350" y="259080"/>
                  </a:lnTo>
                  <a:lnTo>
                    <a:pt x="6350" y="256540"/>
                  </a:lnTo>
                  <a:close/>
                </a:path>
                <a:path w="6350" h="295910">
                  <a:moveTo>
                    <a:pt x="6350" y="259080"/>
                  </a:moveTo>
                  <a:lnTo>
                    <a:pt x="0" y="259080"/>
                  </a:lnTo>
                  <a:lnTo>
                    <a:pt x="0" y="262890"/>
                  </a:lnTo>
                  <a:lnTo>
                    <a:pt x="6350" y="262890"/>
                  </a:lnTo>
                  <a:lnTo>
                    <a:pt x="6350" y="259080"/>
                  </a:lnTo>
                  <a:close/>
                </a:path>
                <a:path w="6350" h="295910">
                  <a:moveTo>
                    <a:pt x="6350" y="262890"/>
                  </a:moveTo>
                  <a:lnTo>
                    <a:pt x="0" y="262890"/>
                  </a:lnTo>
                  <a:lnTo>
                    <a:pt x="0" y="265430"/>
                  </a:lnTo>
                  <a:lnTo>
                    <a:pt x="6350" y="265430"/>
                  </a:lnTo>
                  <a:lnTo>
                    <a:pt x="6350" y="262890"/>
                  </a:lnTo>
                  <a:close/>
                </a:path>
                <a:path w="6350" h="295910">
                  <a:moveTo>
                    <a:pt x="6350" y="265430"/>
                  </a:moveTo>
                  <a:lnTo>
                    <a:pt x="0" y="265430"/>
                  </a:lnTo>
                  <a:lnTo>
                    <a:pt x="0" y="269240"/>
                  </a:lnTo>
                  <a:lnTo>
                    <a:pt x="6350" y="269240"/>
                  </a:lnTo>
                  <a:lnTo>
                    <a:pt x="6350" y="265430"/>
                  </a:lnTo>
                  <a:close/>
                </a:path>
                <a:path w="6350" h="295910">
                  <a:moveTo>
                    <a:pt x="6350" y="269240"/>
                  </a:moveTo>
                  <a:lnTo>
                    <a:pt x="0" y="269240"/>
                  </a:lnTo>
                  <a:lnTo>
                    <a:pt x="0" y="271780"/>
                  </a:lnTo>
                  <a:lnTo>
                    <a:pt x="6350" y="271780"/>
                  </a:lnTo>
                  <a:lnTo>
                    <a:pt x="6350" y="269240"/>
                  </a:lnTo>
                  <a:close/>
                </a:path>
                <a:path w="6350" h="295910">
                  <a:moveTo>
                    <a:pt x="6350" y="271780"/>
                  </a:moveTo>
                  <a:lnTo>
                    <a:pt x="0" y="271780"/>
                  </a:lnTo>
                  <a:lnTo>
                    <a:pt x="0" y="278130"/>
                  </a:lnTo>
                  <a:lnTo>
                    <a:pt x="6350" y="278130"/>
                  </a:lnTo>
                  <a:lnTo>
                    <a:pt x="6350" y="271780"/>
                  </a:lnTo>
                  <a:close/>
                </a:path>
                <a:path w="6350" h="295910">
                  <a:moveTo>
                    <a:pt x="6350" y="278130"/>
                  </a:moveTo>
                  <a:lnTo>
                    <a:pt x="0" y="278130"/>
                  </a:lnTo>
                  <a:lnTo>
                    <a:pt x="0" y="281940"/>
                  </a:lnTo>
                  <a:lnTo>
                    <a:pt x="6350" y="281940"/>
                  </a:lnTo>
                  <a:lnTo>
                    <a:pt x="6350" y="278130"/>
                  </a:lnTo>
                  <a:close/>
                </a:path>
                <a:path w="6350" h="295910">
                  <a:moveTo>
                    <a:pt x="6350" y="281940"/>
                  </a:moveTo>
                  <a:lnTo>
                    <a:pt x="0" y="281940"/>
                  </a:lnTo>
                  <a:lnTo>
                    <a:pt x="0" y="284480"/>
                  </a:lnTo>
                  <a:lnTo>
                    <a:pt x="6350" y="284480"/>
                  </a:lnTo>
                  <a:lnTo>
                    <a:pt x="6350" y="281940"/>
                  </a:lnTo>
                  <a:close/>
                </a:path>
                <a:path w="6350" h="295910">
                  <a:moveTo>
                    <a:pt x="6350" y="284480"/>
                  </a:moveTo>
                  <a:lnTo>
                    <a:pt x="0" y="284480"/>
                  </a:lnTo>
                  <a:lnTo>
                    <a:pt x="0" y="288290"/>
                  </a:lnTo>
                  <a:lnTo>
                    <a:pt x="6350" y="288290"/>
                  </a:lnTo>
                  <a:lnTo>
                    <a:pt x="6350" y="284480"/>
                  </a:lnTo>
                  <a:close/>
                </a:path>
                <a:path w="6350" h="295910">
                  <a:moveTo>
                    <a:pt x="6350" y="288290"/>
                  </a:moveTo>
                  <a:lnTo>
                    <a:pt x="0" y="288290"/>
                  </a:lnTo>
                  <a:lnTo>
                    <a:pt x="0" y="290830"/>
                  </a:lnTo>
                  <a:lnTo>
                    <a:pt x="6350" y="290830"/>
                  </a:lnTo>
                  <a:lnTo>
                    <a:pt x="6350" y="288290"/>
                  </a:lnTo>
                  <a:close/>
                </a:path>
                <a:path w="6350" h="295910">
                  <a:moveTo>
                    <a:pt x="6350" y="290830"/>
                  </a:moveTo>
                  <a:lnTo>
                    <a:pt x="1270" y="290830"/>
                  </a:lnTo>
                  <a:lnTo>
                    <a:pt x="1270" y="292100"/>
                  </a:lnTo>
                  <a:lnTo>
                    <a:pt x="2539" y="292100"/>
                  </a:lnTo>
                  <a:lnTo>
                    <a:pt x="2539" y="293370"/>
                  </a:lnTo>
                  <a:lnTo>
                    <a:pt x="3810" y="293370"/>
                  </a:lnTo>
                  <a:lnTo>
                    <a:pt x="3810" y="294640"/>
                  </a:lnTo>
                  <a:lnTo>
                    <a:pt x="6350" y="294640"/>
                  </a:lnTo>
                  <a:lnTo>
                    <a:pt x="6350" y="290830"/>
                  </a:lnTo>
                  <a:close/>
                </a:path>
                <a:path w="6350" h="295910">
                  <a:moveTo>
                    <a:pt x="6350" y="294640"/>
                  </a:moveTo>
                  <a:lnTo>
                    <a:pt x="5079" y="294640"/>
                  </a:lnTo>
                  <a:lnTo>
                    <a:pt x="5079" y="295910"/>
                  </a:lnTo>
                  <a:lnTo>
                    <a:pt x="6350" y="295910"/>
                  </a:lnTo>
                  <a:lnTo>
                    <a:pt x="6350" y="294640"/>
                  </a:lnTo>
                  <a:close/>
                </a:path>
              </a:pathLst>
            </a:custGeom>
            <a:solidFill>
              <a:srgbClr val="E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1" name="object 266">
              <a:extLst>
                <a:ext uri="{FF2B5EF4-FFF2-40B4-BE49-F238E27FC236}">
                  <a16:creationId xmlns:a16="http://schemas.microsoft.com/office/drawing/2014/main" id="{F52BB474-6CAB-4C3D-BA73-D30CDDD224AA}"/>
                </a:ext>
              </a:extLst>
            </p:cNvPr>
            <p:cNvSpPr/>
            <p:nvPr/>
          </p:nvSpPr>
          <p:spPr>
            <a:xfrm>
              <a:off x="4441189" y="4253864"/>
              <a:ext cx="7620" cy="283210"/>
            </a:xfrm>
            <a:custGeom>
              <a:avLst/>
              <a:gdLst/>
              <a:ahLst/>
              <a:cxnLst/>
              <a:rect l="l" t="t" r="r" b="b"/>
              <a:pathLst>
                <a:path w="7620" h="283210">
                  <a:moveTo>
                    <a:pt x="7620" y="0"/>
                  </a:moveTo>
                  <a:lnTo>
                    <a:pt x="6350" y="0"/>
                  </a:lnTo>
                  <a:lnTo>
                    <a:pt x="6350" y="1270"/>
                  </a:lnTo>
                  <a:lnTo>
                    <a:pt x="5080" y="1270"/>
                  </a:lnTo>
                  <a:lnTo>
                    <a:pt x="5080" y="2540"/>
                  </a:lnTo>
                  <a:lnTo>
                    <a:pt x="3810" y="254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0"/>
                  </a:lnTo>
                  <a:close/>
                </a:path>
                <a:path w="7620" h="283210">
                  <a:moveTo>
                    <a:pt x="7620" y="3810"/>
                  </a:moveTo>
                  <a:lnTo>
                    <a:pt x="2540" y="3810"/>
                  </a:lnTo>
                  <a:lnTo>
                    <a:pt x="2540" y="5080"/>
                  </a:lnTo>
                  <a:lnTo>
                    <a:pt x="1270" y="5080"/>
                  </a:lnTo>
                  <a:lnTo>
                    <a:pt x="1270" y="6350"/>
                  </a:lnTo>
                  <a:lnTo>
                    <a:pt x="0" y="6350"/>
                  </a:lnTo>
                  <a:lnTo>
                    <a:pt x="0" y="10160"/>
                  </a:lnTo>
                  <a:lnTo>
                    <a:pt x="7620" y="10160"/>
                  </a:lnTo>
                  <a:lnTo>
                    <a:pt x="7620" y="3810"/>
                  </a:lnTo>
                  <a:close/>
                </a:path>
                <a:path w="7620" h="283210">
                  <a:moveTo>
                    <a:pt x="7620" y="10160"/>
                  </a:moveTo>
                  <a:lnTo>
                    <a:pt x="0" y="10160"/>
                  </a:lnTo>
                  <a:lnTo>
                    <a:pt x="0" y="16510"/>
                  </a:lnTo>
                  <a:lnTo>
                    <a:pt x="7620" y="16510"/>
                  </a:lnTo>
                  <a:lnTo>
                    <a:pt x="7620" y="10160"/>
                  </a:lnTo>
                  <a:close/>
                </a:path>
                <a:path w="7620" h="283210">
                  <a:moveTo>
                    <a:pt x="7620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7620" y="22860"/>
                  </a:lnTo>
                  <a:lnTo>
                    <a:pt x="7620" y="16510"/>
                  </a:lnTo>
                  <a:close/>
                </a:path>
                <a:path w="7620" h="283210">
                  <a:moveTo>
                    <a:pt x="7620" y="22860"/>
                  </a:moveTo>
                  <a:lnTo>
                    <a:pt x="0" y="22860"/>
                  </a:lnTo>
                  <a:lnTo>
                    <a:pt x="0" y="29210"/>
                  </a:lnTo>
                  <a:lnTo>
                    <a:pt x="7620" y="29210"/>
                  </a:lnTo>
                  <a:lnTo>
                    <a:pt x="7620" y="22860"/>
                  </a:lnTo>
                  <a:close/>
                </a:path>
                <a:path w="7620" h="283210">
                  <a:moveTo>
                    <a:pt x="7620" y="29210"/>
                  </a:moveTo>
                  <a:lnTo>
                    <a:pt x="0" y="29210"/>
                  </a:lnTo>
                  <a:lnTo>
                    <a:pt x="0" y="35560"/>
                  </a:lnTo>
                  <a:lnTo>
                    <a:pt x="7620" y="35560"/>
                  </a:lnTo>
                  <a:lnTo>
                    <a:pt x="7620" y="29210"/>
                  </a:lnTo>
                  <a:close/>
                </a:path>
                <a:path w="7620" h="283210">
                  <a:moveTo>
                    <a:pt x="7620" y="35560"/>
                  </a:moveTo>
                  <a:lnTo>
                    <a:pt x="0" y="35560"/>
                  </a:lnTo>
                  <a:lnTo>
                    <a:pt x="0" y="41910"/>
                  </a:lnTo>
                  <a:lnTo>
                    <a:pt x="7620" y="41910"/>
                  </a:lnTo>
                  <a:lnTo>
                    <a:pt x="7620" y="35560"/>
                  </a:lnTo>
                  <a:close/>
                </a:path>
                <a:path w="7620" h="283210">
                  <a:moveTo>
                    <a:pt x="7620" y="41910"/>
                  </a:moveTo>
                  <a:lnTo>
                    <a:pt x="0" y="41910"/>
                  </a:lnTo>
                  <a:lnTo>
                    <a:pt x="0" y="46990"/>
                  </a:lnTo>
                  <a:lnTo>
                    <a:pt x="7620" y="46990"/>
                  </a:lnTo>
                  <a:lnTo>
                    <a:pt x="7620" y="41910"/>
                  </a:lnTo>
                  <a:close/>
                </a:path>
                <a:path w="7620" h="283210">
                  <a:moveTo>
                    <a:pt x="7620" y="46990"/>
                  </a:moveTo>
                  <a:lnTo>
                    <a:pt x="0" y="46990"/>
                  </a:lnTo>
                  <a:lnTo>
                    <a:pt x="0" y="54610"/>
                  </a:lnTo>
                  <a:lnTo>
                    <a:pt x="7620" y="54610"/>
                  </a:lnTo>
                  <a:lnTo>
                    <a:pt x="7620" y="46990"/>
                  </a:lnTo>
                  <a:close/>
                </a:path>
                <a:path w="7620" h="283210">
                  <a:moveTo>
                    <a:pt x="7620" y="54610"/>
                  </a:moveTo>
                  <a:lnTo>
                    <a:pt x="0" y="54610"/>
                  </a:lnTo>
                  <a:lnTo>
                    <a:pt x="0" y="59690"/>
                  </a:lnTo>
                  <a:lnTo>
                    <a:pt x="7620" y="59690"/>
                  </a:lnTo>
                  <a:lnTo>
                    <a:pt x="7620" y="54610"/>
                  </a:lnTo>
                  <a:close/>
                </a:path>
                <a:path w="7620" h="283210">
                  <a:moveTo>
                    <a:pt x="7620" y="59690"/>
                  </a:moveTo>
                  <a:lnTo>
                    <a:pt x="0" y="59690"/>
                  </a:lnTo>
                  <a:lnTo>
                    <a:pt x="0" y="73660"/>
                  </a:lnTo>
                  <a:lnTo>
                    <a:pt x="7620" y="73660"/>
                  </a:lnTo>
                  <a:lnTo>
                    <a:pt x="7620" y="59690"/>
                  </a:lnTo>
                  <a:close/>
                </a:path>
                <a:path w="7620" h="283210">
                  <a:moveTo>
                    <a:pt x="7620" y="73660"/>
                  </a:moveTo>
                  <a:lnTo>
                    <a:pt x="0" y="73660"/>
                  </a:lnTo>
                  <a:lnTo>
                    <a:pt x="0" y="80010"/>
                  </a:lnTo>
                  <a:lnTo>
                    <a:pt x="7620" y="80010"/>
                  </a:lnTo>
                  <a:lnTo>
                    <a:pt x="7620" y="73660"/>
                  </a:lnTo>
                  <a:close/>
                </a:path>
                <a:path w="7620" h="283210">
                  <a:moveTo>
                    <a:pt x="7620" y="80010"/>
                  </a:moveTo>
                  <a:lnTo>
                    <a:pt x="0" y="80010"/>
                  </a:lnTo>
                  <a:lnTo>
                    <a:pt x="0" y="86360"/>
                  </a:lnTo>
                  <a:lnTo>
                    <a:pt x="7620" y="86360"/>
                  </a:lnTo>
                  <a:lnTo>
                    <a:pt x="7620" y="80010"/>
                  </a:lnTo>
                  <a:close/>
                </a:path>
                <a:path w="7620" h="283210">
                  <a:moveTo>
                    <a:pt x="7620" y="86360"/>
                  </a:moveTo>
                  <a:lnTo>
                    <a:pt x="0" y="86360"/>
                  </a:lnTo>
                  <a:lnTo>
                    <a:pt x="0" y="91440"/>
                  </a:lnTo>
                  <a:lnTo>
                    <a:pt x="7620" y="91440"/>
                  </a:lnTo>
                  <a:lnTo>
                    <a:pt x="7620" y="86360"/>
                  </a:lnTo>
                  <a:close/>
                </a:path>
                <a:path w="7620" h="283210">
                  <a:moveTo>
                    <a:pt x="7620" y="91440"/>
                  </a:moveTo>
                  <a:lnTo>
                    <a:pt x="0" y="91440"/>
                  </a:lnTo>
                  <a:lnTo>
                    <a:pt x="0" y="118110"/>
                  </a:lnTo>
                  <a:lnTo>
                    <a:pt x="7620" y="118110"/>
                  </a:lnTo>
                  <a:lnTo>
                    <a:pt x="7620" y="91440"/>
                  </a:lnTo>
                  <a:close/>
                </a:path>
                <a:path w="7620" h="283210">
                  <a:moveTo>
                    <a:pt x="7620" y="118110"/>
                  </a:moveTo>
                  <a:lnTo>
                    <a:pt x="0" y="118110"/>
                  </a:lnTo>
                  <a:lnTo>
                    <a:pt x="0" y="175260"/>
                  </a:lnTo>
                  <a:lnTo>
                    <a:pt x="7620" y="175260"/>
                  </a:lnTo>
                  <a:lnTo>
                    <a:pt x="7620" y="118110"/>
                  </a:lnTo>
                  <a:close/>
                </a:path>
                <a:path w="7620" h="283210">
                  <a:moveTo>
                    <a:pt x="7620" y="175260"/>
                  </a:moveTo>
                  <a:lnTo>
                    <a:pt x="0" y="175260"/>
                  </a:lnTo>
                  <a:lnTo>
                    <a:pt x="0" y="181610"/>
                  </a:lnTo>
                  <a:lnTo>
                    <a:pt x="7620" y="181610"/>
                  </a:lnTo>
                  <a:lnTo>
                    <a:pt x="7620" y="175260"/>
                  </a:lnTo>
                  <a:close/>
                </a:path>
                <a:path w="7620" h="283210">
                  <a:moveTo>
                    <a:pt x="7620" y="181610"/>
                  </a:moveTo>
                  <a:lnTo>
                    <a:pt x="0" y="181610"/>
                  </a:lnTo>
                  <a:lnTo>
                    <a:pt x="0" y="186690"/>
                  </a:lnTo>
                  <a:lnTo>
                    <a:pt x="7620" y="186690"/>
                  </a:lnTo>
                  <a:lnTo>
                    <a:pt x="7620" y="181610"/>
                  </a:lnTo>
                  <a:close/>
                </a:path>
                <a:path w="7620" h="283210">
                  <a:moveTo>
                    <a:pt x="7620" y="186690"/>
                  </a:moveTo>
                  <a:lnTo>
                    <a:pt x="0" y="186690"/>
                  </a:lnTo>
                  <a:lnTo>
                    <a:pt x="0" y="194310"/>
                  </a:lnTo>
                  <a:lnTo>
                    <a:pt x="7620" y="194310"/>
                  </a:lnTo>
                  <a:lnTo>
                    <a:pt x="7620" y="186690"/>
                  </a:lnTo>
                  <a:close/>
                </a:path>
                <a:path w="7620" h="283210">
                  <a:moveTo>
                    <a:pt x="7620" y="194310"/>
                  </a:moveTo>
                  <a:lnTo>
                    <a:pt x="0" y="194310"/>
                  </a:lnTo>
                  <a:lnTo>
                    <a:pt x="0" y="200660"/>
                  </a:lnTo>
                  <a:lnTo>
                    <a:pt x="7620" y="200660"/>
                  </a:lnTo>
                  <a:lnTo>
                    <a:pt x="7620" y="194310"/>
                  </a:lnTo>
                  <a:close/>
                </a:path>
                <a:path w="7620" h="283210">
                  <a:moveTo>
                    <a:pt x="7620" y="200660"/>
                  </a:moveTo>
                  <a:lnTo>
                    <a:pt x="0" y="200660"/>
                  </a:lnTo>
                  <a:lnTo>
                    <a:pt x="0" y="207010"/>
                  </a:lnTo>
                  <a:lnTo>
                    <a:pt x="7620" y="207010"/>
                  </a:lnTo>
                  <a:lnTo>
                    <a:pt x="7620" y="200660"/>
                  </a:lnTo>
                  <a:close/>
                </a:path>
                <a:path w="7620" h="283210">
                  <a:moveTo>
                    <a:pt x="7620" y="207010"/>
                  </a:moveTo>
                  <a:lnTo>
                    <a:pt x="0" y="207010"/>
                  </a:lnTo>
                  <a:lnTo>
                    <a:pt x="0" y="219710"/>
                  </a:lnTo>
                  <a:lnTo>
                    <a:pt x="7620" y="219710"/>
                  </a:lnTo>
                  <a:lnTo>
                    <a:pt x="7620" y="207010"/>
                  </a:lnTo>
                  <a:close/>
                </a:path>
                <a:path w="7620" h="283210">
                  <a:moveTo>
                    <a:pt x="7620" y="219710"/>
                  </a:moveTo>
                  <a:lnTo>
                    <a:pt x="0" y="219710"/>
                  </a:lnTo>
                  <a:lnTo>
                    <a:pt x="0" y="226060"/>
                  </a:lnTo>
                  <a:lnTo>
                    <a:pt x="7620" y="226060"/>
                  </a:lnTo>
                  <a:lnTo>
                    <a:pt x="7620" y="219710"/>
                  </a:lnTo>
                  <a:close/>
                </a:path>
                <a:path w="7620" h="283210">
                  <a:moveTo>
                    <a:pt x="7620" y="226060"/>
                  </a:moveTo>
                  <a:lnTo>
                    <a:pt x="0" y="226060"/>
                  </a:lnTo>
                  <a:lnTo>
                    <a:pt x="0" y="231140"/>
                  </a:lnTo>
                  <a:lnTo>
                    <a:pt x="7620" y="231140"/>
                  </a:lnTo>
                  <a:lnTo>
                    <a:pt x="7620" y="226060"/>
                  </a:lnTo>
                  <a:close/>
                </a:path>
                <a:path w="7620" h="283210">
                  <a:moveTo>
                    <a:pt x="7620" y="231140"/>
                  </a:moveTo>
                  <a:lnTo>
                    <a:pt x="0" y="231140"/>
                  </a:lnTo>
                  <a:lnTo>
                    <a:pt x="0" y="233680"/>
                  </a:lnTo>
                  <a:lnTo>
                    <a:pt x="7620" y="233680"/>
                  </a:lnTo>
                  <a:lnTo>
                    <a:pt x="7620" y="231140"/>
                  </a:lnTo>
                  <a:close/>
                </a:path>
                <a:path w="7620" h="283210">
                  <a:moveTo>
                    <a:pt x="7620" y="233680"/>
                  </a:moveTo>
                  <a:lnTo>
                    <a:pt x="0" y="233680"/>
                  </a:lnTo>
                  <a:lnTo>
                    <a:pt x="0" y="240030"/>
                  </a:lnTo>
                  <a:lnTo>
                    <a:pt x="7620" y="240030"/>
                  </a:lnTo>
                  <a:lnTo>
                    <a:pt x="7620" y="233680"/>
                  </a:lnTo>
                  <a:close/>
                </a:path>
                <a:path w="7620" h="283210">
                  <a:moveTo>
                    <a:pt x="7620" y="240030"/>
                  </a:moveTo>
                  <a:lnTo>
                    <a:pt x="0" y="240030"/>
                  </a:lnTo>
                  <a:lnTo>
                    <a:pt x="0" y="243840"/>
                  </a:lnTo>
                  <a:lnTo>
                    <a:pt x="7620" y="243840"/>
                  </a:lnTo>
                  <a:lnTo>
                    <a:pt x="7620" y="240030"/>
                  </a:lnTo>
                  <a:close/>
                </a:path>
                <a:path w="7620" h="283210">
                  <a:moveTo>
                    <a:pt x="7620" y="243840"/>
                  </a:moveTo>
                  <a:lnTo>
                    <a:pt x="0" y="243840"/>
                  </a:lnTo>
                  <a:lnTo>
                    <a:pt x="0" y="250190"/>
                  </a:lnTo>
                  <a:lnTo>
                    <a:pt x="7620" y="250190"/>
                  </a:lnTo>
                  <a:lnTo>
                    <a:pt x="7620" y="243840"/>
                  </a:lnTo>
                  <a:close/>
                </a:path>
                <a:path w="7620" h="283210">
                  <a:moveTo>
                    <a:pt x="7620" y="250190"/>
                  </a:moveTo>
                  <a:lnTo>
                    <a:pt x="0" y="250190"/>
                  </a:lnTo>
                  <a:lnTo>
                    <a:pt x="0" y="252730"/>
                  </a:lnTo>
                  <a:lnTo>
                    <a:pt x="7620" y="252730"/>
                  </a:lnTo>
                  <a:lnTo>
                    <a:pt x="7620" y="250190"/>
                  </a:lnTo>
                  <a:close/>
                </a:path>
                <a:path w="7620" h="283210">
                  <a:moveTo>
                    <a:pt x="7620" y="252730"/>
                  </a:moveTo>
                  <a:lnTo>
                    <a:pt x="0" y="252730"/>
                  </a:lnTo>
                  <a:lnTo>
                    <a:pt x="0" y="256540"/>
                  </a:lnTo>
                  <a:lnTo>
                    <a:pt x="7620" y="256540"/>
                  </a:lnTo>
                  <a:lnTo>
                    <a:pt x="7620" y="252730"/>
                  </a:lnTo>
                  <a:close/>
                </a:path>
                <a:path w="7620" h="283210">
                  <a:moveTo>
                    <a:pt x="7620" y="256540"/>
                  </a:moveTo>
                  <a:lnTo>
                    <a:pt x="0" y="256540"/>
                  </a:lnTo>
                  <a:lnTo>
                    <a:pt x="0" y="259080"/>
                  </a:lnTo>
                  <a:lnTo>
                    <a:pt x="7620" y="259080"/>
                  </a:lnTo>
                  <a:lnTo>
                    <a:pt x="7620" y="256540"/>
                  </a:lnTo>
                  <a:close/>
                </a:path>
                <a:path w="7620" h="283210">
                  <a:moveTo>
                    <a:pt x="7620" y="259080"/>
                  </a:moveTo>
                  <a:lnTo>
                    <a:pt x="0" y="259080"/>
                  </a:lnTo>
                  <a:lnTo>
                    <a:pt x="0" y="262890"/>
                  </a:lnTo>
                  <a:lnTo>
                    <a:pt x="7620" y="262890"/>
                  </a:lnTo>
                  <a:lnTo>
                    <a:pt x="7620" y="259080"/>
                  </a:lnTo>
                  <a:close/>
                </a:path>
                <a:path w="7620" h="283210">
                  <a:moveTo>
                    <a:pt x="7620" y="262890"/>
                  </a:moveTo>
                  <a:lnTo>
                    <a:pt x="0" y="262890"/>
                  </a:lnTo>
                  <a:lnTo>
                    <a:pt x="0" y="265430"/>
                  </a:lnTo>
                  <a:lnTo>
                    <a:pt x="7620" y="265430"/>
                  </a:lnTo>
                  <a:lnTo>
                    <a:pt x="7620" y="262890"/>
                  </a:lnTo>
                  <a:close/>
                </a:path>
                <a:path w="7620" h="283210">
                  <a:moveTo>
                    <a:pt x="7620" y="265430"/>
                  </a:moveTo>
                  <a:lnTo>
                    <a:pt x="0" y="265430"/>
                  </a:lnTo>
                  <a:lnTo>
                    <a:pt x="0" y="271780"/>
                  </a:lnTo>
                  <a:lnTo>
                    <a:pt x="7620" y="271780"/>
                  </a:lnTo>
                  <a:lnTo>
                    <a:pt x="7620" y="265430"/>
                  </a:lnTo>
                  <a:close/>
                </a:path>
                <a:path w="7620" h="283210">
                  <a:moveTo>
                    <a:pt x="7620" y="271780"/>
                  </a:moveTo>
                  <a:lnTo>
                    <a:pt x="0" y="271780"/>
                  </a:lnTo>
                  <a:lnTo>
                    <a:pt x="0" y="275590"/>
                  </a:lnTo>
                  <a:lnTo>
                    <a:pt x="7620" y="275590"/>
                  </a:lnTo>
                  <a:lnTo>
                    <a:pt x="7620" y="271780"/>
                  </a:lnTo>
                  <a:close/>
                </a:path>
                <a:path w="7620" h="283210">
                  <a:moveTo>
                    <a:pt x="7620" y="275590"/>
                  </a:moveTo>
                  <a:lnTo>
                    <a:pt x="0" y="275590"/>
                  </a:lnTo>
                  <a:lnTo>
                    <a:pt x="0" y="276860"/>
                  </a:lnTo>
                  <a:lnTo>
                    <a:pt x="1270" y="276860"/>
                  </a:lnTo>
                  <a:lnTo>
                    <a:pt x="1270" y="278130"/>
                  </a:lnTo>
                  <a:lnTo>
                    <a:pt x="7620" y="278130"/>
                  </a:lnTo>
                  <a:lnTo>
                    <a:pt x="7620" y="275590"/>
                  </a:lnTo>
                  <a:close/>
                </a:path>
                <a:path w="7620" h="283210">
                  <a:moveTo>
                    <a:pt x="7620" y="278130"/>
                  </a:moveTo>
                  <a:lnTo>
                    <a:pt x="2540" y="278130"/>
                  </a:lnTo>
                  <a:lnTo>
                    <a:pt x="2540" y="279400"/>
                  </a:lnTo>
                  <a:lnTo>
                    <a:pt x="3810" y="279400"/>
                  </a:lnTo>
                  <a:lnTo>
                    <a:pt x="3810" y="280670"/>
                  </a:lnTo>
                  <a:lnTo>
                    <a:pt x="5080" y="280670"/>
                  </a:lnTo>
                  <a:lnTo>
                    <a:pt x="5080" y="281940"/>
                  </a:lnTo>
                  <a:lnTo>
                    <a:pt x="7620" y="281940"/>
                  </a:lnTo>
                  <a:lnTo>
                    <a:pt x="7620" y="278130"/>
                  </a:lnTo>
                  <a:close/>
                </a:path>
                <a:path w="7620" h="283210">
                  <a:moveTo>
                    <a:pt x="7620" y="281940"/>
                  </a:moveTo>
                  <a:lnTo>
                    <a:pt x="6350" y="281940"/>
                  </a:lnTo>
                  <a:lnTo>
                    <a:pt x="6350" y="283210"/>
                  </a:lnTo>
                  <a:lnTo>
                    <a:pt x="7620" y="283210"/>
                  </a:lnTo>
                  <a:lnTo>
                    <a:pt x="7620" y="281940"/>
                  </a:lnTo>
                  <a:close/>
                </a:path>
              </a:pathLst>
            </a:custGeom>
            <a:solidFill>
              <a:srgbClr val="E4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2" name="object 267">
              <a:extLst>
                <a:ext uri="{FF2B5EF4-FFF2-40B4-BE49-F238E27FC236}">
                  <a16:creationId xmlns:a16="http://schemas.microsoft.com/office/drawing/2014/main" id="{7A9FA307-71B1-4686-9853-70A0C832A52E}"/>
                </a:ext>
              </a:extLst>
            </p:cNvPr>
            <p:cNvSpPr/>
            <p:nvPr/>
          </p:nvSpPr>
          <p:spPr>
            <a:xfrm>
              <a:off x="4433569" y="4261485"/>
              <a:ext cx="7620" cy="267970"/>
            </a:xfrm>
            <a:custGeom>
              <a:avLst/>
              <a:gdLst/>
              <a:ahLst/>
              <a:cxnLst/>
              <a:rect l="l" t="t" r="r" b="b"/>
              <a:pathLst>
                <a:path w="7620" h="267970">
                  <a:moveTo>
                    <a:pt x="7619" y="0"/>
                  </a:moveTo>
                  <a:lnTo>
                    <a:pt x="6350" y="0"/>
                  </a:lnTo>
                  <a:lnTo>
                    <a:pt x="6350" y="1269"/>
                  </a:lnTo>
                  <a:lnTo>
                    <a:pt x="5079" y="1269"/>
                  </a:lnTo>
                  <a:lnTo>
                    <a:pt x="5079" y="2539"/>
                  </a:lnTo>
                  <a:lnTo>
                    <a:pt x="7619" y="2539"/>
                  </a:lnTo>
                  <a:lnTo>
                    <a:pt x="7619" y="0"/>
                  </a:lnTo>
                  <a:close/>
                </a:path>
                <a:path w="7620" h="267970">
                  <a:moveTo>
                    <a:pt x="7619" y="2540"/>
                  </a:moveTo>
                  <a:lnTo>
                    <a:pt x="3810" y="2540"/>
                  </a:lnTo>
                  <a:lnTo>
                    <a:pt x="3810" y="3810"/>
                  </a:lnTo>
                  <a:lnTo>
                    <a:pt x="2539" y="3810"/>
                  </a:lnTo>
                  <a:lnTo>
                    <a:pt x="2539" y="5080"/>
                  </a:lnTo>
                  <a:lnTo>
                    <a:pt x="1269" y="5080"/>
                  </a:lnTo>
                  <a:lnTo>
                    <a:pt x="1269" y="6350"/>
                  </a:lnTo>
                  <a:lnTo>
                    <a:pt x="0" y="6350"/>
                  </a:lnTo>
                  <a:lnTo>
                    <a:pt x="0" y="8889"/>
                  </a:lnTo>
                  <a:lnTo>
                    <a:pt x="7619" y="8889"/>
                  </a:lnTo>
                  <a:lnTo>
                    <a:pt x="7619" y="2540"/>
                  </a:lnTo>
                  <a:close/>
                </a:path>
                <a:path w="7620" h="267970">
                  <a:moveTo>
                    <a:pt x="7619" y="8890"/>
                  </a:moveTo>
                  <a:lnTo>
                    <a:pt x="0" y="8890"/>
                  </a:lnTo>
                  <a:lnTo>
                    <a:pt x="0" y="15239"/>
                  </a:lnTo>
                  <a:lnTo>
                    <a:pt x="7619" y="15239"/>
                  </a:lnTo>
                  <a:lnTo>
                    <a:pt x="7619" y="8890"/>
                  </a:lnTo>
                  <a:close/>
                </a:path>
                <a:path w="7620" h="267970">
                  <a:moveTo>
                    <a:pt x="7619" y="15240"/>
                  </a:moveTo>
                  <a:lnTo>
                    <a:pt x="0" y="15240"/>
                  </a:lnTo>
                  <a:lnTo>
                    <a:pt x="0" y="21589"/>
                  </a:lnTo>
                  <a:lnTo>
                    <a:pt x="7619" y="21589"/>
                  </a:lnTo>
                  <a:lnTo>
                    <a:pt x="7619" y="15240"/>
                  </a:lnTo>
                  <a:close/>
                </a:path>
                <a:path w="7620" h="267970">
                  <a:moveTo>
                    <a:pt x="7619" y="21590"/>
                  </a:moveTo>
                  <a:lnTo>
                    <a:pt x="0" y="21590"/>
                  </a:lnTo>
                  <a:lnTo>
                    <a:pt x="0" y="27939"/>
                  </a:lnTo>
                  <a:lnTo>
                    <a:pt x="7619" y="27939"/>
                  </a:lnTo>
                  <a:lnTo>
                    <a:pt x="7619" y="21590"/>
                  </a:lnTo>
                  <a:close/>
                </a:path>
                <a:path w="7620" h="267970">
                  <a:moveTo>
                    <a:pt x="7619" y="27940"/>
                  </a:moveTo>
                  <a:lnTo>
                    <a:pt x="0" y="27940"/>
                  </a:lnTo>
                  <a:lnTo>
                    <a:pt x="0" y="34289"/>
                  </a:lnTo>
                  <a:lnTo>
                    <a:pt x="7619" y="34289"/>
                  </a:lnTo>
                  <a:lnTo>
                    <a:pt x="7619" y="27940"/>
                  </a:lnTo>
                  <a:close/>
                </a:path>
                <a:path w="7620" h="267970">
                  <a:moveTo>
                    <a:pt x="7619" y="34290"/>
                  </a:moveTo>
                  <a:lnTo>
                    <a:pt x="0" y="34290"/>
                  </a:lnTo>
                  <a:lnTo>
                    <a:pt x="0" y="39369"/>
                  </a:lnTo>
                  <a:lnTo>
                    <a:pt x="7619" y="39369"/>
                  </a:lnTo>
                  <a:lnTo>
                    <a:pt x="7619" y="34290"/>
                  </a:lnTo>
                  <a:close/>
                </a:path>
                <a:path w="7620" h="267970">
                  <a:moveTo>
                    <a:pt x="7619" y="39370"/>
                  </a:moveTo>
                  <a:lnTo>
                    <a:pt x="0" y="39370"/>
                  </a:lnTo>
                  <a:lnTo>
                    <a:pt x="0" y="46989"/>
                  </a:lnTo>
                  <a:lnTo>
                    <a:pt x="7619" y="46989"/>
                  </a:lnTo>
                  <a:lnTo>
                    <a:pt x="7619" y="39370"/>
                  </a:lnTo>
                  <a:close/>
                </a:path>
                <a:path w="7620" h="267970">
                  <a:moveTo>
                    <a:pt x="7619" y="46990"/>
                  </a:moveTo>
                  <a:lnTo>
                    <a:pt x="0" y="46990"/>
                  </a:lnTo>
                  <a:lnTo>
                    <a:pt x="0" y="52069"/>
                  </a:lnTo>
                  <a:lnTo>
                    <a:pt x="7619" y="52069"/>
                  </a:lnTo>
                  <a:lnTo>
                    <a:pt x="7619" y="46990"/>
                  </a:lnTo>
                  <a:close/>
                </a:path>
                <a:path w="7620" h="267970">
                  <a:moveTo>
                    <a:pt x="7619" y="52070"/>
                  </a:moveTo>
                  <a:lnTo>
                    <a:pt x="0" y="52070"/>
                  </a:lnTo>
                  <a:lnTo>
                    <a:pt x="0" y="66039"/>
                  </a:lnTo>
                  <a:lnTo>
                    <a:pt x="7619" y="66039"/>
                  </a:lnTo>
                  <a:lnTo>
                    <a:pt x="7619" y="52070"/>
                  </a:lnTo>
                  <a:close/>
                </a:path>
                <a:path w="7620" h="267970">
                  <a:moveTo>
                    <a:pt x="7619" y="66040"/>
                  </a:moveTo>
                  <a:lnTo>
                    <a:pt x="0" y="66040"/>
                  </a:lnTo>
                  <a:lnTo>
                    <a:pt x="0" y="72389"/>
                  </a:lnTo>
                  <a:lnTo>
                    <a:pt x="7619" y="72389"/>
                  </a:lnTo>
                  <a:lnTo>
                    <a:pt x="7619" y="66040"/>
                  </a:lnTo>
                  <a:close/>
                </a:path>
                <a:path w="7620" h="267970">
                  <a:moveTo>
                    <a:pt x="7619" y="72390"/>
                  </a:moveTo>
                  <a:lnTo>
                    <a:pt x="0" y="72390"/>
                  </a:lnTo>
                  <a:lnTo>
                    <a:pt x="0" y="78739"/>
                  </a:lnTo>
                  <a:lnTo>
                    <a:pt x="7619" y="78739"/>
                  </a:lnTo>
                  <a:lnTo>
                    <a:pt x="7619" y="72390"/>
                  </a:lnTo>
                  <a:close/>
                </a:path>
                <a:path w="7620" h="267970">
                  <a:moveTo>
                    <a:pt x="7619" y="78740"/>
                  </a:moveTo>
                  <a:lnTo>
                    <a:pt x="0" y="78740"/>
                  </a:lnTo>
                  <a:lnTo>
                    <a:pt x="0" y="83819"/>
                  </a:lnTo>
                  <a:lnTo>
                    <a:pt x="7619" y="83819"/>
                  </a:lnTo>
                  <a:lnTo>
                    <a:pt x="7619" y="78740"/>
                  </a:lnTo>
                  <a:close/>
                </a:path>
                <a:path w="7620" h="267970">
                  <a:moveTo>
                    <a:pt x="7619" y="83820"/>
                  </a:moveTo>
                  <a:lnTo>
                    <a:pt x="0" y="83820"/>
                  </a:lnTo>
                  <a:lnTo>
                    <a:pt x="0" y="110489"/>
                  </a:lnTo>
                  <a:lnTo>
                    <a:pt x="7619" y="110489"/>
                  </a:lnTo>
                  <a:lnTo>
                    <a:pt x="7619" y="83820"/>
                  </a:lnTo>
                  <a:close/>
                </a:path>
                <a:path w="7620" h="267970">
                  <a:moveTo>
                    <a:pt x="7619" y="110490"/>
                  </a:moveTo>
                  <a:lnTo>
                    <a:pt x="0" y="110490"/>
                  </a:lnTo>
                  <a:lnTo>
                    <a:pt x="0" y="167639"/>
                  </a:lnTo>
                  <a:lnTo>
                    <a:pt x="7619" y="167639"/>
                  </a:lnTo>
                  <a:lnTo>
                    <a:pt x="7619" y="110490"/>
                  </a:lnTo>
                  <a:close/>
                </a:path>
                <a:path w="7620" h="267970">
                  <a:moveTo>
                    <a:pt x="7619" y="167640"/>
                  </a:moveTo>
                  <a:lnTo>
                    <a:pt x="0" y="167640"/>
                  </a:lnTo>
                  <a:lnTo>
                    <a:pt x="0" y="173989"/>
                  </a:lnTo>
                  <a:lnTo>
                    <a:pt x="7619" y="173989"/>
                  </a:lnTo>
                  <a:lnTo>
                    <a:pt x="7619" y="167640"/>
                  </a:lnTo>
                  <a:close/>
                </a:path>
                <a:path w="7620" h="267970">
                  <a:moveTo>
                    <a:pt x="7619" y="173990"/>
                  </a:moveTo>
                  <a:lnTo>
                    <a:pt x="0" y="173990"/>
                  </a:lnTo>
                  <a:lnTo>
                    <a:pt x="0" y="179069"/>
                  </a:lnTo>
                  <a:lnTo>
                    <a:pt x="7619" y="179069"/>
                  </a:lnTo>
                  <a:lnTo>
                    <a:pt x="7619" y="173990"/>
                  </a:lnTo>
                  <a:close/>
                </a:path>
                <a:path w="7620" h="267970">
                  <a:moveTo>
                    <a:pt x="7619" y="179070"/>
                  </a:moveTo>
                  <a:lnTo>
                    <a:pt x="0" y="179070"/>
                  </a:lnTo>
                  <a:lnTo>
                    <a:pt x="0" y="186689"/>
                  </a:lnTo>
                  <a:lnTo>
                    <a:pt x="7619" y="186689"/>
                  </a:lnTo>
                  <a:lnTo>
                    <a:pt x="7619" y="179070"/>
                  </a:lnTo>
                  <a:close/>
                </a:path>
                <a:path w="7620" h="267970">
                  <a:moveTo>
                    <a:pt x="7619" y="186690"/>
                  </a:moveTo>
                  <a:lnTo>
                    <a:pt x="0" y="186690"/>
                  </a:lnTo>
                  <a:lnTo>
                    <a:pt x="0" y="193039"/>
                  </a:lnTo>
                  <a:lnTo>
                    <a:pt x="7619" y="193039"/>
                  </a:lnTo>
                  <a:lnTo>
                    <a:pt x="7619" y="186690"/>
                  </a:lnTo>
                  <a:close/>
                </a:path>
                <a:path w="7620" h="267970">
                  <a:moveTo>
                    <a:pt x="7619" y="193040"/>
                  </a:moveTo>
                  <a:lnTo>
                    <a:pt x="0" y="193040"/>
                  </a:lnTo>
                  <a:lnTo>
                    <a:pt x="0" y="199389"/>
                  </a:lnTo>
                  <a:lnTo>
                    <a:pt x="7619" y="199389"/>
                  </a:lnTo>
                  <a:lnTo>
                    <a:pt x="7619" y="193040"/>
                  </a:lnTo>
                  <a:close/>
                </a:path>
                <a:path w="7620" h="267970">
                  <a:moveTo>
                    <a:pt x="7619" y="199390"/>
                  </a:moveTo>
                  <a:lnTo>
                    <a:pt x="0" y="199390"/>
                  </a:lnTo>
                  <a:lnTo>
                    <a:pt x="0" y="212089"/>
                  </a:lnTo>
                  <a:lnTo>
                    <a:pt x="7619" y="212089"/>
                  </a:lnTo>
                  <a:lnTo>
                    <a:pt x="7619" y="199390"/>
                  </a:lnTo>
                  <a:close/>
                </a:path>
                <a:path w="7620" h="267970">
                  <a:moveTo>
                    <a:pt x="7619" y="212090"/>
                  </a:moveTo>
                  <a:lnTo>
                    <a:pt x="0" y="212090"/>
                  </a:lnTo>
                  <a:lnTo>
                    <a:pt x="0" y="218439"/>
                  </a:lnTo>
                  <a:lnTo>
                    <a:pt x="7619" y="218439"/>
                  </a:lnTo>
                  <a:lnTo>
                    <a:pt x="7619" y="212090"/>
                  </a:lnTo>
                  <a:close/>
                </a:path>
                <a:path w="7620" h="267970">
                  <a:moveTo>
                    <a:pt x="7619" y="218440"/>
                  </a:moveTo>
                  <a:lnTo>
                    <a:pt x="0" y="218440"/>
                  </a:lnTo>
                  <a:lnTo>
                    <a:pt x="0" y="223519"/>
                  </a:lnTo>
                  <a:lnTo>
                    <a:pt x="7619" y="223519"/>
                  </a:lnTo>
                  <a:lnTo>
                    <a:pt x="7619" y="218440"/>
                  </a:lnTo>
                  <a:close/>
                </a:path>
                <a:path w="7620" h="267970">
                  <a:moveTo>
                    <a:pt x="7619" y="223520"/>
                  </a:moveTo>
                  <a:lnTo>
                    <a:pt x="0" y="223520"/>
                  </a:lnTo>
                  <a:lnTo>
                    <a:pt x="0" y="226059"/>
                  </a:lnTo>
                  <a:lnTo>
                    <a:pt x="7619" y="226059"/>
                  </a:lnTo>
                  <a:lnTo>
                    <a:pt x="7619" y="223520"/>
                  </a:lnTo>
                  <a:close/>
                </a:path>
                <a:path w="7620" h="267970">
                  <a:moveTo>
                    <a:pt x="7619" y="226060"/>
                  </a:moveTo>
                  <a:lnTo>
                    <a:pt x="0" y="226060"/>
                  </a:lnTo>
                  <a:lnTo>
                    <a:pt x="0" y="232409"/>
                  </a:lnTo>
                  <a:lnTo>
                    <a:pt x="7619" y="232409"/>
                  </a:lnTo>
                  <a:lnTo>
                    <a:pt x="7619" y="226060"/>
                  </a:lnTo>
                  <a:close/>
                </a:path>
                <a:path w="7620" h="267970">
                  <a:moveTo>
                    <a:pt x="7619" y="232410"/>
                  </a:moveTo>
                  <a:lnTo>
                    <a:pt x="0" y="232410"/>
                  </a:lnTo>
                  <a:lnTo>
                    <a:pt x="0" y="236219"/>
                  </a:lnTo>
                  <a:lnTo>
                    <a:pt x="7619" y="236219"/>
                  </a:lnTo>
                  <a:lnTo>
                    <a:pt x="7619" y="232410"/>
                  </a:lnTo>
                  <a:close/>
                </a:path>
                <a:path w="7620" h="267970">
                  <a:moveTo>
                    <a:pt x="7619" y="236220"/>
                  </a:moveTo>
                  <a:lnTo>
                    <a:pt x="0" y="236220"/>
                  </a:lnTo>
                  <a:lnTo>
                    <a:pt x="0" y="242569"/>
                  </a:lnTo>
                  <a:lnTo>
                    <a:pt x="7619" y="242569"/>
                  </a:lnTo>
                  <a:lnTo>
                    <a:pt x="7619" y="236220"/>
                  </a:lnTo>
                  <a:close/>
                </a:path>
                <a:path w="7620" h="267970">
                  <a:moveTo>
                    <a:pt x="7619" y="242570"/>
                  </a:moveTo>
                  <a:lnTo>
                    <a:pt x="0" y="242570"/>
                  </a:lnTo>
                  <a:lnTo>
                    <a:pt x="0" y="245109"/>
                  </a:lnTo>
                  <a:lnTo>
                    <a:pt x="7619" y="245109"/>
                  </a:lnTo>
                  <a:lnTo>
                    <a:pt x="7619" y="242570"/>
                  </a:lnTo>
                  <a:close/>
                </a:path>
                <a:path w="7620" h="267970">
                  <a:moveTo>
                    <a:pt x="7619" y="245110"/>
                  </a:moveTo>
                  <a:lnTo>
                    <a:pt x="0" y="245110"/>
                  </a:lnTo>
                  <a:lnTo>
                    <a:pt x="0" y="248919"/>
                  </a:lnTo>
                  <a:lnTo>
                    <a:pt x="7619" y="248919"/>
                  </a:lnTo>
                  <a:lnTo>
                    <a:pt x="7619" y="245110"/>
                  </a:lnTo>
                  <a:close/>
                </a:path>
                <a:path w="7620" h="267970">
                  <a:moveTo>
                    <a:pt x="7619" y="248920"/>
                  </a:moveTo>
                  <a:lnTo>
                    <a:pt x="0" y="248920"/>
                  </a:lnTo>
                  <a:lnTo>
                    <a:pt x="0" y="251459"/>
                  </a:lnTo>
                  <a:lnTo>
                    <a:pt x="7619" y="251459"/>
                  </a:lnTo>
                  <a:lnTo>
                    <a:pt x="7619" y="248920"/>
                  </a:lnTo>
                  <a:close/>
                </a:path>
                <a:path w="7620" h="267970">
                  <a:moveTo>
                    <a:pt x="7619" y="251460"/>
                  </a:moveTo>
                  <a:lnTo>
                    <a:pt x="0" y="251460"/>
                  </a:lnTo>
                  <a:lnTo>
                    <a:pt x="0" y="255269"/>
                  </a:lnTo>
                  <a:lnTo>
                    <a:pt x="7619" y="255269"/>
                  </a:lnTo>
                  <a:lnTo>
                    <a:pt x="7619" y="251460"/>
                  </a:lnTo>
                  <a:close/>
                </a:path>
                <a:path w="7620" h="267970">
                  <a:moveTo>
                    <a:pt x="7619" y="255270"/>
                  </a:moveTo>
                  <a:lnTo>
                    <a:pt x="0" y="255270"/>
                  </a:lnTo>
                  <a:lnTo>
                    <a:pt x="0" y="257809"/>
                  </a:lnTo>
                  <a:lnTo>
                    <a:pt x="7619" y="257809"/>
                  </a:lnTo>
                  <a:lnTo>
                    <a:pt x="7619" y="255270"/>
                  </a:lnTo>
                  <a:close/>
                </a:path>
                <a:path w="7620" h="267970">
                  <a:moveTo>
                    <a:pt x="7619" y="257810"/>
                  </a:moveTo>
                  <a:lnTo>
                    <a:pt x="0" y="257810"/>
                  </a:lnTo>
                  <a:lnTo>
                    <a:pt x="0" y="260350"/>
                  </a:lnTo>
                  <a:lnTo>
                    <a:pt x="1269" y="260350"/>
                  </a:lnTo>
                  <a:lnTo>
                    <a:pt x="1269" y="262890"/>
                  </a:lnTo>
                  <a:lnTo>
                    <a:pt x="2539" y="262890"/>
                  </a:lnTo>
                  <a:lnTo>
                    <a:pt x="2539" y="264159"/>
                  </a:lnTo>
                  <a:lnTo>
                    <a:pt x="7619" y="264159"/>
                  </a:lnTo>
                  <a:lnTo>
                    <a:pt x="7619" y="257810"/>
                  </a:lnTo>
                  <a:close/>
                </a:path>
                <a:path w="7620" h="267970">
                  <a:moveTo>
                    <a:pt x="7619" y="264160"/>
                  </a:moveTo>
                  <a:lnTo>
                    <a:pt x="3810" y="264160"/>
                  </a:lnTo>
                  <a:lnTo>
                    <a:pt x="3810" y="265430"/>
                  </a:lnTo>
                  <a:lnTo>
                    <a:pt x="5079" y="265430"/>
                  </a:lnTo>
                  <a:lnTo>
                    <a:pt x="5079" y="266700"/>
                  </a:lnTo>
                  <a:lnTo>
                    <a:pt x="6350" y="266700"/>
                  </a:lnTo>
                  <a:lnTo>
                    <a:pt x="6350" y="267969"/>
                  </a:lnTo>
                  <a:lnTo>
                    <a:pt x="7619" y="267969"/>
                  </a:lnTo>
                  <a:lnTo>
                    <a:pt x="7619" y="264160"/>
                  </a:lnTo>
                  <a:close/>
                </a:path>
              </a:pathLst>
            </a:custGeom>
            <a:solidFill>
              <a:srgbClr val="E7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3" name="object 268">
              <a:extLst>
                <a:ext uri="{FF2B5EF4-FFF2-40B4-BE49-F238E27FC236}">
                  <a16:creationId xmlns:a16="http://schemas.microsoft.com/office/drawing/2014/main" id="{102A9F9C-5A90-4877-A991-F6B8995A390E}"/>
                </a:ext>
              </a:extLst>
            </p:cNvPr>
            <p:cNvSpPr/>
            <p:nvPr/>
          </p:nvSpPr>
          <p:spPr>
            <a:xfrm>
              <a:off x="4427219" y="4269105"/>
              <a:ext cx="6350" cy="251460"/>
            </a:xfrm>
            <a:custGeom>
              <a:avLst/>
              <a:gdLst/>
              <a:ahLst/>
              <a:cxnLst/>
              <a:rect l="l" t="t" r="r" b="b"/>
              <a:pathLst>
                <a:path w="6350" h="251460">
                  <a:moveTo>
                    <a:pt x="6350" y="0"/>
                  </a:moveTo>
                  <a:lnTo>
                    <a:pt x="5079" y="0"/>
                  </a:lnTo>
                  <a:lnTo>
                    <a:pt x="5079" y="1269"/>
                  </a:lnTo>
                  <a:lnTo>
                    <a:pt x="6350" y="1269"/>
                  </a:lnTo>
                  <a:lnTo>
                    <a:pt x="6350" y="0"/>
                  </a:lnTo>
                  <a:close/>
                </a:path>
                <a:path w="6350" h="251460">
                  <a:moveTo>
                    <a:pt x="6350" y="1269"/>
                  </a:moveTo>
                  <a:lnTo>
                    <a:pt x="3810" y="1269"/>
                  </a:lnTo>
                  <a:lnTo>
                    <a:pt x="3810" y="2539"/>
                  </a:lnTo>
                  <a:lnTo>
                    <a:pt x="2539" y="2539"/>
                  </a:lnTo>
                  <a:lnTo>
                    <a:pt x="2539" y="3809"/>
                  </a:lnTo>
                  <a:lnTo>
                    <a:pt x="1269" y="3809"/>
                  </a:lnTo>
                  <a:lnTo>
                    <a:pt x="1269" y="5079"/>
                  </a:lnTo>
                  <a:lnTo>
                    <a:pt x="0" y="5079"/>
                  </a:lnTo>
                  <a:lnTo>
                    <a:pt x="0" y="7619"/>
                  </a:lnTo>
                  <a:lnTo>
                    <a:pt x="6350" y="7619"/>
                  </a:lnTo>
                  <a:lnTo>
                    <a:pt x="6350" y="1269"/>
                  </a:lnTo>
                  <a:close/>
                </a:path>
                <a:path w="6350" h="251460">
                  <a:moveTo>
                    <a:pt x="6350" y="7619"/>
                  </a:moveTo>
                  <a:lnTo>
                    <a:pt x="0" y="7619"/>
                  </a:lnTo>
                  <a:lnTo>
                    <a:pt x="0" y="13969"/>
                  </a:lnTo>
                  <a:lnTo>
                    <a:pt x="6350" y="13969"/>
                  </a:lnTo>
                  <a:lnTo>
                    <a:pt x="6350" y="7619"/>
                  </a:lnTo>
                  <a:close/>
                </a:path>
                <a:path w="6350" h="251460">
                  <a:moveTo>
                    <a:pt x="6350" y="13969"/>
                  </a:moveTo>
                  <a:lnTo>
                    <a:pt x="0" y="13969"/>
                  </a:lnTo>
                  <a:lnTo>
                    <a:pt x="0" y="20319"/>
                  </a:lnTo>
                  <a:lnTo>
                    <a:pt x="6350" y="20319"/>
                  </a:lnTo>
                  <a:lnTo>
                    <a:pt x="6350" y="13969"/>
                  </a:lnTo>
                  <a:close/>
                </a:path>
                <a:path w="6350" h="251460">
                  <a:moveTo>
                    <a:pt x="6350" y="20319"/>
                  </a:moveTo>
                  <a:lnTo>
                    <a:pt x="0" y="20319"/>
                  </a:lnTo>
                  <a:lnTo>
                    <a:pt x="0" y="26669"/>
                  </a:lnTo>
                  <a:lnTo>
                    <a:pt x="6350" y="26669"/>
                  </a:lnTo>
                  <a:lnTo>
                    <a:pt x="6350" y="20319"/>
                  </a:lnTo>
                  <a:close/>
                </a:path>
                <a:path w="6350" h="251460">
                  <a:moveTo>
                    <a:pt x="6350" y="26669"/>
                  </a:moveTo>
                  <a:lnTo>
                    <a:pt x="0" y="26669"/>
                  </a:lnTo>
                  <a:lnTo>
                    <a:pt x="0" y="31749"/>
                  </a:lnTo>
                  <a:lnTo>
                    <a:pt x="6350" y="31749"/>
                  </a:lnTo>
                  <a:lnTo>
                    <a:pt x="6350" y="26669"/>
                  </a:lnTo>
                  <a:close/>
                </a:path>
                <a:path w="6350" h="251460">
                  <a:moveTo>
                    <a:pt x="6350" y="31750"/>
                  </a:moveTo>
                  <a:lnTo>
                    <a:pt x="0" y="31750"/>
                  </a:lnTo>
                  <a:lnTo>
                    <a:pt x="0" y="39369"/>
                  </a:lnTo>
                  <a:lnTo>
                    <a:pt x="6350" y="39369"/>
                  </a:lnTo>
                  <a:lnTo>
                    <a:pt x="6350" y="31750"/>
                  </a:lnTo>
                  <a:close/>
                </a:path>
                <a:path w="6350" h="251460">
                  <a:moveTo>
                    <a:pt x="6350" y="39369"/>
                  </a:moveTo>
                  <a:lnTo>
                    <a:pt x="0" y="39369"/>
                  </a:lnTo>
                  <a:lnTo>
                    <a:pt x="0" y="44449"/>
                  </a:lnTo>
                  <a:lnTo>
                    <a:pt x="6350" y="44449"/>
                  </a:lnTo>
                  <a:lnTo>
                    <a:pt x="6350" y="39369"/>
                  </a:lnTo>
                  <a:close/>
                </a:path>
                <a:path w="6350" h="251460">
                  <a:moveTo>
                    <a:pt x="6350" y="44450"/>
                  </a:moveTo>
                  <a:lnTo>
                    <a:pt x="0" y="44450"/>
                  </a:lnTo>
                  <a:lnTo>
                    <a:pt x="0" y="58419"/>
                  </a:lnTo>
                  <a:lnTo>
                    <a:pt x="6350" y="58419"/>
                  </a:lnTo>
                  <a:lnTo>
                    <a:pt x="6350" y="44450"/>
                  </a:lnTo>
                  <a:close/>
                </a:path>
                <a:path w="6350" h="251460">
                  <a:moveTo>
                    <a:pt x="6350" y="58419"/>
                  </a:moveTo>
                  <a:lnTo>
                    <a:pt x="0" y="58419"/>
                  </a:lnTo>
                  <a:lnTo>
                    <a:pt x="0" y="64769"/>
                  </a:lnTo>
                  <a:lnTo>
                    <a:pt x="6350" y="64769"/>
                  </a:lnTo>
                  <a:lnTo>
                    <a:pt x="6350" y="58419"/>
                  </a:lnTo>
                  <a:close/>
                </a:path>
                <a:path w="6350" h="251460">
                  <a:moveTo>
                    <a:pt x="6350" y="64769"/>
                  </a:moveTo>
                  <a:lnTo>
                    <a:pt x="0" y="64769"/>
                  </a:lnTo>
                  <a:lnTo>
                    <a:pt x="0" y="71119"/>
                  </a:lnTo>
                  <a:lnTo>
                    <a:pt x="6350" y="71119"/>
                  </a:lnTo>
                  <a:lnTo>
                    <a:pt x="6350" y="64769"/>
                  </a:lnTo>
                  <a:close/>
                </a:path>
                <a:path w="6350" h="251460">
                  <a:moveTo>
                    <a:pt x="6350" y="71119"/>
                  </a:moveTo>
                  <a:lnTo>
                    <a:pt x="0" y="71119"/>
                  </a:lnTo>
                  <a:lnTo>
                    <a:pt x="0" y="76199"/>
                  </a:lnTo>
                  <a:lnTo>
                    <a:pt x="6350" y="76199"/>
                  </a:lnTo>
                  <a:lnTo>
                    <a:pt x="6350" y="71119"/>
                  </a:lnTo>
                  <a:close/>
                </a:path>
                <a:path w="6350" h="251460">
                  <a:moveTo>
                    <a:pt x="6350" y="76200"/>
                  </a:moveTo>
                  <a:lnTo>
                    <a:pt x="0" y="76200"/>
                  </a:lnTo>
                  <a:lnTo>
                    <a:pt x="0" y="102869"/>
                  </a:lnTo>
                  <a:lnTo>
                    <a:pt x="6350" y="102869"/>
                  </a:lnTo>
                  <a:lnTo>
                    <a:pt x="6350" y="76200"/>
                  </a:lnTo>
                  <a:close/>
                </a:path>
                <a:path w="6350" h="251460">
                  <a:moveTo>
                    <a:pt x="6350" y="102869"/>
                  </a:moveTo>
                  <a:lnTo>
                    <a:pt x="0" y="102869"/>
                  </a:lnTo>
                  <a:lnTo>
                    <a:pt x="0" y="160019"/>
                  </a:lnTo>
                  <a:lnTo>
                    <a:pt x="6350" y="160019"/>
                  </a:lnTo>
                  <a:lnTo>
                    <a:pt x="6350" y="102869"/>
                  </a:lnTo>
                  <a:close/>
                </a:path>
                <a:path w="6350" h="251460">
                  <a:moveTo>
                    <a:pt x="6350" y="160019"/>
                  </a:moveTo>
                  <a:lnTo>
                    <a:pt x="0" y="160019"/>
                  </a:lnTo>
                  <a:lnTo>
                    <a:pt x="0" y="166369"/>
                  </a:lnTo>
                  <a:lnTo>
                    <a:pt x="6350" y="166369"/>
                  </a:lnTo>
                  <a:lnTo>
                    <a:pt x="6350" y="160019"/>
                  </a:lnTo>
                  <a:close/>
                </a:path>
                <a:path w="6350" h="251460">
                  <a:moveTo>
                    <a:pt x="6350" y="166369"/>
                  </a:moveTo>
                  <a:lnTo>
                    <a:pt x="0" y="166369"/>
                  </a:lnTo>
                  <a:lnTo>
                    <a:pt x="0" y="171449"/>
                  </a:lnTo>
                  <a:lnTo>
                    <a:pt x="6350" y="171449"/>
                  </a:lnTo>
                  <a:lnTo>
                    <a:pt x="6350" y="166369"/>
                  </a:lnTo>
                  <a:close/>
                </a:path>
                <a:path w="6350" h="251460">
                  <a:moveTo>
                    <a:pt x="6350" y="171450"/>
                  </a:moveTo>
                  <a:lnTo>
                    <a:pt x="0" y="171450"/>
                  </a:lnTo>
                  <a:lnTo>
                    <a:pt x="0" y="179069"/>
                  </a:lnTo>
                  <a:lnTo>
                    <a:pt x="6350" y="179069"/>
                  </a:lnTo>
                  <a:lnTo>
                    <a:pt x="6350" y="171450"/>
                  </a:lnTo>
                  <a:close/>
                </a:path>
                <a:path w="6350" h="251460">
                  <a:moveTo>
                    <a:pt x="6350" y="179069"/>
                  </a:moveTo>
                  <a:lnTo>
                    <a:pt x="0" y="179069"/>
                  </a:lnTo>
                  <a:lnTo>
                    <a:pt x="0" y="185419"/>
                  </a:lnTo>
                  <a:lnTo>
                    <a:pt x="6350" y="185419"/>
                  </a:lnTo>
                  <a:lnTo>
                    <a:pt x="6350" y="179069"/>
                  </a:lnTo>
                  <a:close/>
                </a:path>
                <a:path w="6350" h="251460">
                  <a:moveTo>
                    <a:pt x="6350" y="185419"/>
                  </a:moveTo>
                  <a:lnTo>
                    <a:pt x="0" y="185419"/>
                  </a:lnTo>
                  <a:lnTo>
                    <a:pt x="0" y="191769"/>
                  </a:lnTo>
                  <a:lnTo>
                    <a:pt x="6350" y="191769"/>
                  </a:lnTo>
                  <a:lnTo>
                    <a:pt x="6350" y="185419"/>
                  </a:lnTo>
                  <a:close/>
                </a:path>
                <a:path w="6350" h="251460">
                  <a:moveTo>
                    <a:pt x="6350" y="191769"/>
                  </a:moveTo>
                  <a:lnTo>
                    <a:pt x="0" y="191769"/>
                  </a:lnTo>
                  <a:lnTo>
                    <a:pt x="0" y="204469"/>
                  </a:lnTo>
                  <a:lnTo>
                    <a:pt x="6350" y="204469"/>
                  </a:lnTo>
                  <a:lnTo>
                    <a:pt x="6350" y="191769"/>
                  </a:lnTo>
                  <a:close/>
                </a:path>
                <a:path w="6350" h="251460">
                  <a:moveTo>
                    <a:pt x="6350" y="204469"/>
                  </a:moveTo>
                  <a:lnTo>
                    <a:pt x="0" y="204469"/>
                  </a:lnTo>
                  <a:lnTo>
                    <a:pt x="0" y="210819"/>
                  </a:lnTo>
                  <a:lnTo>
                    <a:pt x="6350" y="210819"/>
                  </a:lnTo>
                  <a:lnTo>
                    <a:pt x="6350" y="204469"/>
                  </a:lnTo>
                  <a:close/>
                </a:path>
                <a:path w="6350" h="251460">
                  <a:moveTo>
                    <a:pt x="6350" y="210819"/>
                  </a:moveTo>
                  <a:lnTo>
                    <a:pt x="0" y="210819"/>
                  </a:lnTo>
                  <a:lnTo>
                    <a:pt x="0" y="215899"/>
                  </a:lnTo>
                  <a:lnTo>
                    <a:pt x="6350" y="215899"/>
                  </a:lnTo>
                  <a:lnTo>
                    <a:pt x="6350" y="210819"/>
                  </a:lnTo>
                  <a:close/>
                </a:path>
                <a:path w="6350" h="251460">
                  <a:moveTo>
                    <a:pt x="6350" y="215899"/>
                  </a:moveTo>
                  <a:lnTo>
                    <a:pt x="0" y="215899"/>
                  </a:lnTo>
                  <a:lnTo>
                    <a:pt x="0" y="218439"/>
                  </a:lnTo>
                  <a:lnTo>
                    <a:pt x="6350" y="218439"/>
                  </a:lnTo>
                  <a:lnTo>
                    <a:pt x="6350" y="215899"/>
                  </a:lnTo>
                  <a:close/>
                </a:path>
                <a:path w="6350" h="251460">
                  <a:moveTo>
                    <a:pt x="6350" y="218439"/>
                  </a:moveTo>
                  <a:lnTo>
                    <a:pt x="0" y="218439"/>
                  </a:lnTo>
                  <a:lnTo>
                    <a:pt x="0" y="224789"/>
                  </a:lnTo>
                  <a:lnTo>
                    <a:pt x="6350" y="224789"/>
                  </a:lnTo>
                  <a:lnTo>
                    <a:pt x="6350" y="218439"/>
                  </a:lnTo>
                  <a:close/>
                </a:path>
                <a:path w="6350" h="251460">
                  <a:moveTo>
                    <a:pt x="6350" y="224789"/>
                  </a:moveTo>
                  <a:lnTo>
                    <a:pt x="0" y="224789"/>
                  </a:lnTo>
                  <a:lnTo>
                    <a:pt x="0" y="228599"/>
                  </a:lnTo>
                  <a:lnTo>
                    <a:pt x="6350" y="228599"/>
                  </a:lnTo>
                  <a:lnTo>
                    <a:pt x="6350" y="224789"/>
                  </a:lnTo>
                  <a:close/>
                </a:path>
                <a:path w="6350" h="251460">
                  <a:moveTo>
                    <a:pt x="6350" y="228599"/>
                  </a:moveTo>
                  <a:lnTo>
                    <a:pt x="0" y="228599"/>
                  </a:lnTo>
                  <a:lnTo>
                    <a:pt x="0" y="234949"/>
                  </a:lnTo>
                  <a:lnTo>
                    <a:pt x="6350" y="234949"/>
                  </a:lnTo>
                  <a:lnTo>
                    <a:pt x="6350" y="228599"/>
                  </a:lnTo>
                  <a:close/>
                </a:path>
                <a:path w="6350" h="251460">
                  <a:moveTo>
                    <a:pt x="6350" y="234949"/>
                  </a:moveTo>
                  <a:lnTo>
                    <a:pt x="0" y="234949"/>
                  </a:lnTo>
                  <a:lnTo>
                    <a:pt x="0" y="237489"/>
                  </a:lnTo>
                  <a:lnTo>
                    <a:pt x="6350" y="237489"/>
                  </a:lnTo>
                  <a:lnTo>
                    <a:pt x="6350" y="234949"/>
                  </a:lnTo>
                  <a:close/>
                </a:path>
                <a:path w="6350" h="251460">
                  <a:moveTo>
                    <a:pt x="6350" y="237489"/>
                  </a:moveTo>
                  <a:lnTo>
                    <a:pt x="0" y="237489"/>
                  </a:lnTo>
                  <a:lnTo>
                    <a:pt x="0" y="241299"/>
                  </a:lnTo>
                  <a:lnTo>
                    <a:pt x="6350" y="241299"/>
                  </a:lnTo>
                  <a:lnTo>
                    <a:pt x="6350" y="237489"/>
                  </a:lnTo>
                  <a:close/>
                </a:path>
                <a:path w="6350" h="251460">
                  <a:moveTo>
                    <a:pt x="6350" y="241299"/>
                  </a:moveTo>
                  <a:lnTo>
                    <a:pt x="0" y="241299"/>
                  </a:lnTo>
                  <a:lnTo>
                    <a:pt x="0" y="243839"/>
                  </a:lnTo>
                  <a:lnTo>
                    <a:pt x="6350" y="243839"/>
                  </a:lnTo>
                  <a:lnTo>
                    <a:pt x="6350" y="241299"/>
                  </a:lnTo>
                  <a:close/>
                </a:path>
                <a:path w="6350" h="251460">
                  <a:moveTo>
                    <a:pt x="6350" y="243839"/>
                  </a:moveTo>
                  <a:lnTo>
                    <a:pt x="0" y="243839"/>
                  </a:lnTo>
                  <a:lnTo>
                    <a:pt x="0" y="246379"/>
                  </a:lnTo>
                  <a:lnTo>
                    <a:pt x="1269" y="246379"/>
                  </a:lnTo>
                  <a:lnTo>
                    <a:pt x="1269" y="247649"/>
                  </a:lnTo>
                  <a:lnTo>
                    <a:pt x="6350" y="247649"/>
                  </a:lnTo>
                  <a:lnTo>
                    <a:pt x="6350" y="243839"/>
                  </a:lnTo>
                  <a:close/>
                </a:path>
                <a:path w="6350" h="251460">
                  <a:moveTo>
                    <a:pt x="6350" y="247649"/>
                  </a:moveTo>
                  <a:lnTo>
                    <a:pt x="2539" y="247649"/>
                  </a:lnTo>
                  <a:lnTo>
                    <a:pt x="2539" y="248919"/>
                  </a:lnTo>
                  <a:lnTo>
                    <a:pt x="3810" y="248919"/>
                  </a:lnTo>
                  <a:lnTo>
                    <a:pt x="3810" y="250189"/>
                  </a:lnTo>
                  <a:lnTo>
                    <a:pt x="6350" y="250189"/>
                  </a:lnTo>
                  <a:lnTo>
                    <a:pt x="6350" y="247649"/>
                  </a:lnTo>
                  <a:close/>
                </a:path>
                <a:path w="6350" h="251460">
                  <a:moveTo>
                    <a:pt x="6350" y="250189"/>
                  </a:moveTo>
                  <a:lnTo>
                    <a:pt x="5079" y="250189"/>
                  </a:lnTo>
                  <a:lnTo>
                    <a:pt x="5079" y="251459"/>
                  </a:lnTo>
                  <a:lnTo>
                    <a:pt x="6350" y="251459"/>
                  </a:lnTo>
                  <a:lnTo>
                    <a:pt x="6350" y="250189"/>
                  </a:lnTo>
                  <a:close/>
                </a:path>
              </a:pathLst>
            </a:custGeom>
            <a:solidFill>
              <a:srgbClr val="E9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4" name="object 269">
              <a:extLst>
                <a:ext uri="{FF2B5EF4-FFF2-40B4-BE49-F238E27FC236}">
                  <a16:creationId xmlns:a16="http://schemas.microsoft.com/office/drawing/2014/main" id="{2311596A-D670-4195-83FB-10FB2547CFC3}"/>
                </a:ext>
              </a:extLst>
            </p:cNvPr>
            <p:cNvSpPr/>
            <p:nvPr/>
          </p:nvSpPr>
          <p:spPr>
            <a:xfrm>
              <a:off x="4419600" y="4276725"/>
              <a:ext cx="7620" cy="237490"/>
            </a:xfrm>
            <a:custGeom>
              <a:avLst/>
              <a:gdLst/>
              <a:ahLst/>
              <a:cxnLst/>
              <a:rect l="l" t="t" r="r" b="b"/>
              <a:pathLst>
                <a:path w="7620" h="237489">
                  <a:moveTo>
                    <a:pt x="7620" y="0"/>
                  </a:moveTo>
                  <a:lnTo>
                    <a:pt x="6350" y="0"/>
                  </a:lnTo>
                  <a:lnTo>
                    <a:pt x="6350" y="1269"/>
                  </a:lnTo>
                  <a:lnTo>
                    <a:pt x="5080" y="1269"/>
                  </a:lnTo>
                  <a:lnTo>
                    <a:pt x="5080" y="2539"/>
                  </a:lnTo>
                  <a:lnTo>
                    <a:pt x="3810" y="2539"/>
                  </a:lnTo>
                  <a:lnTo>
                    <a:pt x="3810" y="5079"/>
                  </a:lnTo>
                  <a:lnTo>
                    <a:pt x="2539" y="5079"/>
                  </a:lnTo>
                  <a:lnTo>
                    <a:pt x="2539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  <a:path w="7620" h="237489">
                  <a:moveTo>
                    <a:pt x="7620" y="6349"/>
                  </a:moveTo>
                  <a:lnTo>
                    <a:pt x="1270" y="6349"/>
                  </a:lnTo>
                  <a:lnTo>
                    <a:pt x="1270" y="7619"/>
                  </a:lnTo>
                  <a:lnTo>
                    <a:pt x="0" y="7619"/>
                  </a:lnTo>
                  <a:lnTo>
                    <a:pt x="0" y="12699"/>
                  </a:lnTo>
                  <a:lnTo>
                    <a:pt x="7620" y="12699"/>
                  </a:lnTo>
                  <a:lnTo>
                    <a:pt x="7620" y="6349"/>
                  </a:lnTo>
                  <a:close/>
                </a:path>
                <a:path w="7620" h="237489">
                  <a:moveTo>
                    <a:pt x="7620" y="12699"/>
                  </a:moveTo>
                  <a:lnTo>
                    <a:pt x="0" y="12699"/>
                  </a:lnTo>
                  <a:lnTo>
                    <a:pt x="0" y="19049"/>
                  </a:lnTo>
                  <a:lnTo>
                    <a:pt x="7620" y="19049"/>
                  </a:lnTo>
                  <a:lnTo>
                    <a:pt x="7620" y="12699"/>
                  </a:lnTo>
                  <a:close/>
                </a:path>
                <a:path w="7620" h="237489">
                  <a:moveTo>
                    <a:pt x="7620" y="19049"/>
                  </a:moveTo>
                  <a:lnTo>
                    <a:pt x="0" y="19049"/>
                  </a:lnTo>
                  <a:lnTo>
                    <a:pt x="0" y="24129"/>
                  </a:lnTo>
                  <a:lnTo>
                    <a:pt x="7620" y="24129"/>
                  </a:lnTo>
                  <a:lnTo>
                    <a:pt x="7620" y="19049"/>
                  </a:lnTo>
                  <a:close/>
                </a:path>
                <a:path w="7620" h="237489">
                  <a:moveTo>
                    <a:pt x="7620" y="24129"/>
                  </a:moveTo>
                  <a:lnTo>
                    <a:pt x="0" y="24129"/>
                  </a:lnTo>
                  <a:lnTo>
                    <a:pt x="0" y="31749"/>
                  </a:lnTo>
                  <a:lnTo>
                    <a:pt x="7620" y="31749"/>
                  </a:lnTo>
                  <a:lnTo>
                    <a:pt x="7620" y="24129"/>
                  </a:lnTo>
                  <a:close/>
                </a:path>
                <a:path w="7620" h="237489">
                  <a:moveTo>
                    <a:pt x="7620" y="31749"/>
                  </a:moveTo>
                  <a:lnTo>
                    <a:pt x="0" y="31749"/>
                  </a:lnTo>
                  <a:lnTo>
                    <a:pt x="0" y="36829"/>
                  </a:lnTo>
                  <a:lnTo>
                    <a:pt x="7620" y="36829"/>
                  </a:lnTo>
                  <a:lnTo>
                    <a:pt x="7620" y="31749"/>
                  </a:lnTo>
                  <a:close/>
                </a:path>
                <a:path w="7620" h="237489">
                  <a:moveTo>
                    <a:pt x="7620" y="36829"/>
                  </a:moveTo>
                  <a:lnTo>
                    <a:pt x="0" y="36829"/>
                  </a:lnTo>
                  <a:lnTo>
                    <a:pt x="0" y="50799"/>
                  </a:lnTo>
                  <a:lnTo>
                    <a:pt x="7620" y="50799"/>
                  </a:lnTo>
                  <a:lnTo>
                    <a:pt x="7620" y="36829"/>
                  </a:lnTo>
                  <a:close/>
                </a:path>
                <a:path w="7620" h="237489">
                  <a:moveTo>
                    <a:pt x="7620" y="50799"/>
                  </a:moveTo>
                  <a:lnTo>
                    <a:pt x="0" y="50799"/>
                  </a:lnTo>
                  <a:lnTo>
                    <a:pt x="0" y="57149"/>
                  </a:lnTo>
                  <a:lnTo>
                    <a:pt x="7620" y="57149"/>
                  </a:lnTo>
                  <a:lnTo>
                    <a:pt x="7620" y="50799"/>
                  </a:lnTo>
                  <a:close/>
                </a:path>
                <a:path w="7620" h="237489">
                  <a:moveTo>
                    <a:pt x="7620" y="57149"/>
                  </a:moveTo>
                  <a:lnTo>
                    <a:pt x="0" y="57149"/>
                  </a:lnTo>
                  <a:lnTo>
                    <a:pt x="0" y="63499"/>
                  </a:lnTo>
                  <a:lnTo>
                    <a:pt x="7620" y="63499"/>
                  </a:lnTo>
                  <a:lnTo>
                    <a:pt x="7620" y="57149"/>
                  </a:lnTo>
                  <a:close/>
                </a:path>
                <a:path w="7620" h="237489">
                  <a:moveTo>
                    <a:pt x="7620" y="63499"/>
                  </a:moveTo>
                  <a:lnTo>
                    <a:pt x="0" y="63499"/>
                  </a:lnTo>
                  <a:lnTo>
                    <a:pt x="0" y="68579"/>
                  </a:lnTo>
                  <a:lnTo>
                    <a:pt x="7620" y="68579"/>
                  </a:lnTo>
                  <a:lnTo>
                    <a:pt x="7620" y="63499"/>
                  </a:lnTo>
                  <a:close/>
                </a:path>
                <a:path w="7620" h="237489">
                  <a:moveTo>
                    <a:pt x="7620" y="68579"/>
                  </a:moveTo>
                  <a:lnTo>
                    <a:pt x="0" y="68579"/>
                  </a:lnTo>
                  <a:lnTo>
                    <a:pt x="0" y="95249"/>
                  </a:lnTo>
                  <a:lnTo>
                    <a:pt x="7620" y="95249"/>
                  </a:lnTo>
                  <a:lnTo>
                    <a:pt x="7620" y="68579"/>
                  </a:lnTo>
                  <a:close/>
                </a:path>
                <a:path w="7620" h="237489">
                  <a:moveTo>
                    <a:pt x="7620" y="95249"/>
                  </a:moveTo>
                  <a:lnTo>
                    <a:pt x="0" y="95249"/>
                  </a:lnTo>
                  <a:lnTo>
                    <a:pt x="0" y="152399"/>
                  </a:lnTo>
                  <a:lnTo>
                    <a:pt x="7620" y="152399"/>
                  </a:lnTo>
                  <a:lnTo>
                    <a:pt x="7620" y="95249"/>
                  </a:lnTo>
                  <a:close/>
                </a:path>
                <a:path w="7620" h="237489">
                  <a:moveTo>
                    <a:pt x="7620" y="152399"/>
                  </a:moveTo>
                  <a:lnTo>
                    <a:pt x="0" y="152399"/>
                  </a:lnTo>
                  <a:lnTo>
                    <a:pt x="0" y="158749"/>
                  </a:lnTo>
                  <a:lnTo>
                    <a:pt x="7620" y="158749"/>
                  </a:lnTo>
                  <a:lnTo>
                    <a:pt x="7620" y="152399"/>
                  </a:lnTo>
                  <a:close/>
                </a:path>
                <a:path w="7620" h="237489">
                  <a:moveTo>
                    <a:pt x="7620" y="158749"/>
                  </a:moveTo>
                  <a:lnTo>
                    <a:pt x="0" y="158749"/>
                  </a:lnTo>
                  <a:lnTo>
                    <a:pt x="0" y="163829"/>
                  </a:lnTo>
                  <a:lnTo>
                    <a:pt x="7620" y="163829"/>
                  </a:lnTo>
                  <a:lnTo>
                    <a:pt x="7620" y="158749"/>
                  </a:lnTo>
                  <a:close/>
                </a:path>
                <a:path w="7620" h="237489">
                  <a:moveTo>
                    <a:pt x="7620" y="163829"/>
                  </a:moveTo>
                  <a:lnTo>
                    <a:pt x="0" y="163829"/>
                  </a:lnTo>
                  <a:lnTo>
                    <a:pt x="0" y="171449"/>
                  </a:lnTo>
                  <a:lnTo>
                    <a:pt x="7620" y="171449"/>
                  </a:lnTo>
                  <a:lnTo>
                    <a:pt x="7620" y="163829"/>
                  </a:lnTo>
                  <a:close/>
                </a:path>
                <a:path w="7620" h="237489">
                  <a:moveTo>
                    <a:pt x="7620" y="171449"/>
                  </a:moveTo>
                  <a:lnTo>
                    <a:pt x="0" y="171449"/>
                  </a:lnTo>
                  <a:lnTo>
                    <a:pt x="0" y="177799"/>
                  </a:lnTo>
                  <a:lnTo>
                    <a:pt x="7620" y="177799"/>
                  </a:lnTo>
                  <a:lnTo>
                    <a:pt x="7620" y="171449"/>
                  </a:lnTo>
                  <a:close/>
                </a:path>
                <a:path w="7620" h="237489">
                  <a:moveTo>
                    <a:pt x="7620" y="177799"/>
                  </a:moveTo>
                  <a:lnTo>
                    <a:pt x="0" y="177799"/>
                  </a:lnTo>
                  <a:lnTo>
                    <a:pt x="0" y="184149"/>
                  </a:lnTo>
                  <a:lnTo>
                    <a:pt x="7620" y="184149"/>
                  </a:lnTo>
                  <a:lnTo>
                    <a:pt x="7620" y="177799"/>
                  </a:lnTo>
                  <a:close/>
                </a:path>
                <a:path w="7620" h="237489">
                  <a:moveTo>
                    <a:pt x="7620" y="184149"/>
                  </a:moveTo>
                  <a:lnTo>
                    <a:pt x="0" y="184149"/>
                  </a:lnTo>
                  <a:lnTo>
                    <a:pt x="0" y="196849"/>
                  </a:lnTo>
                  <a:lnTo>
                    <a:pt x="7620" y="196849"/>
                  </a:lnTo>
                  <a:lnTo>
                    <a:pt x="7620" y="184149"/>
                  </a:lnTo>
                  <a:close/>
                </a:path>
                <a:path w="7620" h="237489">
                  <a:moveTo>
                    <a:pt x="7620" y="196849"/>
                  </a:moveTo>
                  <a:lnTo>
                    <a:pt x="0" y="196849"/>
                  </a:lnTo>
                  <a:lnTo>
                    <a:pt x="0" y="203199"/>
                  </a:lnTo>
                  <a:lnTo>
                    <a:pt x="7620" y="203199"/>
                  </a:lnTo>
                  <a:lnTo>
                    <a:pt x="7620" y="196849"/>
                  </a:lnTo>
                  <a:close/>
                </a:path>
                <a:path w="7620" h="237489">
                  <a:moveTo>
                    <a:pt x="7620" y="203199"/>
                  </a:moveTo>
                  <a:lnTo>
                    <a:pt x="0" y="203199"/>
                  </a:lnTo>
                  <a:lnTo>
                    <a:pt x="0" y="208279"/>
                  </a:lnTo>
                  <a:lnTo>
                    <a:pt x="7620" y="208279"/>
                  </a:lnTo>
                  <a:lnTo>
                    <a:pt x="7620" y="203199"/>
                  </a:lnTo>
                  <a:close/>
                </a:path>
                <a:path w="7620" h="237489">
                  <a:moveTo>
                    <a:pt x="7620" y="208279"/>
                  </a:moveTo>
                  <a:lnTo>
                    <a:pt x="0" y="208279"/>
                  </a:lnTo>
                  <a:lnTo>
                    <a:pt x="0" y="210819"/>
                  </a:lnTo>
                  <a:lnTo>
                    <a:pt x="7620" y="210819"/>
                  </a:lnTo>
                  <a:lnTo>
                    <a:pt x="7620" y="208279"/>
                  </a:lnTo>
                  <a:close/>
                </a:path>
                <a:path w="7620" h="237489">
                  <a:moveTo>
                    <a:pt x="7620" y="210819"/>
                  </a:moveTo>
                  <a:lnTo>
                    <a:pt x="0" y="210819"/>
                  </a:lnTo>
                  <a:lnTo>
                    <a:pt x="0" y="217169"/>
                  </a:lnTo>
                  <a:lnTo>
                    <a:pt x="7620" y="217169"/>
                  </a:lnTo>
                  <a:lnTo>
                    <a:pt x="7620" y="210819"/>
                  </a:lnTo>
                  <a:close/>
                </a:path>
                <a:path w="7620" h="237489">
                  <a:moveTo>
                    <a:pt x="7620" y="217169"/>
                  </a:moveTo>
                  <a:lnTo>
                    <a:pt x="0" y="217169"/>
                  </a:lnTo>
                  <a:lnTo>
                    <a:pt x="0" y="220979"/>
                  </a:lnTo>
                  <a:lnTo>
                    <a:pt x="7620" y="220979"/>
                  </a:lnTo>
                  <a:lnTo>
                    <a:pt x="7620" y="217169"/>
                  </a:lnTo>
                  <a:close/>
                </a:path>
                <a:path w="7620" h="237489">
                  <a:moveTo>
                    <a:pt x="7620" y="220979"/>
                  </a:moveTo>
                  <a:lnTo>
                    <a:pt x="0" y="220979"/>
                  </a:lnTo>
                  <a:lnTo>
                    <a:pt x="0" y="227329"/>
                  </a:lnTo>
                  <a:lnTo>
                    <a:pt x="7620" y="227329"/>
                  </a:lnTo>
                  <a:lnTo>
                    <a:pt x="7620" y="220979"/>
                  </a:lnTo>
                  <a:close/>
                </a:path>
                <a:path w="7620" h="237489">
                  <a:moveTo>
                    <a:pt x="7620" y="227329"/>
                  </a:moveTo>
                  <a:lnTo>
                    <a:pt x="0" y="227329"/>
                  </a:lnTo>
                  <a:lnTo>
                    <a:pt x="0" y="229869"/>
                  </a:lnTo>
                  <a:lnTo>
                    <a:pt x="7620" y="229869"/>
                  </a:lnTo>
                  <a:lnTo>
                    <a:pt x="7620" y="227329"/>
                  </a:lnTo>
                  <a:close/>
                </a:path>
                <a:path w="7620" h="237489">
                  <a:moveTo>
                    <a:pt x="7620" y="229869"/>
                  </a:moveTo>
                  <a:lnTo>
                    <a:pt x="1270" y="229869"/>
                  </a:lnTo>
                  <a:lnTo>
                    <a:pt x="1270" y="231139"/>
                  </a:lnTo>
                  <a:lnTo>
                    <a:pt x="2539" y="231139"/>
                  </a:lnTo>
                  <a:lnTo>
                    <a:pt x="2539" y="232409"/>
                  </a:lnTo>
                  <a:lnTo>
                    <a:pt x="3810" y="232409"/>
                  </a:lnTo>
                  <a:lnTo>
                    <a:pt x="3810" y="233679"/>
                  </a:lnTo>
                  <a:lnTo>
                    <a:pt x="7620" y="233679"/>
                  </a:lnTo>
                  <a:lnTo>
                    <a:pt x="7620" y="229869"/>
                  </a:lnTo>
                  <a:close/>
                </a:path>
                <a:path w="7620" h="237489">
                  <a:moveTo>
                    <a:pt x="7620" y="233679"/>
                  </a:moveTo>
                  <a:lnTo>
                    <a:pt x="5080" y="233679"/>
                  </a:lnTo>
                  <a:lnTo>
                    <a:pt x="5080" y="234949"/>
                  </a:lnTo>
                  <a:lnTo>
                    <a:pt x="6350" y="234949"/>
                  </a:lnTo>
                  <a:lnTo>
                    <a:pt x="6350" y="236219"/>
                  </a:lnTo>
                  <a:lnTo>
                    <a:pt x="7620" y="236219"/>
                  </a:lnTo>
                  <a:lnTo>
                    <a:pt x="7620" y="233679"/>
                  </a:lnTo>
                  <a:close/>
                </a:path>
                <a:path w="7620" h="237489">
                  <a:moveTo>
                    <a:pt x="7620" y="236219"/>
                  </a:moveTo>
                  <a:lnTo>
                    <a:pt x="6350" y="236219"/>
                  </a:lnTo>
                  <a:lnTo>
                    <a:pt x="6350" y="237489"/>
                  </a:lnTo>
                  <a:lnTo>
                    <a:pt x="7620" y="237489"/>
                  </a:lnTo>
                  <a:lnTo>
                    <a:pt x="7620" y="236219"/>
                  </a:lnTo>
                  <a:close/>
                </a:path>
              </a:pathLst>
            </a:custGeom>
            <a:solidFill>
              <a:srgbClr val="EC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5" name="object 270">
              <a:extLst>
                <a:ext uri="{FF2B5EF4-FFF2-40B4-BE49-F238E27FC236}">
                  <a16:creationId xmlns:a16="http://schemas.microsoft.com/office/drawing/2014/main" id="{10B4847F-3975-4C1A-A0B9-8A438A8946B5}"/>
                </a:ext>
              </a:extLst>
            </p:cNvPr>
            <p:cNvSpPr/>
            <p:nvPr/>
          </p:nvSpPr>
          <p:spPr>
            <a:xfrm>
              <a:off x="4411980" y="4286885"/>
              <a:ext cx="7620" cy="217170"/>
            </a:xfrm>
            <a:custGeom>
              <a:avLst/>
              <a:gdLst/>
              <a:ahLst/>
              <a:cxnLst/>
              <a:rect l="l" t="t" r="r" b="b"/>
              <a:pathLst>
                <a:path w="7620" h="217170">
                  <a:moveTo>
                    <a:pt x="7619" y="0"/>
                  </a:moveTo>
                  <a:lnTo>
                    <a:pt x="6350" y="0"/>
                  </a:lnTo>
                  <a:lnTo>
                    <a:pt x="6350" y="1269"/>
                  </a:lnTo>
                  <a:lnTo>
                    <a:pt x="5079" y="1269"/>
                  </a:lnTo>
                  <a:lnTo>
                    <a:pt x="5079" y="2539"/>
                  </a:lnTo>
                  <a:lnTo>
                    <a:pt x="7619" y="2539"/>
                  </a:lnTo>
                  <a:lnTo>
                    <a:pt x="7619" y="0"/>
                  </a:lnTo>
                  <a:close/>
                </a:path>
                <a:path w="7620" h="217170">
                  <a:moveTo>
                    <a:pt x="7619" y="2540"/>
                  </a:moveTo>
                  <a:lnTo>
                    <a:pt x="3809" y="2540"/>
                  </a:lnTo>
                  <a:lnTo>
                    <a:pt x="3809" y="5080"/>
                  </a:lnTo>
                  <a:lnTo>
                    <a:pt x="2539" y="5080"/>
                  </a:lnTo>
                  <a:lnTo>
                    <a:pt x="2539" y="7619"/>
                  </a:lnTo>
                  <a:lnTo>
                    <a:pt x="1269" y="7619"/>
                  </a:lnTo>
                  <a:lnTo>
                    <a:pt x="1269" y="8889"/>
                  </a:lnTo>
                  <a:lnTo>
                    <a:pt x="7619" y="8889"/>
                  </a:lnTo>
                  <a:lnTo>
                    <a:pt x="7619" y="2540"/>
                  </a:lnTo>
                  <a:close/>
                </a:path>
                <a:path w="7620" h="217170">
                  <a:moveTo>
                    <a:pt x="7619" y="8890"/>
                  </a:moveTo>
                  <a:lnTo>
                    <a:pt x="1269" y="8890"/>
                  </a:lnTo>
                  <a:lnTo>
                    <a:pt x="1269" y="10160"/>
                  </a:lnTo>
                  <a:lnTo>
                    <a:pt x="0" y="10160"/>
                  </a:lnTo>
                  <a:lnTo>
                    <a:pt x="0" y="13969"/>
                  </a:lnTo>
                  <a:lnTo>
                    <a:pt x="7619" y="13969"/>
                  </a:lnTo>
                  <a:lnTo>
                    <a:pt x="7619" y="8890"/>
                  </a:lnTo>
                  <a:close/>
                </a:path>
                <a:path w="7620" h="217170">
                  <a:moveTo>
                    <a:pt x="7619" y="13970"/>
                  </a:moveTo>
                  <a:lnTo>
                    <a:pt x="0" y="13970"/>
                  </a:lnTo>
                  <a:lnTo>
                    <a:pt x="0" y="21589"/>
                  </a:lnTo>
                  <a:lnTo>
                    <a:pt x="7619" y="21589"/>
                  </a:lnTo>
                  <a:lnTo>
                    <a:pt x="7619" y="13970"/>
                  </a:lnTo>
                  <a:close/>
                </a:path>
                <a:path w="7620" h="217170">
                  <a:moveTo>
                    <a:pt x="7619" y="21590"/>
                  </a:moveTo>
                  <a:lnTo>
                    <a:pt x="0" y="21590"/>
                  </a:lnTo>
                  <a:lnTo>
                    <a:pt x="0" y="26669"/>
                  </a:lnTo>
                  <a:lnTo>
                    <a:pt x="7619" y="26669"/>
                  </a:lnTo>
                  <a:lnTo>
                    <a:pt x="7619" y="21590"/>
                  </a:lnTo>
                  <a:close/>
                </a:path>
                <a:path w="7620" h="217170">
                  <a:moveTo>
                    <a:pt x="7619" y="26670"/>
                  </a:moveTo>
                  <a:lnTo>
                    <a:pt x="0" y="26670"/>
                  </a:lnTo>
                  <a:lnTo>
                    <a:pt x="0" y="40639"/>
                  </a:lnTo>
                  <a:lnTo>
                    <a:pt x="7619" y="40639"/>
                  </a:lnTo>
                  <a:lnTo>
                    <a:pt x="7619" y="26670"/>
                  </a:lnTo>
                  <a:close/>
                </a:path>
                <a:path w="7620" h="217170">
                  <a:moveTo>
                    <a:pt x="7619" y="40640"/>
                  </a:moveTo>
                  <a:lnTo>
                    <a:pt x="0" y="40640"/>
                  </a:lnTo>
                  <a:lnTo>
                    <a:pt x="0" y="46989"/>
                  </a:lnTo>
                  <a:lnTo>
                    <a:pt x="7619" y="46989"/>
                  </a:lnTo>
                  <a:lnTo>
                    <a:pt x="7619" y="40640"/>
                  </a:lnTo>
                  <a:close/>
                </a:path>
                <a:path w="7620" h="217170">
                  <a:moveTo>
                    <a:pt x="7619" y="46990"/>
                  </a:moveTo>
                  <a:lnTo>
                    <a:pt x="0" y="46990"/>
                  </a:lnTo>
                  <a:lnTo>
                    <a:pt x="0" y="53339"/>
                  </a:lnTo>
                  <a:lnTo>
                    <a:pt x="7619" y="53339"/>
                  </a:lnTo>
                  <a:lnTo>
                    <a:pt x="7619" y="46990"/>
                  </a:lnTo>
                  <a:close/>
                </a:path>
                <a:path w="7620" h="217170">
                  <a:moveTo>
                    <a:pt x="7619" y="53340"/>
                  </a:moveTo>
                  <a:lnTo>
                    <a:pt x="0" y="53340"/>
                  </a:lnTo>
                  <a:lnTo>
                    <a:pt x="0" y="58419"/>
                  </a:lnTo>
                  <a:lnTo>
                    <a:pt x="7619" y="58419"/>
                  </a:lnTo>
                  <a:lnTo>
                    <a:pt x="7619" y="53340"/>
                  </a:lnTo>
                  <a:close/>
                </a:path>
                <a:path w="7620" h="217170">
                  <a:moveTo>
                    <a:pt x="7619" y="58420"/>
                  </a:moveTo>
                  <a:lnTo>
                    <a:pt x="0" y="58420"/>
                  </a:lnTo>
                  <a:lnTo>
                    <a:pt x="0" y="85089"/>
                  </a:lnTo>
                  <a:lnTo>
                    <a:pt x="7619" y="85089"/>
                  </a:lnTo>
                  <a:lnTo>
                    <a:pt x="7619" y="58420"/>
                  </a:lnTo>
                  <a:close/>
                </a:path>
                <a:path w="7620" h="217170">
                  <a:moveTo>
                    <a:pt x="7619" y="85090"/>
                  </a:moveTo>
                  <a:lnTo>
                    <a:pt x="0" y="85090"/>
                  </a:lnTo>
                  <a:lnTo>
                    <a:pt x="0" y="142239"/>
                  </a:lnTo>
                  <a:lnTo>
                    <a:pt x="7619" y="142239"/>
                  </a:lnTo>
                  <a:lnTo>
                    <a:pt x="7619" y="85090"/>
                  </a:lnTo>
                  <a:close/>
                </a:path>
                <a:path w="7620" h="217170">
                  <a:moveTo>
                    <a:pt x="7619" y="142240"/>
                  </a:moveTo>
                  <a:lnTo>
                    <a:pt x="0" y="142240"/>
                  </a:lnTo>
                  <a:lnTo>
                    <a:pt x="0" y="148589"/>
                  </a:lnTo>
                  <a:lnTo>
                    <a:pt x="7619" y="148589"/>
                  </a:lnTo>
                  <a:lnTo>
                    <a:pt x="7619" y="142240"/>
                  </a:lnTo>
                  <a:close/>
                </a:path>
                <a:path w="7620" h="217170">
                  <a:moveTo>
                    <a:pt x="7619" y="148590"/>
                  </a:moveTo>
                  <a:lnTo>
                    <a:pt x="0" y="148590"/>
                  </a:lnTo>
                  <a:lnTo>
                    <a:pt x="0" y="153669"/>
                  </a:lnTo>
                  <a:lnTo>
                    <a:pt x="7619" y="153669"/>
                  </a:lnTo>
                  <a:lnTo>
                    <a:pt x="7619" y="148590"/>
                  </a:lnTo>
                  <a:close/>
                </a:path>
                <a:path w="7620" h="217170">
                  <a:moveTo>
                    <a:pt x="7619" y="153670"/>
                  </a:moveTo>
                  <a:lnTo>
                    <a:pt x="0" y="153670"/>
                  </a:lnTo>
                  <a:lnTo>
                    <a:pt x="0" y="161289"/>
                  </a:lnTo>
                  <a:lnTo>
                    <a:pt x="7619" y="161289"/>
                  </a:lnTo>
                  <a:lnTo>
                    <a:pt x="7619" y="153670"/>
                  </a:lnTo>
                  <a:close/>
                </a:path>
                <a:path w="7620" h="217170">
                  <a:moveTo>
                    <a:pt x="7619" y="161290"/>
                  </a:moveTo>
                  <a:lnTo>
                    <a:pt x="0" y="161290"/>
                  </a:lnTo>
                  <a:lnTo>
                    <a:pt x="0" y="167639"/>
                  </a:lnTo>
                  <a:lnTo>
                    <a:pt x="7619" y="167639"/>
                  </a:lnTo>
                  <a:lnTo>
                    <a:pt x="7619" y="161290"/>
                  </a:lnTo>
                  <a:close/>
                </a:path>
                <a:path w="7620" h="217170">
                  <a:moveTo>
                    <a:pt x="7619" y="167640"/>
                  </a:moveTo>
                  <a:lnTo>
                    <a:pt x="0" y="167640"/>
                  </a:lnTo>
                  <a:lnTo>
                    <a:pt x="0" y="173989"/>
                  </a:lnTo>
                  <a:lnTo>
                    <a:pt x="7619" y="173989"/>
                  </a:lnTo>
                  <a:lnTo>
                    <a:pt x="7619" y="167640"/>
                  </a:lnTo>
                  <a:close/>
                </a:path>
                <a:path w="7620" h="217170">
                  <a:moveTo>
                    <a:pt x="7619" y="173990"/>
                  </a:moveTo>
                  <a:lnTo>
                    <a:pt x="0" y="173990"/>
                  </a:lnTo>
                  <a:lnTo>
                    <a:pt x="0" y="186689"/>
                  </a:lnTo>
                  <a:lnTo>
                    <a:pt x="7619" y="186689"/>
                  </a:lnTo>
                  <a:lnTo>
                    <a:pt x="7619" y="173990"/>
                  </a:lnTo>
                  <a:close/>
                </a:path>
                <a:path w="7620" h="217170">
                  <a:moveTo>
                    <a:pt x="7619" y="186690"/>
                  </a:moveTo>
                  <a:lnTo>
                    <a:pt x="0" y="186690"/>
                  </a:lnTo>
                  <a:lnTo>
                    <a:pt x="0" y="193039"/>
                  </a:lnTo>
                  <a:lnTo>
                    <a:pt x="7619" y="193039"/>
                  </a:lnTo>
                  <a:lnTo>
                    <a:pt x="7619" y="186690"/>
                  </a:lnTo>
                  <a:close/>
                </a:path>
                <a:path w="7620" h="217170">
                  <a:moveTo>
                    <a:pt x="7619" y="193040"/>
                  </a:moveTo>
                  <a:lnTo>
                    <a:pt x="0" y="193040"/>
                  </a:lnTo>
                  <a:lnTo>
                    <a:pt x="0" y="198119"/>
                  </a:lnTo>
                  <a:lnTo>
                    <a:pt x="7619" y="198119"/>
                  </a:lnTo>
                  <a:lnTo>
                    <a:pt x="7619" y="193040"/>
                  </a:lnTo>
                  <a:close/>
                </a:path>
                <a:path w="7620" h="217170">
                  <a:moveTo>
                    <a:pt x="7619" y="198120"/>
                  </a:moveTo>
                  <a:lnTo>
                    <a:pt x="0" y="198120"/>
                  </a:lnTo>
                  <a:lnTo>
                    <a:pt x="0" y="200659"/>
                  </a:lnTo>
                  <a:lnTo>
                    <a:pt x="7619" y="200659"/>
                  </a:lnTo>
                  <a:lnTo>
                    <a:pt x="7619" y="198120"/>
                  </a:lnTo>
                  <a:close/>
                </a:path>
                <a:path w="7620" h="217170">
                  <a:moveTo>
                    <a:pt x="7619" y="200660"/>
                  </a:moveTo>
                  <a:lnTo>
                    <a:pt x="0" y="200660"/>
                  </a:lnTo>
                  <a:lnTo>
                    <a:pt x="0" y="207009"/>
                  </a:lnTo>
                  <a:lnTo>
                    <a:pt x="7619" y="207009"/>
                  </a:lnTo>
                  <a:lnTo>
                    <a:pt x="7619" y="200660"/>
                  </a:lnTo>
                  <a:close/>
                </a:path>
                <a:path w="7620" h="217170">
                  <a:moveTo>
                    <a:pt x="7619" y="207010"/>
                  </a:moveTo>
                  <a:lnTo>
                    <a:pt x="1269" y="207010"/>
                  </a:lnTo>
                  <a:lnTo>
                    <a:pt x="1269" y="209550"/>
                  </a:lnTo>
                  <a:lnTo>
                    <a:pt x="2539" y="209550"/>
                  </a:lnTo>
                  <a:lnTo>
                    <a:pt x="2539" y="210819"/>
                  </a:lnTo>
                  <a:lnTo>
                    <a:pt x="7619" y="210819"/>
                  </a:lnTo>
                  <a:lnTo>
                    <a:pt x="7619" y="207010"/>
                  </a:lnTo>
                  <a:close/>
                </a:path>
                <a:path w="7620" h="217170">
                  <a:moveTo>
                    <a:pt x="7619" y="210820"/>
                  </a:moveTo>
                  <a:lnTo>
                    <a:pt x="2539" y="210820"/>
                  </a:lnTo>
                  <a:lnTo>
                    <a:pt x="2539" y="212090"/>
                  </a:lnTo>
                  <a:lnTo>
                    <a:pt x="3809" y="212090"/>
                  </a:lnTo>
                  <a:lnTo>
                    <a:pt x="3809" y="214630"/>
                  </a:lnTo>
                  <a:lnTo>
                    <a:pt x="5079" y="214630"/>
                  </a:lnTo>
                  <a:lnTo>
                    <a:pt x="5079" y="215900"/>
                  </a:lnTo>
                  <a:lnTo>
                    <a:pt x="6350" y="215900"/>
                  </a:lnTo>
                  <a:lnTo>
                    <a:pt x="6350" y="217169"/>
                  </a:lnTo>
                  <a:lnTo>
                    <a:pt x="7619" y="217169"/>
                  </a:lnTo>
                  <a:lnTo>
                    <a:pt x="7619" y="210820"/>
                  </a:lnTo>
                  <a:close/>
                </a:path>
              </a:pathLst>
            </a:custGeom>
            <a:solidFill>
              <a:srgbClr val="EE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6" name="object 271">
              <a:extLst>
                <a:ext uri="{FF2B5EF4-FFF2-40B4-BE49-F238E27FC236}">
                  <a16:creationId xmlns:a16="http://schemas.microsoft.com/office/drawing/2014/main" id="{82C998CC-940F-4C68-ABA3-659556AF6609}"/>
                </a:ext>
              </a:extLst>
            </p:cNvPr>
            <p:cNvSpPr/>
            <p:nvPr/>
          </p:nvSpPr>
          <p:spPr>
            <a:xfrm>
              <a:off x="4405630" y="4298314"/>
              <a:ext cx="6350" cy="193040"/>
            </a:xfrm>
            <a:custGeom>
              <a:avLst/>
              <a:gdLst/>
              <a:ahLst/>
              <a:cxnLst/>
              <a:rect l="l" t="t" r="r" b="b"/>
              <a:pathLst>
                <a:path w="6350" h="193039">
                  <a:moveTo>
                    <a:pt x="6350" y="0"/>
                  </a:moveTo>
                  <a:lnTo>
                    <a:pt x="5079" y="0"/>
                  </a:lnTo>
                  <a:lnTo>
                    <a:pt x="5079" y="2540"/>
                  </a:lnTo>
                  <a:lnTo>
                    <a:pt x="6350" y="2540"/>
                  </a:lnTo>
                  <a:lnTo>
                    <a:pt x="6350" y="0"/>
                  </a:lnTo>
                  <a:close/>
                </a:path>
                <a:path w="6350" h="193039">
                  <a:moveTo>
                    <a:pt x="6350" y="2540"/>
                  </a:moveTo>
                  <a:lnTo>
                    <a:pt x="3809" y="2540"/>
                  </a:lnTo>
                  <a:lnTo>
                    <a:pt x="3809" y="5080"/>
                  </a:lnTo>
                  <a:lnTo>
                    <a:pt x="2539" y="5080"/>
                  </a:lnTo>
                  <a:lnTo>
                    <a:pt x="2539" y="7620"/>
                  </a:lnTo>
                  <a:lnTo>
                    <a:pt x="1269" y="7620"/>
                  </a:lnTo>
                  <a:lnTo>
                    <a:pt x="1269" y="10160"/>
                  </a:lnTo>
                  <a:lnTo>
                    <a:pt x="6350" y="10160"/>
                  </a:lnTo>
                  <a:lnTo>
                    <a:pt x="6350" y="2540"/>
                  </a:lnTo>
                  <a:close/>
                </a:path>
                <a:path w="6350" h="193039">
                  <a:moveTo>
                    <a:pt x="6350" y="10160"/>
                  </a:moveTo>
                  <a:lnTo>
                    <a:pt x="0" y="10160"/>
                  </a:lnTo>
                  <a:lnTo>
                    <a:pt x="0" y="15240"/>
                  </a:lnTo>
                  <a:lnTo>
                    <a:pt x="6350" y="15240"/>
                  </a:lnTo>
                  <a:lnTo>
                    <a:pt x="6350" y="10160"/>
                  </a:lnTo>
                  <a:close/>
                </a:path>
                <a:path w="6350" h="193039">
                  <a:moveTo>
                    <a:pt x="6350" y="15240"/>
                  </a:moveTo>
                  <a:lnTo>
                    <a:pt x="0" y="15240"/>
                  </a:lnTo>
                  <a:lnTo>
                    <a:pt x="0" y="29210"/>
                  </a:lnTo>
                  <a:lnTo>
                    <a:pt x="6350" y="29210"/>
                  </a:lnTo>
                  <a:lnTo>
                    <a:pt x="6350" y="15240"/>
                  </a:lnTo>
                  <a:close/>
                </a:path>
                <a:path w="6350" h="193039">
                  <a:moveTo>
                    <a:pt x="6350" y="29210"/>
                  </a:moveTo>
                  <a:lnTo>
                    <a:pt x="0" y="29210"/>
                  </a:lnTo>
                  <a:lnTo>
                    <a:pt x="0" y="35560"/>
                  </a:lnTo>
                  <a:lnTo>
                    <a:pt x="6350" y="35560"/>
                  </a:lnTo>
                  <a:lnTo>
                    <a:pt x="6350" y="29210"/>
                  </a:lnTo>
                  <a:close/>
                </a:path>
                <a:path w="6350" h="193039">
                  <a:moveTo>
                    <a:pt x="6350" y="35560"/>
                  </a:moveTo>
                  <a:lnTo>
                    <a:pt x="0" y="35560"/>
                  </a:lnTo>
                  <a:lnTo>
                    <a:pt x="0" y="41910"/>
                  </a:lnTo>
                  <a:lnTo>
                    <a:pt x="6350" y="41910"/>
                  </a:lnTo>
                  <a:lnTo>
                    <a:pt x="6350" y="35560"/>
                  </a:lnTo>
                  <a:close/>
                </a:path>
                <a:path w="6350" h="193039">
                  <a:moveTo>
                    <a:pt x="6350" y="41910"/>
                  </a:moveTo>
                  <a:lnTo>
                    <a:pt x="0" y="41910"/>
                  </a:lnTo>
                  <a:lnTo>
                    <a:pt x="0" y="46990"/>
                  </a:lnTo>
                  <a:lnTo>
                    <a:pt x="6350" y="46990"/>
                  </a:lnTo>
                  <a:lnTo>
                    <a:pt x="6350" y="41910"/>
                  </a:lnTo>
                  <a:close/>
                </a:path>
                <a:path w="6350" h="193039">
                  <a:moveTo>
                    <a:pt x="6350" y="46990"/>
                  </a:moveTo>
                  <a:lnTo>
                    <a:pt x="0" y="46990"/>
                  </a:lnTo>
                  <a:lnTo>
                    <a:pt x="0" y="73660"/>
                  </a:lnTo>
                  <a:lnTo>
                    <a:pt x="6350" y="73660"/>
                  </a:lnTo>
                  <a:lnTo>
                    <a:pt x="6350" y="46990"/>
                  </a:lnTo>
                  <a:close/>
                </a:path>
                <a:path w="6350" h="193039">
                  <a:moveTo>
                    <a:pt x="6350" y="73660"/>
                  </a:moveTo>
                  <a:lnTo>
                    <a:pt x="0" y="73660"/>
                  </a:lnTo>
                  <a:lnTo>
                    <a:pt x="0" y="130810"/>
                  </a:lnTo>
                  <a:lnTo>
                    <a:pt x="6350" y="130810"/>
                  </a:lnTo>
                  <a:lnTo>
                    <a:pt x="6350" y="73660"/>
                  </a:lnTo>
                  <a:close/>
                </a:path>
                <a:path w="6350" h="193039">
                  <a:moveTo>
                    <a:pt x="6350" y="130810"/>
                  </a:moveTo>
                  <a:lnTo>
                    <a:pt x="0" y="130810"/>
                  </a:lnTo>
                  <a:lnTo>
                    <a:pt x="0" y="137160"/>
                  </a:lnTo>
                  <a:lnTo>
                    <a:pt x="6350" y="137160"/>
                  </a:lnTo>
                  <a:lnTo>
                    <a:pt x="6350" y="130810"/>
                  </a:lnTo>
                  <a:close/>
                </a:path>
                <a:path w="6350" h="193039">
                  <a:moveTo>
                    <a:pt x="6350" y="137160"/>
                  </a:moveTo>
                  <a:lnTo>
                    <a:pt x="0" y="137160"/>
                  </a:lnTo>
                  <a:lnTo>
                    <a:pt x="0" y="142240"/>
                  </a:lnTo>
                  <a:lnTo>
                    <a:pt x="6350" y="142240"/>
                  </a:lnTo>
                  <a:lnTo>
                    <a:pt x="6350" y="137160"/>
                  </a:lnTo>
                  <a:close/>
                </a:path>
                <a:path w="6350" h="193039">
                  <a:moveTo>
                    <a:pt x="6350" y="142240"/>
                  </a:moveTo>
                  <a:lnTo>
                    <a:pt x="0" y="142240"/>
                  </a:lnTo>
                  <a:lnTo>
                    <a:pt x="0" y="149860"/>
                  </a:lnTo>
                  <a:lnTo>
                    <a:pt x="6350" y="149860"/>
                  </a:lnTo>
                  <a:lnTo>
                    <a:pt x="6350" y="142240"/>
                  </a:lnTo>
                  <a:close/>
                </a:path>
                <a:path w="6350" h="193039">
                  <a:moveTo>
                    <a:pt x="6350" y="149860"/>
                  </a:moveTo>
                  <a:lnTo>
                    <a:pt x="0" y="149860"/>
                  </a:lnTo>
                  <a:lnTo>
                    <a:pt x="0" y="156210"/>
                  </a:lnTo>
                  <a:lnTo>
                    <a:pt x="6350" y="156210"/>
                  </a:lnTo>
                  <a:lnTo>
                    <a:pt x="6350" y="149860"/>
                  </a:lnTo>
                  <a:close/>
                </a:path>
                <a:path w="6350" h="193039">
                  <a:moveTo>
                    <a:pt x="6350" y="156210"/>
                  </a:moveTo>
                  <a:lnTo>
                    <a:pt x="0" y="156210"/>
                  </a:lnTo>
                  <a:lnTo>
                    <a:pt x="0" y="162560"/>
                  </a:lnTo>
                  <a:lnTo>
                    <a:pt x="6350" y="162560"/>
                  </a:lnTo>
                  <a:lnTo>
                    <a:pt x="6350" y="156210"/>
                  </a:lnTo>
                  <a:close/>
                </a:path>
                <a:path w="6350" h="193039">
                  <a:moveTo>
                    <a:pt x="6350" y="162560"/>
                  </a:moveTo>
                  <a:lnTo>
                    <a:pt x="0" y="162560"/>
                  </a:lnTo>
                  <a:lnTo>
                    <a:pt x="0" y="175260"/>
                  </a:lnTo>
                  <a:lnTo>
                    <a:pt x="6350" y="175260"/>
                  </a:lnTo>
                  <a:lnTo>
                    <a:pt x="6350" y="162560"/>
                  </a:lnTo>
                  <a:close/>
                </a:path>
                <a:path w="6350" h="193039">
                  <a:moveTo>
                    <a:pt x="6350" y="175260"/>
                  </a:moveTo>
                  <a:lnTo>
                    <a:pt x="0" y="175260"/>
                  </a:lnTo>
                  <a:lnTo>
                    <a:pt x="0" y="181610"/>
                  </a:lnTo>
                  <a:lnTo>
                    <a:pt x="6350" y="181610"/>
                  </a:lnTo>
                  <a:lnTo>
                    <a:pt x="6350" y="175260"/>
                  </a:lnTo>
                  <a:close/>
                </a:path>
                <a:path w="6350" h="193039">
                  <a:moveTo>
                    <a:pt x="6350" y="181610"/>
                  </a:moveTo>
                  <a:lnTo>
                    <a:pt x="0" y="181610"/>
                  </a:lnTo>
                  <a:lnTo>
                    <a:pt x="0" y="182880"/>
                  </a:lnTo>
                  <a:lnTo>
                    <a:pt x="1269" y="182880"/>
                  </a:lnTo>
                  <a:lnTo>
                    <a:pt x="1269" y="185420"/>
                  </a:lnTo>
                  <a:lnTo>
                    <a:pt x="2539" y="185420"/>
                  </a:lnTo>
                  <a:lnTo>
                    <a:pt x="2539" y="186690"/>
                  </a:lnTo>
                  <a:lnTo>
                    <a:pt x="6350" y="186690"/>
                  </a:lnTo>
                  <a:lnTo>
                    <a:pt x="6350" y="181610"/>
                  </a:lnTo>
                  <a:close/>
                </a:path>
                <a:path w="6350" h="193039">
                  <a:moveTo>
                    <a:pt x="6350" y="186690"/>
                  </a:moveTo>
                  <a:lnTo>
                    <a:pt x="2539" y="186690"/>
                  </a:lnTo>
                  <a:lnTo>
                    <a:pt x="2539" y="187960"/>
                  </a:lnTo>
                  <a:lnTo>
                    <a:pt x="3809" y="187960"/>
                  </a:lnTo>
                  <a:lnTo>
                    <a:pt x="3809" y="189230"/>
                  </a:lnTo>
                  <a:lnTo>
                    <a:pt x="6350" y="189230"/>
                  </a:lnTo>
                  <a:lnTo>
                    <a:pt x="6350" y="186690"/>
                  </a:lnTo>
                  <a:close/>
                </a:path>
                <a:path w="6350" h="193039">
                  <a:moveTo>
                    <a:pt x="6350" y="189230"/>
                  </a:moveTo>
                  <a:lnTo>
                    <a:pt x="3809" y="189230"/>
                  </a:lnTo>
                  <a:lnTo>
                    <a:pt x="3809" y="190500"/>
                  </a:lnTo>
                  <a:lnTo>
                    <a:pt x="5079" y="190500"/>
                  </a:lnTo>
                  <a:lnTo>
                    <a:pt x="5079" y="193040"/>
                  </a:lnTo>
                  <a:lnTo>
                    <a:pt x="6350" y="193040"/>
                  </a:lnTo>
                  <a:lnTo>
                    <a:pt x="6350" y="189230"/>
                  </a:lnTo>
                  <a:close/>
                </a:path>
              </a:pathLst>
            </a:custGeom>
            <a:solidFill>
              <a:srgbClr val="F1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7" name="object 272">
              <a:extLst>
                <a:ext uri="{FF2B5EF4-FFF2-40B4-BE49-F238E27FC236}">
                  <a16:creationId xmlns:a16="http://schemas.microsoft.com/office/drawing/2014/main" id="{BACF60D7-E04A-4587-88DC-5286B229D050}"/>
                </a:ext>
              </a:extLst>
            </p:cNvPr>
            <p:cNvSpPr/>
            <p:nvPr/>
          </p:nvSpPr>
          <p:spPr>
            <a:xfrm>
              <a:off x="4398010" y="4311014"/>
              <a:ext cx="7620" cy="167640"/>
            </a:xfrm>
            <a:custGeom>
              <a:avLst/>
              <a:gdLst/>
              <a:ahLst/>
              <a:cxnLst/>
              <a:rect l="l" t="t" r="r" b="b"/>
              <a:pathLst>
                <a:path w="7620" h="167639">
                  <a:moveTo>
                    <a:pt x="7620" y="0"/>
                  </a:moveTo>
                  <a:lnTo>
                    <a:pt x="6350" y="0"/>
                  </a:lnTo>
                  <a:lnTo>
                    <a:pt x="6350" y="2540"/>
                  </a:lnTo>
                  <a:lnTo>
                    <a:pt x="7620" y="2540"/>
                  </a:lnTo>
                  <a:lnTo>
                    <a:pt x="7620" y="0"/>
                  </a:lnTo>
                  <a:close/>
                </a:path>
                <a:path w="7620" h="167639">
                  <a:moveTo>
                    <a:pt x="7620" y="2540"/>
                  </a:moveTo>
                  <a:lnTo>
                    <a:pt x="5079" y="2540"/>
                  </a:lnTo>
                  <a:lnTo>
                    <a:pt x="5079" y="5080"/>
                  </a:lnTo>
                  <a:lnTo>
                    <a:pt x="3810" y="5080"/>
                  </a:lnTo>
                  <a:lnTo>
                    <a:pt x="3810" y="7620"/>
                  </a:lnTo>
                  <a:lnTo>
                    <a:pt x="2539" y="7620"/>
                  </a:lnTo>
                  <a:lnTo>
                    <a:pt x="2539" y="11430"/>
                  </a:lnTo>
                  <a:lnTo>
                    <a:pt x="1270" y="11430"/>
                  </a:lnTo>
                  <a:lnTo>
                    <a:pt x="1270" y="13970"/>
                  </a:lnTo>
                  <a:lnTo>
                    <a:pt x="0" y="13970"/>
                  </a:lnTo>
                  <a:lnTo>
                    <a:pt x="0" y="16510"/>
                  </a:lnTo>
                  <a:lnTo>
                    <a:pt x="7620" y="16510"/>
                  </a:lnTo>
                  <a:lnTo>
                    <a:pt x="7620" y="2540"/>
                  </a:lnTo>
                  <a:close/>
                </a:path>
                <a:path w="7620" h="167639">
                  <a:moveTo>
                    <a:pt x="7620" y="16510"/>
                  </a:moveTo>
                  <a:lnTo>
                    <a:pt x="0" y="16510"/>
                  </a:lnTo>
                  <a:lnTo>
                    <a:pt x="0" y="22860"/>
                  </a:lnTo>
                  <a:lnTo>
                    <a:pt x="7620" y="22860"/>
                  </a:lnTo>
                  <a:lnTo>
                    <a:pt x="7620" y="16510"/>
                  </a:lnTo>
                  <a:close/>
                </a:path>
                <a:path w="7620" h="167639">
                  <a:moveTo>
                    <a:pt x="7620" y="22860"/>
                  </a:moveTo>
                  <a:lnTo>
                    <a:pt x="0" y="22860"/>
                  </a:lnTo>
                  <a:lnTo>
                    <a:pt x="0" y="29210"/>
                  </a:lnTo>
                  <a:lnTo>
                    <a:pt x="7620" y="29210"/>
                  </a:lnTo>
                  <a:lnTo>
                    <a:pt x="7620" y="22860"/>
                  </a:lnTo>
                  <a:close/>
                </a:path>
                <a:path w="7620" h="167639">
                  <a:moveTo>
                    <a:pt x="7620" y="29210"/>
                  </a:moveTo>
                  <a:lnTo>
                    <a:pt x="0" y="29210"/>
                  </a:lnTo>
                  <a:lnTo>
                    <a:pt x="0" y="34290"/>
                  </a:lnTo>
                  <a:lnTo>
                    <a:pt x="7620" y="34290"/>
                  </a:lnTo>
                  <a:lnTo>
                    <a:pt x="7620" y="29210"/>
                  </a:lnTo>
                  <a:close/>
                </a:path>
                <a:path w="7620" h="167639">
                  <a:moveTo>
                    <a:pt x="7620" y="34290"/>
                  </a:moveTo>
                  <a:lnTo>
                    <a:pt x="0" y="34290"/>
                  </a:lnTo>
                  <a:lnTo>
                    <a:pt x="0" y="60960"/>
                  </a:lnTo>
                  <a:lnTo>
                    <a:pt x="7620" y="60960"/>
                  </a:lnTo>
                  <a:lnTo>
                    <a:pt x="7620" y="34290"/>
                  </a:lnTo>
                  <a:close/>
                </a:path>
                <a:path w="7620" h="167639">
                  <a:moveTo>
                    <a:pt x="7620" y="60960"/>
                  </a:moveTo>
                  <a:lnTo>
                    <a:pt x="0" y="60960"/>
                  </a:lnTo>
                  <a:lnTo>
                    <a:pt x="0" y="118110"/>
                  </a:lnTo>
                  <a:lnTo>
                    <a:pt x="7620" y="118110"/>
                  </a:lnTo>
                  <a:lnTo>
                    <a:pt x="7620" y="60960"/>
                  </a:lnTo>
                  <a:close/>
                </a:path>
                <a:path w="7620" h="167639">
                  <a:moveTo>
                    <a:pt x="7620" y="118110"/>
                  </a:moveTo>
                  <a:lnTo>
                    <a:pt x="0" y="118110"/>
                  </a:lnTo>
                  <a:lnTo>
                    <a:pt x="0" y="124460"/>
                  </a:lnTo>
                  <a:lnTo>
                    <a:pt x="7620" y="124460"/>
                  </a:lnTo>
                  <a:lnTo>
                    <a:pt x="7620" y="118110"/>
                  </a:lnTo>
                  <a:close/>
                </a:path>
                <a:path w="7620" h="167639">
                  <a:moveTo>
                    <a:pt x="7620" y="124460"/>
                  </a:moveTo>
                  <a:lnTo>
                    <a:pt x="0" y="124460"/>
                  </a:lnTo>
                  <a:lnTo>
                    <a:pt x="0" y="129540"/>
                  </a:lnTo>
                  <a:lnTo>
                    <a:pt x="7620" y="129540"/>
                  </a:lnTo>
                  <a:lnTo>
                    <a:pt x="7620" y="124460"/>
                  </a:lnTo>
                  <a:close/>
                </a:path>
                <a:path w="7620" h="167639">
                  <a:moveTo>
                    <a:pt x="7620" y="129540"/>
                  </a:moveTo>
                  <a:lnTo>
                    <a:pt x="0" y="12954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129540"/>
                  </a:lnTo>
                  <a:close/>
                </a:path>
                <a:path w="7620" h="167639">
                  <a:moveTo>
                    <a:pt x="7620" y="137160"/>
                  </a:moveTo>
                  <a:lnTo>
                    <a:pt x="0" y="137160"/>
                  </a:lnTo>
                  <a:lnTo>
                    <a:pt x="0" y="143510"/>
                  </a:lnTo>
                  <a:lnTo>
                    <a:pt x="7620" y="143510"/>
                  </a:lnTo>
                  <a:lnTo>
                    <a:pt x="7620" y="137160"/>
                  </a:lnTo>
                  <a:close/>
                </a:path>
                <a:path w="7620" h="167639">
                  <a:moveTo>
                    <a:pt x="7620" y="143510"/>
                  </a:moveTo>
                  <a:lnTo>
                    <a:pt x="0" y="143510"/>
                  </a:lnTo>
                  <a:lnTo>
                    <a:pt x="0" y="149860"/>
                  </a:lnTo>
                  <a:lnTo>
                    <a:pt x="7620" y="149860"/>
                  </a:lnTo>
                  <a:lnTo>
                    <a:pt x="7620" y="143510"/>
                  </a:lnTo>
                  <a:close/>
                </a:path>
                <a:path w="7620" h="167639">
                  <a:moveTo>
                    <a:pt x="7620" y="149860"/>
                  </a:moveTo>
                  <a:lnTo>
                    <a:pt x="0" y="149860"/>
                  </a:lnTo>
                  <a:lnTo>
                    <a:pt x="0" y="153670"/>
                  </a:lnTo>
                  <a:lnTo>
                    <a:pt x="1270" y="153670"/>
                  </a:lnTo>
                  <a:lnTo>
                    <a:pt x="1270" y="156210"/>
                  </a:lnTo>
                  <a:lnTo>
                    <a:pt x="2539" y="156210"/>
                  </a:lnTo>
                  <a:lnTo>
                    <a:pt x="2539" y="160020"/>
                  </a:lnTo>
                  <a:lnTo>
                    <a:pt x="3810" y="160020"/>
                  </a:lnTo>
                  <a:lnTo>
                    <a:pt x="3810" y="162560"/>
                  </a:lnTo>
                  <a:lnTo>
                    <a:pt x="7620" y="162560"/>
                  </a:lnTo>
                  <a:lnTo>
                    <a:pt x="7620" y="149860"/>
                  </a:lnTo>
                  <a:close/>
                </a:path>
                <a:path w="7620" h="167639">
                  <a:moveTo>
                    <a:pt x="7620" y="162560"/>
                  </a:moveTo>
                  <a:lnTo>
                    <a:pt x="5079" y="162560"/>
                  </a:lnTo>
                  <a:lnTo>
                    <a:pt x="5079" y="165100"/>
                  </a:lnTo>
                  <a:lnTo>
                    <a:pt x="6350" y="165100"/>
                  </a:lnTo>
                  <a:lnTo>
                    <a:pt x="6350" y="167640"/>
                  </a:lnTo>
                  <a:lnTo>
                    <a:pt x="7620" y="167640"/>
                  </a:lnTo>
                  <a:lnTo>
                    <a:pt x="7620" y="162560"/>
                  </a:lnTo>
                  <a:close/>
                </a:path>
              </a:pathLst>
            </a:custGeom>
            <a:solidFill>
              <a:srgbClr val="F3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8" name="object 273">
              <a:extLst>
                <a:ext uri="{FF2B5EF4-FFF2-40B4-BE49-F238E27FC236}">
                  <a16:creationId xmlns:a16="http://schemas.microsoft.com/office/drawing/2014/main" id="{41A43779-B547-4F18-A537-B048ED4F090D}"/>
                </a:ext>
              </a:extLst>
            </p:cNvPr>
            <p:cNvSpPr/>
            <p:nvPr/>
          </p:nvSpPr>
          <p:spPr>
            <a:xfrm>
              <a:off x="4390389" y="4327525"/>
              <a:ext cx="7620" cy="134620"/>
            </a:xfrm>
            <a:custGeom>
              <a:avLst/>
              <a:gdLst/>
              <a:ahLst/>
              <a:cxnLst/>
              <a:rect l="l" t="t" r="r" b="b"/>
              <a:pathLst>
                <a:path w="7620" h="134620">
                  <a:moveTo>
                    <a:pt x="7620" y="0"/>
                  </a:moveTo>
                  <a:lnTo>
                    <a:pt x="6350" y="0"/>
                  </a:lnTo>
                  <a:lnTo>
                    <a:pt x="6350" y="3809"/>
                  </a:lnTo>
                  <a:lnTo>
                    <a:pt x="5080" y="3809"/>
                  </a:lnTo>
                  <a:lnTo>
                    <a:pt x="5080" y="6349"/>
                  </a:lnTo>
                  <a:lnTo>
                    <a:pt x="7620" y="6349"/>
                  </a:lnTo>
                  <a:lnTo>
                    <a:pt x="7620" y="0"/>
                  </a:lnTo>
                  <a:close/>
                </a:path>
                <a:path w="7620" h="134620">
                  <a:moveTo>
                    <a:pt x="7620" y="6349"/>
                  </a:moveTo>
                  <a:lnTo>
                    <a:pt x="3810" y="6349"/>
                  </a:lnTo>
                  <a:lnTo>
                    <a:pt x="3810" y="8889"/>
                  </a:lnTo>
                  <a:lnTo>
                    <a:pt x="2540" y="8889"/>
                  </a:lnTo>
                  <a:lnTo>
                    <a:pt x="2540" y="12699"/>
                  </a:lnTo>
                  <a:lnTo>
                    <a:pt x="7620" y="12699"/>
                  </a:lnTo>
                  <a:lnTo>
                    <a:pt x="7620" y="6349"/>
                  </a:lnTo>
                  <a:close/>
                </a:path>
                <a:path w="7620" h="134620">
                  <a:moveTo>
                    <a:pt x="7620" y="12699"/>
                  </a:moveTo>
                  <a:lnTo>
                    <a:pt x="2540" y="12699"/>
                  </a:lnTo>
                  <a:lnTo>
                    <a:pt x="2540" y="13969"/>
                  </a:lnTo>
                  <a:lnTo>
                    <a:pt x="1270" y="13969"/>
                  </a:lnTo>
                  <a:lnTo>
                    <a:pt x="1270" y="17779"/>
                  </a:lnTo>
                  <a:lnTo>
                    <a:pt x="7620" y="17779"/>
                  </a:lnTo>
                  <a:lnTo>
                    <a:pt x="7620" y="12699"/>
                  </a:lnTo>
                  <a:close/>
                </a:path>
                <a:path w="7620" h="134620">
                  <a:moveTo>
                    <a:pt x="7620" y="17779"/>
                  </a:moveTo>
                  <a:lnTo>
                    <a:pt x="1270" y="17779"/>
                  </a:lnTo>
                  <a:lnTo>
                    <a:pt x="1270" y="20319"/>
                  </a:lnTo>
                  <a:lnTo>
                    <a:pt x="0" y="20319"/>
                  </a:lnTo>
                  <a:lnTo>
                    <a:pt x="0" y="44449"/>
                  </a:lnTo>
                  <a:lnTo>
                    <a:pt x="7620" y="44449"/>
                  </a:lnTo>
                  <a:lnTo>
                    <a:pt x="7620" y="17779"/>
                  </a:lnTo>
                  <a:close/>
                </a:path>
                <a:path w="7620" h="134620">
                  <a:moveTo>
                    <a:pt x="7620" y="44449"/>
                  </a:moveTo>
                  <a:lnTo>
                    <a:pt x="0" y="44449"/>
                  </a:lnTo>
                  <a:lnTo>
                    <a:pt x="0" y="101599"/>
                  </a:lnTo>
                  <a:lnTo>
                    <a:pt x="7620" y="101599"/>
                  </a:lnTo>
                  <a:lnTo>
                    <a:pt x="7620" y="44449"/>
                  </a:lnTo>
                  <a:close/>
                </a:path>
                <a:path w="7620" h="134620">
                  <a:moveTo>
                    <a:pt x="7620" y="101599"/>
                  </a:moveTo>
                  <a:lnTo>
                    <a:pt x="0" y="101599"/>
                  </a:lnTo>
                  <a:lnTo>
                    <a:pt x="0" y="107949"/>
                  </a:lnTo>
                  <a:lnTo>
                    <a:pt x="7620" y="107949"/>
                  </a:lnTo>
                  <a:lnTo>
                    <a:pt x="7620" y="101599"/>
                  </a:lnTo>
                  <a:close/>
                </a:path>
                <a:path w="7620" h="134620">
                  <a:moveTo>
                    <a:pt x="7620" y="107949"/>
                  </a:moveTo>
                  <a:lnTo>
                    <a:pt x="0" y="107949"/>
                  </a:lnTo>
                  <a:lnTo>
                    <a:pt x="0" y="113029"/>
                  </a:lnTo>
                  <a:lnTo>
                    <a:pt x="7620" y="113029"/>
                  </a:lnTo>
                  <a:lnTo>
                    <a:pt x="7620" y="107949"/>
                  </a:lnTo>
                  <a:close/>
                </a:path>
                <a:path w="7620" h="134620">
                  <a:moveTo>
                    <a:pt x="7620" y="113029"/>
                  </a:moveTo>
                  <a:lnTo>
                    <a:pt x="0" y="113029"/>
                  </a:lnTo>
                  <a:lnTo>
                    <a:pt x="0" y="115569"/>
                  </a:lnTo>
                  <a:lnTo>
                    <a:pt x="1270" y="115569"/>
                  </a:lnTo>
                  <a:lnTo>
                    <a:pt x="1270" y="120649"/>
                  </a:lnTo>
                  <a:lnTo>
                    <a:pt x="7620" y="120649"/>
                  </a:lnTo>
                  <a:lnTo>
                    <a:pt x="7620" y="113029"/>
                  </a:lnTo>
                  <a:close/>
                </a:path>
                <a:path w="7620" h="134620">
                  <a:moveTo>
                    <a:pt x="7620" y="120649"/>
                  </a:moveTo>
                  <a:lnTo>
                    <a:pt x="2540" y="120649"/>
                  </a:lnTo>
                  <a:lnTo>
                    <a:pt x="2540" y="125729"/>
                  </a:lnTo>
                  <a:lnTo>
                    <a:pt x="3810" y="125729"/>
                  </a:lnTo>
                  <a:lnTo>
                    <a:pt x="3810" y="126999"/>
                  </a:lnTo>
                  <a:lnTo>
                    <a:pt x="7620" y="126999"/>
                  </a:lnTo>
                  <a:lnTo>
                    <a:pt x="7620" y="120649"/>
                  </a:lnTo>
                  <a:close/>
                </a:path>
                <a:path w="7620" h="134620">
                  <a:moveTo>
                    <a:pt x="7620" y="126999"/>
                  </a:moveTo>
                  <a:lnTo>
                    <a:pt x="3810" y="126999"/>
                  </a:lnTo>
                  <a:lnTo>
                    <a:pt x="3810" y="128269"/>
                  </a:lnTo>
                  <a:lnTo>
                    <a:pt x="5080" y="128269"/>
                  </a:lnTo>
                  <a:lnTo>
                    <a:pt x="5080" y="130809"/>
                  </a:lnTo>
                  <a:lnTo>
                    <a:pt x="6350" y="130809"/>
                  </a:lnTo>
                  <a:lnTo>
                    <a:pt x="6350" y="133349"/>
                  </a:lnTo>
                  <a:lnTo>
                    <a:pt x="7620" y="133349"/>
                  </a:lnTo>
                  <a:lnTo>
                    <a:pt x="7620" y="126999"/>
                  </a:lnTo>
                  <a:close/>
                </a:path>
                <a:path w="7620" h="134620">
                  <a:moveTo>
                    <a:pt x="7620" y="133349"/>
                  </a:moveTo>
                  <a:lnTo>
                    <a:pt x="6350" y="133349"/>
                  </a:lnTo>
                  <a:lnTo>
                    <a:pt x="6350" y="134619"/>
                  </a:lnTo>
                  <a:lnTo>
                    <a:pt x="7620" y="134619"/>
                  </a:lnTo>
                  <a:lnTo>
                    <a:pt x="7620" y="133349"/>
                  </a:lnTo>
                  <a:close/>
                </a:path>
              </a:pathLst>
            </a:custGeom>
            <a:solidFill>
              <a:srgbClr val="F6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79" name="object 274">
              <a:extLst>
                <a:ext uri="{FF2B5EF4-FFF2-40B4-BE49-F238E27FC236}">
                  <a16:creationId xmlns:a16="http://schemas.microsoft.com/office/drawing/2014/main" id="{05E58448-E40A-4CD4-9F89-BEDB331D9B43}"/>
                </a:ext>
              </a:extLst>
            </p:cNvPr>
            <p:cNvSpPr/>
            <p:nvPr/>
          </p:nvSpPr>
          <p:spPr>
            <a:xfrm>
              <a:off x="4385310" y="4354194"/>
              <a:ext cx="5080" cy="82550"/>
            </a:xfrm>
            <a:custGeom>
              <a:avLst/>
              <a:gdLst/>
              <a:ahLst/>
              <a:cxnLst/>
              <a:rect l="l" t="t" r="r" b="b"/>
              <a:pathLst>
                <a:path w="5079" h="82550">
                  <a:moveTo>
                    <a:pt x="5079" y="0"/>
                  </a:moveTo>
                  <a:lnTo>
                    <a:pt x="3810" y="0"/>
                  </a:lnTo>
                  <a:lnTo>
                    <a:pt x="3810" y="6350"/>
                  </a:lnTo>
                  <a:lnTo>
                    <a:pt x="2539" y="6350"/>
                  </a:lnTo>
                  <a:lnTo>
                    <a:pt x="2539" y="12700"/>
                  </a:lnTo>
                  <a:lnTo>
                    <a:pt x="1270" y="12700"/>
                  </a:lnTo>
                  <a:lnTo>
                    <a:pt x="1270" y="17779"/>
                  </a:lnTo>
                  <a:lnTo>
                    <a:pt x="5079" y="17779"/>
                  </a:lnTo>
                  <a:lnTo>
                    <a:pt x="5079" y="0"/>
                  </a:lnTo>
                  <a:close/>
                </a:path>
                <a:path w="5079" h="82550">
                  <a:moveTo>
                    <a:pt x="5079" y="17780"/>
                  </a:moveTo>
                  <a:lnTo>
                    <a:pt x="1270" y="17780"/>
                  </a:lnTo>
                  <a:lnTo>
                    <a:pt x="1270" y="19050"/>
                  </a:lnTo>
                  <a:lnTo>
                    <a:pt x="0" y="19050"/>
                  </a:lnTo>
                  <a:lnTo>
                    <a:pt x="0" y="63500"/>
                  </a:lnTo>
                  <a:lnTo>
                    <a:pt x="1270" y="63500"/>
                  </a:lnTo>
                  <a:lnTo>
                    <a:pt x="1270" y="69850"/>
                  </a:lnTo>
                  <a:lnTo>
                    <a:pt x="2539" y="69850"/>
                  </a:lnTo>
                  <a:lnTo>
                    <a:pt x="2539" y="74929"/>
                  </a:lnTo>
                  <a:lnTo>
                    <a:pt x="5079" y="74929"/>
                  </a:lnTo>
                  <a:lnTo>
                    <a:pt x="5079" y="17780"/>
                  </a:lnTo>
                  <a:close/>
                </a:path>
                <a:path w="5079" h="82550">
                  <a:moveTo>
                    <a:pt x="5079" y="74930"/>
                  </a:moveTo>
                  <a:lnTo>
                    <a:pt x="2539" y="74930"/>
                  </a:lnTo>
                  <a:lnTo>
                    <a:pt x="2539" y="76200"/>
                  </a:lnTo>
                  <a:lnTo>
                    <a:pt x="3810" y="76200"/>
                  </a:lnTo>
                  <a:lnTo>
                    <a:pt x="3810" y="81279"/>
                  </a:lnTo>
                  <a:lnTo>
                    <a:pt x="5079" y="81279"/>
                  </a:lnTo>
                  <a:lnTo>
                    <a:pt x="5079" y="74930"/>
                  </a:lnTo>
                  <a:close/>
                </a:path>
                <a:path w="5079" h="82550">
                  <a:moveTo>
                    <a:pt x="5079" y="81280"/>
                  </a:moveTo>
                  <a:lnTo>
                    <a:pt x="3810" y="81280"/>
                  </a:lnTo>
                  <a:lnTo>
                    <a:pt x="3810" y="82550"/>
                  </a:lnTo>
                  <a:lnTo>
                    <a:pt x="5079" y="82550"/>
                  </a:lnTo>
                  <a:lnTo>
                    <a:pt x="5079" y="81280"/>
                  </a:lnTo>
                  <a:close/>
                </a:path>
              </a:pathLst>
            </a:custGeom>
            <a:solidFill>
              <a:srgbClr val="F800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0" name="object 275">
              <a:extLst>
                <a:ext uri="{FF2B5EF4-FFF2-40B4-BE49-F238E27FC236}">
                  <a16:creationId xmlns:a16="http://schemas.microsoft.com/office/drawing/2014/main" id="{DABD4617-05E2-4C91-9D19-4EB2CA259E0E}"/>
                </a:ext>
              </a:extLst>
            </p:cNvPr>
            <p:cNvSpPr/>
            <p:nvPr/>
          </p:nvSpPr>
          <p:spPr>
            <a:xfrm>
              <a:off x="4385310" y="420433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lnTo>
                    <a:pt x="146757" y="375979"/>
                  </a:lnTo>
                  <a:lnTo>
                    <a:pt x="106635" y="361672"/>
                  </a:lnTo>
                  <a:lnTo>
                    <a:pt x="71268" y="339212"/>
                  </a:lnTo>
                  <a:lnTo>
                    <a:pt x="41787" y="309731"/>
                  </a:lnTo>
                  <a:lnTo>
                    <a:pt x="19327" y="274364"/>
                  </a:lnTo>
                  <a:lnTo>
                    <a:pt x="5020" y="234242"/>
                  </a:lnTo>
                  <a:lnTo>
                    <a:pt x="0" y="190500"/>
                  </a:lnTo>
                  <a:lnTo>
                    <a:pt x="5020" y="146757"/>
                  </a:lnTo>
                  <a:lnTo>
                    <a:pt x="19327" y="106635"/>
                  </a:lnTo>
                  <a:lnTo>
                    <a:pt x="41787" y="71268"/>
                  </a:lnTo>
                  <a:lnTo>
                    <a:pt x="71268" y="41787"/>
                  </a:lnTo>
                  <a:lnTo>
                    <a:pt x="106635" y="19327"/>
                  </a:lnTo>
                  <a:lnTo>
                    <a:pt x="146757" y="5020"/>
                  </a:lnTo>
                  <a:lnTo>
                    <a:pt x="190500" y="0"/>
                  </a:lnTo>
                  <a:lnTo>
                    <a:pt x="234242" y="5020"/>
                  </a:lnTo>
                  <a:lnTo>
                    <a:pt x="274364" y="19327"/>
                  </a:lnTo>
                  <a:lnTo>
                    <a:pt x="309731" y="41787"/>
                  </a:lnTo>
                  <a:lnTo>
                    <a:pt x="339212" y="71268"/>
                  </a:lnTo>
                  <a:lnTo>
                    <a:pt x="361672" y="106635"/>
                  </a:lnTo>
                  <a:lnTo>
                    <a:pt x="375979" y="146757"/>
                  </a:lnTo>
                  <a:lnTo>
                    <a:pt x="381000" y="190500"/>
                  </a:lnTo>
                  <a:lnTo>
                    <a:pt x="375979" y="234242"/>
                  </a:lnTo>
                  <a:lnTo>
                    <a:pt x="361672" y="274364"/>
                  </a:lnTo>
                  <a:lnTo>
                    <a:pt x="339212" y="309731"/>
                  </a:lnTo>
                  <a:lnTo>
                    <a:pt x="309731" y="339212"/>
                  </a:lnTo>
                  <a:lnTo>
                    <a:pt x="274364" y="361672"/>
                  </a:lnTo>
                  <a:lnTo>
                    <a:pt x="234242" y="375979"/>
                  </a:lnTo>
                  <a:lnTo>
                    <a:pt x="190500" y="38100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1" name="object 276">
              <a:extLst>
                <a:ext uri="{FF2B5EF4-FFF2-40B4-BE49-F238E27FC236}">
                  <a16:creationId xmlns:a16="http://schemas.microsoft.com/office/drawing/2014/main" id="{05859ED3-7A8E-49AD-9D13-52F8F791E3C0}"/>
                </a:ext>
              </a:extLst>
            </p:cNvPr>
            <p:cNvSpPr/>
            <p:nvPr/>
          </p:nvSpPr>
          <p:spPr>
            <a:xfrm>
              <a:off x="2703830" y="5208905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60">
                  <a:moveTo>
                    <a:pt x="15240" y="0"/>
                  </a:moveTo>
                  <a:lnTo>
                    <a:pt x="0" y="73659"/>
                  </a:lnTo>
                  <a:lnTo>
                    <a:pt x="81280" y="53339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2" name="object 277">
              <a:extLst>
                <a:ext uri="{FF2B5EF4-FFF2-40B4-BE49-F238E27FC236}">
                  <a16:creationId xmlns:a16="http://schemas.microsoft.com/office/drawing/2014/main" id="{21C4D863-88EE-4203-AC1D-7D69B7F7F847}"/>
                </a:ext>
              </a:extLst>
            </p:cNvPr>
            <p:cNvSpPr/>
            <p:nvPr/>
          </p:nvSpPr>
          <p:spPr>
            <a:xfrm>
              <a:off x="2402839" y="5175885"/>
              <a:ext cx="323850" cy="77470"/>
            </a:xfrm>
            <a:custGeom>
              <a:avLst/>
              <a:gdLst/>
              <a:ahLst/>
              <a:cxnLst/>
              <a:rect l="l" t="t" r="r" b="b"/>
              <a:pathLst>
                <a:path w="323850" h="77470">
                  <a:moveTo>
                    <a:pt x="2539" y="0"/>
                  </a:moveTo>
                  <a:lnTo>
                    <a:pt x="0" y="10159"/>
                  </a:lnTo>
                  <a:lnTo>
                    <a:pt x="322580" y="77469"/>
                  </a:lnTo>
                  <a:lnTo>
                    <a:pt x="323850" y="68580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3" name="object 278">
              <a:extLst>
                <a:ext uri="{FF2B5EF4-FFF2-40B4-BE49-F238E27FC236}">
                  <a16:creationId xmlns:a16="http://schemas.microsoft.com/office/drawing/2014/main" id="{5DFCF81B-E9FF-450E-8A67-43F1D887ED92}"/>
                </a:ext>
              </a:extLst>
            </p:cNvPr>
            <p:cNvSpPr/>
            <p:nvPr/>
          </p:nvSpPr>
          <p:spPr>
            <a:xfrm>
              <a:off x="2658110" y="5015864"/>
              <a:ext cx="85090" cy="68580"/>
            </a:xfrm>
            <a:custGeom>
              <a:avLst/>
              <a:gdLst/>
              <a:ahLst/>
              <a:cxnLst/>
              <a:rect l="l" t="t" r="r" b="b"/>
              <a:pathLst>
                <a:path w="85089" h="68579">
                  <a:moveTo>
                    <a:pt x="0" y="0"/>
                  </a:moveTo>
                  <a:lnTo>
                    <a:pt x="33019" y="68580"/>
                  </a:lnTo>
                  <a:lnTo>
                    <a:pt x="85089" y="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4" name="object 279">
              <a:extLst>
                <a:ext uri="{FF2B5EF4-FFF2-40B4-BE49-F238E27FC236}">
                  <a16:creationId xmlns:a16="http://schemas.microsoft.com/office/drawing/2014/main" id="{BF7731B1-EEFD-4089-A96C-F524D3B8D3EB}"/>
                </a:ext>
              </a:extLst>
            </p:cNvPr>
            <p:cNvSpPr/>
            <p:nvPr/>
          </p:nvSpPr>
          <p:spPr>
            <a:xfrm>
              <a:off x="2401570" y="5039994"/>
              <a:ext cx="289560" cy="144780"/>
            </a:xfrm>
            <a:custGeom>
              <a:avLst/>
              <a:gdLst/>
              <a:ahLst/>
              <a:cxnLst/>
              <a:rect l="l" t="t" r="r" b="b"/>
              <a:pathLst>
                <a:path w="289560" h="144779">
                  <a:moveTo>
                    <a:pt x="285750" y="0"/>
                  </a:moveTo>
                  <a:lnTo>
                    <a:pt x="0" y="135889"/>
                  </a:lnTo>
                  <a:lnTo>
                    <a:pt x="5079" y="144779"/>
                  </a:lnTo>
                  <a:lnTo>
                    <a:pt x="289559" y="7619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5" name="object 280">
              <a:extLst>
                <a:ext uri="{FF2B5EF4-FFF2-40B4-BE49-F238E27FC236}">
                  <a16:creationId xmlns:a16="http://schemas.microsoft.com/office/drawing/2014/main" id="{E0E6F9B7-E795-4F13-B78D-9D26C864DB76}"/>
                </a:ext>
              </a:extLst>
            </p:cNvPr>
            <p:cNvSpPr/>
            <p:nvPr/>
          </p:nvSpPr>
          <p:spPr>
            <a:xfrm>
              <a:off x="2366010" y="4813935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0" y="74930"/>
                  </a:lnTo>
                  <a:lnTo>
                    <a:pt x="76200" y="7493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6" name="object 281">
              <a:extLst>
                <a:ext uri="{FF2B5EF4-FFF2-40B4-BE49-F238E27FC236}">
                  <a16:creationId xmlns:a16="http://schemas.microsoft.com/office/drawing/2014/main" id="{ACB862BC-0E68-4971-BDD3-566E6D0E6317}"/>
                </a:ext>
              </a:extLst>
            </p:cNvPr>
            <p:cNvSpPr/>
            <p:nvPr/>
          </p:nvSpPr>
          <p:spPr>
            <a:xfrm>
              <a:off x="2404110" y="4873625"/>
              <a:ext cx="0" cy="307340"/>
            </a:xfrm>
            <a:custGeom>
              <a:avLst/>
              <a:gdLst/>
              <a:ahLst/>
              <a:cxnLst/>
              <a:rect l="l" t="t" r="r" b="b"/>
              <a:pathLst>
                <a:path h="307339">
                  <a:moveTo>
                    <a:pt x="0" y="0"/>
                  </a:moveTo>
                  <a:lnTo>
                    <a:pt x="0" y="307340"/>
                  </a:lnTo>
                </a:path>
              </a:pathLst>
            </a:custGeom>
            <a:ln w="1016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7" name="object 282">
              <a:extLst>
                <a:ext uri="{FF2B5EF4-FFF2-40B4-BE49-F238E27FC236}">
                  <a16:creationId xmlns:a16="http://schemas.microsoft.com/office/drawing/2014/main" id="{42B3C5FB-EAA6-49BD-AA3E-7F56F72524D4}"/>
                </a:ext>
              </a:extLst>
            </p:cNvPr>
            <p:cNvSpPr/>
            <p:nvPr/>
          </p:nvSpPr>
          <p:spPr>
            <a:xfrm>
              <a:off x="4836160" y="2922905"/>
              <a:ext cx="82550" cy="73660"/>
            </a:xfrm>
            <a:custGeom>
              <a:avLst/>
              <a:gdLst/>
              <a:ahLst/>
              <a:cxnLst/>
              <a:rect l="l" t="t" r="r" b="b"/>
              <a:pathLst>
                <a:path w="82550" h="73660">
                  <a:moveTo>
                    <a:pt x="16510" y="0"/>
                  </a:moveTo>
                  <a:lnTo>
                    <a:pt x="0" y="73659"/>
                  </a:lnTo>
                  <a:lnTo>
                    <a:pt x="82550" y="53339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8" name="object 283">
              <a:extLst>
                <a:ext uri="{FF2B5EF4-FFF2-40B4-BE49-F238E27FC236}">
                  <a16:creationId xmlns:a16="http://schemas.microsoft.com/office/drawing/2014/main" id="{D5C019C2-A0B6-463D-B6F3-E203720DB697}"/>
                </a:ext>
              </a:extLst>
            </p:cNvPr>
            <p:cNvSpPr/>
            <p:nvPr/>
          </p:nvSpPr>
          <p:spPr>
            <a:xfrm>
              <a:off x="4536439" y="2889885"/>
              <a:ext cx="323850" cy="77470"/>
            </a:xfrm>
            <a:custGeom>
              <a:avLst/>
              <a:gdLst/>
              <a:ahLst/>
              <a:cxnLst/>
              <a:rect l="l" t="t" r="r" b="b"/>
              <a:pathLst>
                <a:path w="323850" h="77470">
                  <a:moveTo>
                    <a:pt x="2540" y="0"/>
                  </a:moveTo>
                  <a:lnTo>
                    <a:pt x="0" y="10160"/>
                  </a:lnTo>
                  <a:lnTo>
                    <a:pt x="321310" y="77469"/>
                  </a:lnTo>
                  <a:lnTo>
                    <a:pt x="323850" y="68580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89" name="object 284">
              <a:extLst>
                <a:ext uri="{FF2B5EF4-FFF2-40B4-BE49-F238E27FC236}">
                  <a16:creationId xmlns:a16="http://schemas.microsoft.com/office/drawing/2014/main" id="{CD9C69E2-FFCA-46A5-B67D-7469B2CB3172}"/>
                </a:ext>
              </a:extLst>
            </p:cNvPr>
            <p:cNvSpPr/>
            <p:nvPr/>
          </p:nvSpPr>
          <p:spPr>
            <a:xfrm>
              <a:off x="4791710" y="2729864"/>
              <a:ext cx="85090" cy="68580"/>
            </a:xfrm>
            <a:custGeom>
              <a:avLst/>
              <a:gdLst/>
              <a:ahLst/>
              <a:cxnLst/>
              <a:rect l="l" t="t" r="r" b="b"/>
              <a:pathLst>
                <a:path w="85089" h="68579">
                  <a:moveTo>
                    <a:pt x="0" y="0"/>
                  </a:moveTo>
                  <a:lnTo>
                    <a:pt x="33020" y="68580"/>
                  </a:lnTo>
                  <a:lnTo>
                    <a:pt x="85089" y="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0" name="object 285">
              <a:extLst>
                <a:ext uri="{FF2B5EF4-FFF2-40B4-BE49-F238E27FC236}">
                  <a16:creationId xmlns:a16="http://schemas.microsoft.com/office/drawing/2014/main" id="{92DA17FD-3766-44DA-BA3A-D5F07A86B1E3}"/>
                </a:ext>
              </a:extLst>
            </p:cNvPr>
            <p:cNvSpPr/>
            <p:nvPr/>
          </p:nvSpPr>
          <p:spPr>
            <a:xfrm>
              <a:off x="4535169" y="2753994"/>
              <a:ext cx="288290" cy="144780"/>
            </a:xfrm>
            <a:custGeom>
              <a:avLst/>
              <a:gdLst/>
              <a:ahLst/>
              <a:cxnLst/>
              <a:rect l="l" t="t" r="r" b="b"/>
              <a:pathLst>
                <a:path w="288289" h="144779">
                  <a:moveTo>
                    <a:pt x="284479" y="0"/>
                  </a:moveTo>
                  <a:lnTo>
                    <a:pt x="0" y="135889"/>
                  </a:lnTo>
                  <a:lnTo>
                    <a:pt x="5079" y="144779"/>
                  </a:lnTo>
                  <a:lnTo>
                    <a:pt x="288289" y="7619"/>
                  </a:lnTo>
                  <a:lnTo>
                    <a:pt x="28447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1" name="object 286">
              <a:extLst>
                <a:ext uri="{FF2B5EF4-FFF2-40B4-BE49-F238E27FC236}">
                  <a16:creationId xmlns:a16="http://schemas.microsoft.com/office/drawing/2014/main" id="{A5A93B04-29A7-4291-A31C-CDCC9477C541}"/>
                </a:ext>
              </a:extLst>
            </p:cNvPr>
            <p:cNvSpPr/>
            <p:nvPr/>
          </p:nvSpPr>
          <p:spPr>
            <a:xfrm>
              <a:off x="4499610" y="2527935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0" y="74929"/>
                  </a:lnTo>
                  <a:lnTo>
                    <a:pt x="76200" y="7492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2" name="object 287">
              <a:extLst>
                <a:ext uri="{FF2B5EF4-FFF2-40B4-BE49-F238E27FC236}">
                  <a16:creationId xmlns:a16="http://schemas.microsoft.com/office/drawing/2014/main" id="{81E2DE41-5433-414F-9276-CDC2661F3350}"/>
                </a:ext>
              </a:extLst>
            </p:cNvPr>
            <p:cNvSpPr/>
            <p:nvPr/>
          </p:nvSpPr>
          <p:spPr>
            <a:xfrm>
              <a:off x="4537710" y="2587625"/>
              <a:ext cx="0" cy="307340"/>
            </a:xfrm>
            <a:custGeom>
              <a:avLst/>
              <a:gdLst/>
              <a:ahLst/>
              <a:cxnLst/>
              <a:rect l="l" t="t" r="r" b="b"/>
              <a:pathLst>
                <a:path h="307339">
                  <a:moveTo>
                    <a:pt x="0" y="0"/>
                  </a:moveTo>
                  <a:lnTo>
                    <a:pt x="0" y="307340"/>
                  </a:lnTo>
                </a:path>
              </a:pathLst>
            </a:custGeom>
            <a:ln w="1015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3" name="object 288">
              <a:extLst>
                <a:ext uri="{FF2B5EF4-FFF2-40B4-BE49-F238E27FC236}">
                  <a16:creationId xmlns:a16="http://schemas.microsoft.com/office/drawing/2014/main" id="{8FB8CB4D-411E-4A3E-954A-0A2A3EC72D2C}"/>
                </a:ext>
              </a:extLst>
            </p:cNvPr>
            <p:cNvSpPr/>
            <p:nvPr/>
          </p:nvSpPr>
          <p:spPr>
            <a:xfrm>
              <a:off x="4837430" y="4330064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79" h="73660">
                  <a:moveTo>
                    <a:pt x="15239" y="0"/>
                  </a:moveTo>
                  <a:lnTo>
                    <a:pt x="0" y="73660"/>
                  </a:lnTo>
                  <a:lnTo>
                    <a:pt x="81279" y="52070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4" name="object 289">
              <a:extLst>
                <a:ext uri="{FF2B5EF4-FFF2-40B4-BE49-F238E27FC236}">
                  <a16:creationId xmlns:a16="http://schemas.microsoft.com/office/drawing/2014/main" id="{2A2255C3-9C20-4703-851B-C01F2244EF72}"/>
                </a:ext>
              </a:extLst>
            </p:cNvPr>
            <p:cNvSpPr/>
            <p:nvPr/>
          </p:nvSpPr>
          <p:spPr>
            <a:xfrm>
              <a:off x="4536439" y="4297044"/>
              <a:ext cx="323850" cy="77470"/>
            </a:xfrm>
            <a:custGeom>
              <a:avLst/>
              <a:gdLst/>
              <a:ahLst/>
              <a:cxnLst/>
              <a:rect l="l" t="t" r="r" b="b"/>
              <a:pathLst>
                <a:path w="323850" h="77470">
                  <a:moveTo>
                    <a:pt x="2540" y="0"/>
                  </a:moveTo>
                  <a:lnTo>
                    <a:pt x="0" y="8889"/>
                  </a:lnTo>
                  <a:lnTo>
                    <a:pt x="322580" y="77469"/>
                  </a:lnTo>
                  <a:lnTo>
                    <a:pt x="323850" y="6857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5" name="object 290">
              <a:extLst>
                <a:ext uri="{FF2B5EF4-FFF2-40B4-BE49-F238E27FC236}">
                  <a16:creationId xmlns:a16="http://schemas.microsoft.com/office/drawing/2014/main" id="{2534CB02-4992-46E7-A2BF-981EB3A194E9}"/>
                </a:ext>
              </a:extLst>
            </p:cNvPr>
            <p:cNvSpPr/>
            <p:nvPr/>
          </p:nvSpPr>
          <p:spPr>
            <a:xfrm>
              <a:off x="4792980" y="4137025"/>
              <a:ext cx="83820" cy="67310"/>
            </a:xfrm>
            <a:custGeom>
              <a:avLst/>
              <a:gdLst/>
              <a:ahLst/>
              <a:cxnLst/>
              <a:rect l="l" t="t" r="r" b="b"/>
              <a:pathLst>
                <a:path w="83820" h="67310">
                  <a:moveTo>
                    <a:pt x="0" y="0"/>
                  </a:moveTo>
                  <a:lnTo>
                    <a:pt x="31750" y="67310"/>
                  </a:lnTo>
                  <a:lnTo>
                    <a:pt x="83819" y="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6" name="object 291">
              <a:extLst>
                <a:ext uri="{FF2B5EF4-FFF2-40B4-BE49-F238E27FC236}">
                  <a16:creationId xmlns:a16="http://schemas.microsoft.com/office/drawing/2014/main" id="{12E69D4C-1950-45EA-9DF0-6DCB2247E608}"/>
                </a:ext>
              </a:extLst>
            </p:cNvPr>
            <p:cNvSpPr/>
            <p:nvPr/>
          </p:nvSpPr>
          <p:spPr>
            <a:xfrm>
              <a:off x="4535169" y="4159885"/>
              <a:ext cx="289560" cy="146050"/>
            </a:xfrm>
            <a:custGeom>
              <a:avLst/>
              <a:gdLst/>
              <a:ahLst/>
              <a:cxnLst/>
              <a:rect l="l" t="t" r="r" b="b"/>
              <a:pathLst>
                <a:path w="289560" h="146050">
                  <a:moveTo>
                    <a:pt x="285750" y="0"/>
                  </a:moveTo>
                  <a:lnTo>
                    <a:pt x="0" y="137160"/>
                  </a:lnTo>
                  <a:lnTo>
                    <a:pt x="5079" y="146050"/>
                  </a:lnTo>
                  <a:lnTo>
                    <a:pt x="289560" y="8889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7" name="object 292">
              <a:extLst>
                <a:ext uri="{FF2B5EF4-FFF2-40B4-BE49-F238E27FC236}">
                  <a16:creationId xmlns:a16="http://schemas.microsoft.com/office/drawing/2014/main" id="{91A1CFCC-63C6-4B29-B37A-A05E5A83292A}"/>
                </a:ext>
              </a:extLst>
            </p:cNvPr>
            <p:cNvSpPr/>
            <p:nvPr/>
          </p:nvSpPr>
          <p:spPr>
            <a:xfrm>
              <a:off x="4499610" y="39338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298" name="object 293">
              <a:extLst>
                <a:ext uri="{FF2B5EF4-FFF2-40B4-BE49-F238E27FC236}">
                  <a16:creationId xmlns:a16="http://schemas.microsoft.com/office/drawing/2014/main" id="{89149265-10AF-4A9A-8ADE-66B179451D45}"/>
                </a:ext>
              </a:extLst>
            </p:cNvPr>
            <p:cNvSpPr/>
            <p:nvPr/>
          </p:nvSpPr>
          <p:spPr>
            <a:xfrm>
              <a:off x="4537710" y="3994785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0"/>
                  </a:moveTo>
                  <a:lnTo>
                    <a:pt x="0" y="306069"/>
                  </a:lnTo>
                </a:path>
              </a:pathLst>
            </a:custGeom>
            <a:ln w="1015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0" name="object 295">
              <a:extLst>
                <a:ext uri="{FF2B5EF4-FFF2-40B4-BE49-F238E27FC236}">
                  <a16:creationId xmlns:a16="http://schemas.microsoft.com/office/drawing/2014/main" id="{3DBBAC7F-12F0-4DE2-BD4B-8B630D7DF68E}"/>
                </a:ext>
              </a:extLst>
            </p:cNvPr>
            <p:cNvSpPr txBox="1"/>
            <p:nvPr/>
          </p:nvSpPr>
          <p:spPr>
            <a:xfrm>
              <a:off x="5016501" y="3347619"/>
              <a:ext cx="1474470" cy="893834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53670" rIns="0" bIns="0" rtlCol="0">
              <a:spAutoFit/>
            </a:bodyPr>
            <a:lstStyle/>
            <a:p>
              <a:pPr marL="46355">
                <a:lnSpc>
                  <a:spcPct val="100000"/>
                </a:lnSpc>
                <a:spcBef>
                  <a:spcPts val="1210"/>
                </a:spcBef>
              </a:pPr>
              <a:r>
                <a:rPr sz="2400" spc="-5" dirty="0">
                  <a:latin typeface="+mj-lt"/>
                  <a:cs typeface="Times New Roman"/>
                </a:rPr>
                <a:t>Goal</a:t>
              </a:r>
              <a:r>
                <a:rPr sz="2400" spc="-55" dirty="0">
                  <a:latin typeface="+mj-lt"/>
                  <a:cs typeface="Times New Roman"/>
                </a:rPr>
                <a:t> </a:t>
              </a:r>
              <a:r>
                <a:rPr sz="2400" spc="-5" dirty="0">
                  <a:latin typeface="+mj-lt"/>
                  <a:cs typeface="Times New Roman"/>
                </a:rPr>
                <a:t>Frame</a:t>
              </a:r>
              <a:endParaRPr sz="2400" dirty="0">
                <a:latin typeface="+mj-lt"/>
                <a:cs typeface="Times New Roman"/>
              </a:endParaRPr>
            </a:p>
          </p:txBody>
        </p:sp>
        <p:sp>
          <p:nvSpPr>
            <p:cNvPr id="301" name="object 296">
              <a:extLst>
                <a:ext uri="{FF2B5EF4-FFF2-40B4-BE49-F238E27FC236}">
                  <a16:creationId xmlns:a16="http://schemas.microsoft.com/office/drawing/2014/main" id="{A8D863E3-4DE8-4C52-BE82-C4939798F2F1}"/>
                </a:ext>
              </a:extLst>
            </p:cNvPr>
            <p:cNvSpPr/>
            <p:nvPr/>
          </p:nvSpPr>
          <p:spPr>
            <a:xfrm>
              <a:off x="3618230" y="3684905"/>
              <a:ext cx="81280" cy="74930"/>
            </a:xfrm>
            <a:custGeom>
              <a:avLst/>
              <a:gdLst/>
              <a:ahLst/>
              <a:cxnLst/>
              <a:rect l="l" t="t" r="r" b="b"/>
              <a:pathLst>
                <a:path w="81279" h="74929">
                  <a:moveTo>
                    <a:pt x="15239" y="0"/>
                  </a:moveTo>
                  <a:lnTo>
                    <a:pt x="0" y="74929"/>
                  </a:lnTo>
                  <a:lnTo>
                    <a:pt x="81279" y="53339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2" name="object 297">
              <a:extLst>
                <a:ext uri="{FF2B5EF4-FFF2-40B4-BE49-F238E27FC236}">
                  <a16:creationId xmlns:a16="http://schemas.microsoft.com/office/drawing/2014/main" id="{57E7AC39-6336-47E7-B411-51B9FE67FD8D}"/>
                </a:ext>
              </a:extLst>
            </p:cNvPr>
            <p:cNvSpPr/>
            <p:nvPr/>
          </p:nvSpPr>
          <p:spPr>
            <a:xfrm>
              <a:off x="3317239" y="3651885"/>
              <a:ext cx="323850" cy="78740"/>
            </a:xfrm>
            <a:custGeom>
              <a:avLst/>
              <a:gdLst/>
              <a:ahLst/>
              <a:cxnLst/>
              <a:rect l="l" t="t" r="r" b="b"/>
              <a:pathLst>
                <a:path w="323850" h="78739">
                  <a:moveTo>
                    <a:pt x="2540" y="0"/>
                  </a:moveTo>
                  <a:lnTo>
                    <a:pt x="0" y="10160"/>
                  </a:lnTo>
                  <a:lnTo>
                    <a:pt x="322580" y="78739"/>
                  </a:lnTo>
                  <a:lnTo>
                    <a:pt x="323850" y="68580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3" name="object 298">
              <a:extLst>
                <a:ext uri="{FF2B5EF4-FFF2-40B4-BE49-F238E27FC236}">
                  <a16:creationId xmlns:a16="http://schemas.microsoft.com/office/drawing/2014/main" id="{7023BA7B-550E-4830-8624-2B4325EBBDCA}"/>
                </a:ext>
              </a:extLst>
            </p:cNvPr>
            <p:cNvSpPr/>
            <p:nvPr/>
          </p:nvSpPr>
          <p:spPr>
            <a:xfrm>
              <a:off x="3572510" y="3491864"/>
              <a:ext cx="85090" cy="68580"/>
            </a:xfrm>
            <a:custGeom>
              <a:avLst/>
              <a:gdLst/>
              <a:ahLst/>
              <a:cxnLst/>
              <a:rect l="l" t="t" r="r" b="b"/>
              <a:pathLst>
                <a:path w="85089" h="68579">
                  <a:moveTo>
                    <a:pt x="0" y="0"/>
                  </a:moveTo>
                  <a:lnTo>
                    <a:pt x="33020" y="68580"/>
                  </a:lnTo>
                  <a:lnTo>
                    <a:pt x="85089" y="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4" name="object 299">
              <a:extLst>
                <a:ext uri="{FF2B5EF4-FFF2-40B4-BE49-F238E27FC236}">
                  <a16:creationId xmlns:a16="http://schemas.microsoft.com/office/drawing/2014/main" id="{AC91C16C-AED5-4E18-81DA-D4125461E831}"/>
                </a:ext>
              </a:extLst>
            </p:cNvPr>
            <p:cNvSpPr/>
            <p:nvPr/>
          </p:nvSpPr>
          <p:spPr>
            <a:xfrm>
              <a:off x="3315969" y="3515994"/>
              <a:ext cx="289560" cy="144780"/>
            </a:xfrm>
            <a:custGeom>
              <a:avLst/>
              <a:gdLst/>
              <a:ahLst/>
              <a:cxnLst/>
              <a:rect l="l" t="t" r="r" b="b"/>
              <a:pathLst>
                <a:path w="289560" h="144779">
                  <a:moveTo>
                    <a:pt x="285750" y="0"/>
                  </a:moveTo>
                  <a:lnTo>
                    <a:pt x="0" y="135889"/>
                  </a:lnTo>
                  <a:lnTo>
                    <a:pt x="5079" y="144779"/>
                  </a:lnTo>
                  <a:lnTo>
                    <a:pt x="289560" y="7619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5" name="object 300">
              <a:extLst>
                <a:ext uri="{FF2B5EF4-FFF2-40B4-BE49-F238E27FC236}">
                  <a16:creationId xmlns:a16="http://schemas.microsoft.com/office/drawing/2014/main" id="{80D526EA-8A53-4F41-9D85-03C024EB3641}"/>
                </a:ext>
              </a:extLst>
            </p:cNvPr>
            <p:cNvSpPr/>
            <p:nvPr/>
          </p:nvSpPr>
          <p:spPr>
            <a:xfrm>
              <a:off x="3280410" y="3289935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0" y="74930"/>
                  </a:lnTo>
                  <a:lnTo>
                    <a:pt x="76200" y="7493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6" name="object 301">
              <a:extLst>
                <a:ext uri="{FF2B5EF4-FFF2-40B4-BE49-F238E27FC236}">
                  <a16:creationId xmlns:a16="http://schemas.microsoft.com/office/drawing/2014/main" id="{632AFBC4-CB97-4C23-9A91-9A76CF56DE13}"/>
                </a:ext>
              </a:extLst>
            </p:cNvPr>
            <p:cNvSpPr/>
            <p:nvPr/>
          </p:nvSpPr>
          <p:spPr>
            <a:xfrm>
              <a:off x="3318510" y="3350894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0"/>
                  </a:moveTo>
                  <a:lnTo>
                    <a:pt x="0" y="306069"/>
                  </a:lnTo>
                </a:path>
              </a:pathLst>
            </a:custGeom>
            <a:ln w="1015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07" name="object 302">
              <a:extLst>
                <a:ext uri="{FF2B5EF4-FFF2-40B4-BE49-F238E27FC236}">
                  <a16:creationId xmlns:a16="http://schemas.microsoft.com/office/drawing/2014/main" id="{0E9A2FB5-C653-49CE-9771-47C00300B3F5}"/>
                </a:ext>
              </a:extLst>
            </p:cNvPr>
            <p:cNvSpPr txBox="1"/>
            <p:nvPr/>
          </p:nvSpPr>
          <p:spPr>
            <a:xfrm>
              <a:off x="3567430" y="3731894"/>
              <a:ext cx="177800" cy="39116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+mj-lt"/>
                  <a:cs typeface="Times New Roman"/>
                </a:rPr>
                <a:t>x</a:t>
              </a:r>
            </a:p>
          </p:txBody>
        </p:sp>
        <p:sp>
          <p:nvSpPr>
            <p:cNvPr id="308" name="object 303">
              <a:extLst>
                <a:ext uri="{FF2B5EF4-FFF2-40B4-BE49-F238E27FC236}">
                  <a16:creationId xmlns:a16="http://schemas.microsoft.com/office/drawing/2014/main" id="{A87F07BE-0E7E-4CCA-80B0-1DEFC8DE7A9E}"/>
                </a:ext>
              </a:extLst>
            </p:cNvPr>
            <p:cNvSpPr txBox="1"/>
            <p:nvPr/>
          </p:nvSpPr>
          <p:spPr>
            <a:xfrm>
              <a:off x="1567180" y="3248025"/>
              <a:ext cx="1457325" cy="75148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" dirty="0">
                  <a:latin typeface="+mj-lt"/>
                  <a:cs typeface="Times New Roman"/>
                </a:rPr>
                <a:t>Link</a:t>
              </a:r>
              <a:r>
                <a:rPr sz="2400" spc="-55" dirty="0">
                  <a:latin typeface="+mj-lt"/>
                  <a:cs typeface="Times New Roman"/>
                </a:rPr>
                <a:t> </a:t>
              </a:r>
              <a:r>
                <a:rPr sz="2400" spc="-5" dirty="0">
                  <a:latin typeface="+mj-lt"/>
                  <a:cs typeface="Times New Roman"/>
                </a:rPr>
                <a:t>Frame</a:t>
              </a:r>
              <a:endParaRPr sz="2400" dirty="0">
                <a:latin typeface="+mj-lt"/>
                <a:cs typeface="Times New Roman"/>
              </a:endParaRPr>
            </a:p>
          </p:txBody>
        </p:sp>
        <p:sp>
          <p:nvSpPr>
            <p:cNvPr id="309" name="object 304">
              <a:extLst>
                <a:ext uri="{FF2B5EF4-FFF2-40B4-BE49-F238E27FC236}">
                  <a16:creationId xmlns:a16="http://schemas.microsoft.com/office/drawing/2014/main" id="{5CAA17BD-096D-4320-A2AF-C4E3D5732826}"/>
                </a:ext>
              </a:extLst>
            </p:cNvPr>
            <p:cNvSpPr/>
            <p:nvPr/>
          </p:nvSpPr>
          <p:spPr>
            <a:xfrm>
              <a:off x="1918970" y="1165224"/>
              <a:ext cx="650240" cy="511809"/>
            </a:xfrm>
            <a:custGeom>
              <a:avLst/>
              <a:gdLst/>
              <a:ahLst/>
              <a:cxnLst/>
              <a:rect l="l" t="t" r="r" b="b"/>
              <a:pathLst>
                <a:path w="650239" h="511810">
                  <a:moveTo>
                    <a:pt x="330200" y="0"/>
                  </a:moveTo>
                  <a:lnTo>
                    <a:pt x="195579" y="3810"/>
                  </a:lnTo>
                  <a:lnTo>
                    <a:pt x="0" y="213360"/>
                  </a:lnTo>
                  <a:lnTo>
                    <a:pt x="320039" y="511810"/>
                  </a:lnTo>
                  <a:lnTo>
                    <a:pt x="454659" y="508000"/>
                  </a:lnTo>
                  <a:lnTo>
                    <a:pt x="650239" y="29845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000066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0" name="object 305">
              <a:extLst>
                <a:ext uri="{FF2B5EF4-FFF2-40B4-BE49-F238E27FC236}">
                  <a16:creationId xmlns:a16="http://schemas.microsoft.com/office/drawing/2014/main" id="{8F0A3158-7EBA-4AD3-B389-D83EF85ED971}"/>
                </a:ext>
              </a:extLst>
            </p:cNvPr>
            <p:cNvSpPr/>
            <p:nvPr/>
          </p:nvSpPr>
          <p:spPr>
            <a:xfrm>
              <a:off x="1918970" y="1165224"/>
              <a:ext cx="650240" cy="511809"/>
            </a:xfrm>
            <a:custGeom>
              <a:avLst/>
              <a:gdLst/>
              <a:ahLst/>
              <a:cxnLst/>
              <a:rect l="l" t="t" r="r" b="b"/>
              <a:pathLst>
                <a:path w="650239" h="511810">
                  <a:moveTo>
                    <a:pt x="0" y="213360"/>
                  </a:moveTo>
                  <a:lnTo>
                    <a:pt x="195579" y="3810"/>
                  </a:lnTo>
                  <a:lnTo>
                    <a:pt x="330200" y="0"/>
                  </a:lnTo>
                  <a:lnTo>
                    <a:pt x="650239" y="298450"/>
                  </a:lnTo>
                  <a:lnTo>
                    <a:pt x="454659" y="508000"/>
                  </a:lnTo>
                  <a:lnTo>
                    <a:pt x="320039" y="511810"/>
                  </a:lnTo>
                  <a:lnTo>
                    <a:pt x="0" y="21336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1" name="object 306">
              <a:extLst>
                <a:ext uri="{FF2B5EF4-FFF2-40B4-BE49-F238E27FC236}">
                  <a16:creationId xmlns:a16="http://schemas.microsoft.com/office/drawing/2014/main" id="{FF475622-75C1-492A-9789-D305E606194F}"/>
                </a:ext>
              </a:extLst>
            </p:cNvPr>
            <p:cNvSpPr/>
            <p:nvPr/>
          </p:nvSpPr>
          <p:spPr>
            <a:xfrm>
              <a:off x="2114549" y="1165224"/>
              <a:ext cx="454659" cy="303530"/>
            </a:xfrm>
            <a:custGeom>
              <a:avLst/>
              <a:gdLst/>
              <a:ahLst/>
              <a:cxnLst/>
              <a:rect l="l" t="t" r="r" b="b"/>
              <a:pathLst>
                <a:path w="454660" h="303530">
                  <a:moveTo>
                    <a:pt x="134620" y="0"/>
                  </a:moveTo>
                  <a:lnTo>
                    <a:pt x="0" y="3810"/>
                  </a:lnTo>
                  <a:lnTo>
                    <a:pt x="320040" y="303530"/>
                  </a:lnTo>
                  <a:lnTo>
                    <a:pt x="454660" y="298450"/>
                  </a:lnTo>
                  <a:lnTo>
                    <a:pt x="134620" y="0"/>
                  </a:lnTo>
                  <a:close/>
                </a:path>
              </a:pathLst>
            </a:custGeom>
            <a:solidFill>
              <a:srgbClr val="00006E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2" name="object 307">
              <a:extLst>
                <a:ext uri="{FF2B5EF4-FFF2-40B4-BE49-F238E27FC236}">
                  <a16:creationId xmlns:a16="http://schemas.microsoft.com/office/drawing/2014/main" id="{9C8AD6CC-C824-424C-B300-60C5AFBE248A}"/>
                </a:ext>
              </a:extLst>
            </p:cNvPr>
            <p:cNvSpPr/>
            <p:nvPr/>
          </p:nvSpPr>
          <p:spPr>
            <a:xfrm>
              <a:off x="2114549" y="1165224"/>
              <a:ext cx="454659" cy="303530"/>
            </a:xfrm>
            <a:custGeom>
              <a:avLst/>
              <a:gdLst/>
              <a:ahLst/>
              <a:cxnLst/>
              <a:rect l="l" t="t" r="r" b="b"/>
              <a:pathLst>
                <a:path w="454660" h="303530">
                  <a:moveTo>
                    <a:pt x="0" y="3810"/>
                  </a:moveTo>
                  <a:lnTo>
                    <a:pt x="134620" y="0"/>
                  </a:lnTo>
                  <a:lnTo>
                    <a:pt x="454660" y="298450"/>
                  </a:lnTo>
                  <a:lnTo>
                    <a:pt x="320040" y="303530"/>
                  </a:lnTo>
                  <a:lnTo>
                    <a:pt x="0" y="381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3" name="object 308">
              <a:extLst>
                <a:ext uri="{FF2B5EF4-FFF2-40B4-BE49-F238E27FC236}">
                  <a16:creationId xmlns:a16="http://schemas.microsoft.com/office/drawing/2014/main" id="{DC100D20-DDEC-4C5E-8C18-8123BF87BB46}"/>
                </a:ext>
              </a:extLst>
            </p:cNvPr>
            <p:cNvSpPr/>
            <p:nvPr/>
          </p:nvSpPr>
          <p:spPr>
            <a:xfrm>
              <a:off x="2239010" y="1463674"/>
              <a:ext cx="330200" cy="213360"/>
            </a:xfrm>
            <a:custGeom>
              <a:avLst/>
              <a:gdLst/>
              <a:ahLst/>
              <a:cxnLst/>
              <a:rect l="l" t="t" r="r" b="b"/>
              <a:pathLst>
                <a:path w="330200" h="213360">
                  <a:moveTo>
                    <a:pt x="330200" y="0"/>
                  </a:moveTo>
                  <a:lnTo>
                    <a:pt x="195580" y="5080"/>
                  </a:lnTo>
                  <a:lnTo>
                    <a:pt x="0" y="213360"/>
                  </a:lnTo>
                  <a:lnTo>
                    <a:pt x="134619" y="20955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000056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4" name="object 309">
              <a:extLst>
                <a:ext uri="{FF2B5EF4-FFF2-40B4-BE49-F238E27FC236}">
                  <a16:creationId xmlns:a16="http://schemas.microsoft.com/office/drawing/2014/main" id="{FE44677A-D788-4560-B411-954D3B7BA802}"/>
                </a:ext>
              </a:extLst>
            </p:cNvPr>
            <p:cNvSpPr/>
            <p:nvPr/>
          </p:nvSpPr>
          <p:spPr>
            <a:xfrm>
              <a:off x="2239010" y="1463674"/>
              <a:ext cx="330200" cy="213360"/>
            </a:xfrm>
            <a:custGeom>
              <a:avLst/>
              <a:gdLst/>
              <a:ahLst/>
              <a:cxnLst/>
              <a:rect l="l" t="t" r="r" b="b"/>
              <a:pathLst>
                <a:path w="330200" h="213360">
                  <a:moveTo>
                    <a:pt x="0" y="213360"/>
                  </a:moveTo>
                  <a:lnTo>
                    <a:pt x="195580" y="5080"/>
                  </a:lnTo>
                  <a:lnTo>
                    <a:pt x="330200" y="0"/>
                  </a:lnTo>
                  <a:lnTo>
                    <a:pt x="134619" y="209550"/>
                  </a:lnTo>
                  <a:lnTo>
                    <a:pt x="0" y="213360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5" name="object 310">
              <a:extLst>
                <a:ext uri="{FF2B5EF4-FFF2-40B4-BE49-F238E27FC236}">
                  <a16:creationId xmlns:a16="http://schemas.microsoft.com/office/drawing/2014/main" id="{F5602892-FDF6-49DA-B57C-B4849D443351}"/>
                </a:ext>
              </a:extLst>
            </p:cNvPr>
            <p:cNvSpPr/>
            <p:nvPr/>
          </p:nvSpPr>
          <p:spPr>
            <a:xfrm>
              <a:off x="2328425" y="1490761"/>
              <a:ext cx="333375" cy="329565"/>
            </a:xfrm>
            <a:custGeom>
              <a:avLst/>
              <a:gdLst/>
              <a:ahLst/>
              <a:cxnLst/>
              <a:rect l="l" t="t" r="r" b="b"/>
              <a:pathLst>
                <a:path w="333375" h="329564">
                  <a:moveTo>
                    <a:pt x="143767" y="0"/>
                  </a:moveTo>
                  <a:lnTo>
                    <a:pt x="87372" y="30360"/>
                  </a:lnTo>
                  <a:lnTo>
                    <a:pt x="55364" y="60543"/>
                  </a:lnTo>
                  <a:lnTo>
                    <a:pt x="27066" y="94932"/>
                  </a:lnTo>
                  <a:lnTo>
                    <a:pt x="0" y="153233"/>
                  </a:lnTo>
                  <a:lnTo>
                    <a:pt x="4564" y="169763"/>
                  </a:lnTo>
                  <a:lnTo>
                    <a:pt x="172204" y="325973"/>
                  </a:lnTo>
                  <a:lnTo>
                    <a:pt x="189210" y="329366"/>
                  </a:lnTo>
                  <a:lnTo>
                    <a:pt x="214907" y="319782"/>
                  </a:lnTo>
                  <a:lnTo>
                    <a:pt x="277614" y="268823"/>
                  </a:lnTo>
                  <a:lnTo>
                    <a:pt x="305911" y="234434"/>
                  </a:lnTo>
                  <a:lnTo>
                    <a:pt x="332978" y="176133"/>
                  </a:lnTo>
                  <a:lnTo>
                    <a:pt x="328414" y="159603"/>
                  </a:lnTo>
                  <a:lnTo>
                    <a:pt x="160774" y="3393"/>
                  </a:lnTo>
                  <a:lnTo>
                    <a:pt x="143767" y="0"/>
                  </a:lnTo>
                  <a:close/>
                </a:path>
              </a:pathLst>
            </a:custGeom>
            <a:solidFill>
              <a:srgbClr val="000066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6" name="object 311">
              <a:extLst>
                <a:ext uri="{FF2B5EF4-FFF2-40B4-BE49-F238E27FC236}">
                  <a16:creationId xmlns:a16="http://schemas.microsoft.com/office/drawing/2014/main" id="{9EBF16F2-3E66-4ED0-BB56-7BB30E65790A}"/>
                </a:ext>
              </a:extLst>
            </p:cNvPr>
            <p:cNvSpPr/>
            <p:nvPr/>
          </p:nvSpPr>
          <p:spPr>
            <a:xfrm>
              <a:off x="2328425" y="1490761"/>
              <a:ext cx="333375" cy="329565"/>
            </a:xfrm>
            <a:custGeom>
              <a:avLst/>
              <a:gdLst/>
              <a:ahLst/>
              <a:cxnLst/>
              <a:rect l="l" t="t" r="r" b="b"/>
              <a:pathLst>
                <a:path w="333375" h="329564">
                  <a:moveTo>
                    <a:pt x="277614" y="268823"/>
                  </a:moveTo>
                  <a:lnTo>
                    <a:pt x="305911" y="234434"/>
                  </a:lnTo>
                  <a:lnTo>
                    <a:pt x="324921" y="202307"/>
                  </a:lnTo>
                  <a:lnTo>
                    <a:pt x="332978" y="176133"/>
                  </a:lnTo>
                  <a:lnTo>
                    <a:pt x="328414" y="159603"/>
                  </a:lnTo>
                  <a:lnTo>
                    <a:pt x="160774" y="3393"/>
                  </a:lnTo>
                  <a:lnTo>
                    <a:pt x="143767" y="0"/>
                  </a:lnTo>
                  <a:lnTo>
                    <a:pt x="118070" y="9584"/>
                  </a:lnTo>
                  <a:lnTo>
                    <a:pt x="55364" y="60543"/>
                  </a:lnTo>
                  <a:lnTo>
                    <a:pt x="27066" y="94932"/>
                  </a:lnTo>
                  <a:lnTo>
                    <a:pt x="0" y="153233"/>
                  </a:lnTo>
                  <a:lnTo>
                    <a:pt x="4564" y="169763"/>
                  </a:lnTo>
                  <a:lnTo>
                    <a:pt x="172204" y="325973"/>
                  </a:lnTo>
                  <a:lnTo>
                    <a:pt x="189210" y="329366"/>
                  </a:lnTo>
                  <a:lnTo>
                    <a:pt x="214907" y="319782"/>
                  </a:lnTo>
                  <a:lnTo>
                    <a:pt x="245606" y="299005"/>
                  </a:lnTo>
                  <a:lnTo>
                    <a:pt x="277614" y="268823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17" name="object 312">
              <a:extLst>
                <a:ext uri="{FF2B5EF4-FFF2-40B4-BE49-F238E27FC236}">
                  <a16:creationId xmlns:a16="http://schemas.microsoft.com/office/drawing/2014/main" id="{0F270826-CC43-497A-811D-5D4475F1F040}"/>
                </a:ext>
              </a:extLst>
            </p:cNvPr>
            <p:cNvSpPr txBox="1"/>
            <p:nvPr/>
          </p:nvSpPr>
          <p:spPr>
            <a:xfrm rot="1560000">
              <a:off x="2759852" y="1764961"/>
              <a:ext cx="341346" cy="30480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sz="2400" dirty="0">
                  <a:latin typeface="+mj-lt"/>
                  <a:cs typeface="Times New Roman"/>
                </a:rPr>
                <a:t>x</a:t>
              </a:r>
              <a:endParaRPr sz="2400">
                <a:latin typeface="+mj-lt"/>
                <a:cs typeface="Times New Roman"/>
              </a:endParaRPr>
            </a:p>
          </p:txBody>
        </p:sp>
        <p:sp>
          <p:nvSpPr>
            <p:cNvPr id="318" name="object 313">
              <a:extLst>
                <a:ext uri="{FF2B5EF4-FFF2-40B4-BE49-F238E27FC236}">
                  <a16:creationId xmlns:a16="http://schemas.microsoft.com/office/drawing/2014/main" id="{0D44C30E-4178-4509-BA39-D7DBABCFCA16}"/>
                </a:ext>
              </a:extLst>
            </p:cNvPr>
            <p:cNvSpPr txBox="1"/>
            <p:nvPr/>
          </p:nvSpPr>
          <p:spPr>
            <a:xfrm>
              <a:off x="767080" y="1318259"/>
              <a:ext cx="2007870" cy="751488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+mj-lt"/>
                  <a:cs typeface="Times New Roman"/>
                </a:rPr>
                <a:t>Camera</a:t>
              </a:r>
              <a:r>
                <a:rPr sz="2400" spc="-20" dirty="0">
                  <a:latin typeface="+mj-lt"/>
                  <a:cs typeface="Times New Roman"/>
                </a:rPr>
                <a:t> </a:t>
              </a:r>
              <a:r>
                <a:rPr sz="2400" spc="-5" dirty="0">
                  <a:latin typeface="+mj-lt"/>
                  <a:cs typeface="Times New Roman"/>
                </a:rPr>
                <a:t>Frame</a:t>
              </a:r>
              <a:endParaRPr sz="2400" dirty="0">
                <a:latin typeface="+mj-lt"/>
                <a:cs typeface="Times New Roman"/>
              </a:endParaRPr>
            </a:p>
          </p:txBody>
        </p:sp>
        <p:sp>
          <p:nvSpPr>
            <p:cNvPr id="320" name="object 315">
              <a:extLst>
                <a:ext uri="{FF2B5EF4-FFF2-40B4-BE49-F238E27FC236}">
                  <a16:creationId xmlns:a16="http://schemas.microsoft.com/office/drawing/2014/main" id="{1E357EC5-890A-4519-BA59-F98F6700BE46}"/>
                </a:ext>
              </a:extLst>
            </p:cNvPr>
            <p:cNvSpPr/>
            <p:nvPr/>
          </p:nvSpPr>
          <p:spPr>
            <a:xfrm>
              <a:off x="2491373" y="1641763"/>
              <a:ext cx="273416" cy="2041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  <a:ln>
              <a:noFill/>
            </a:ln>
          </p:spPr>
          <p:txBody>
            <a:bodyPr wrap="square" lIns="0" tIns="0" rIns="0" bIns="0" rtlCol="0"/>
            <a:lstStyle/>
            <a:p>
              <a:endParaRPr dirty="0">
                <a:latin typeface="+mj-lt"/>
              </a:endParaRPr>
            </a:p>
          </p:txBody>
        </p:sp>
        <p:sp>
          <p:nvSpPr>
            <p:cNvPr id="321" name="object 316">
              <a:extLst>
                <a:ext uri="{FF2B5EF4-FFF2-40B4-BE49-F238E27FC236}">
                  <a16:creationId xmlns:a16="http://schemas.microsoft.com/office/drawing/2014/main" id="{1C00AF3D-C1EA-4EB5-A627-E80204B93D3B}"/>
                </a:ext>
              </a:extLst>
            </p:cNvPr>
            <p:cNvSpPr/>
            <p:nvPr/>
          </p:nvSpPr>
          <p:spPr>
            <a:xfrm>
              <a:off x="2456180" y="1602105"/>
              <a:ext cx="264160" cy="210820"/>
            </a:xfrm>
            <a:custGeom>
              <a:avLst/>
              <a:gdLst/>
              <a:ahLst/>
              <a:cxnLst/>
              <a:rect l="l" t="t" r="r" b="b"/>
              <a:pathLst>
                <a:path w="264160" h="210819">
                  <a:moveTo>
                    <a:pt x="5080" y="0"/>
                  </a:moveTo>
                  <a:lnTo>
                    <a:pt x="0" y="7619"/>
                  </a:lnTo>
                  <a:lnTo>
                    <a:pt x="259080" y="210819"/>
                  </a:lnTo>
                  <a:lnTo>
                    <a:pt x="264160" y="203200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22" name="object 317">
              <a:extLst>
                <a:ext uri="{FF2B5EF4-FFF2-40B4-BE49-F238E27FC236}">
                  <a16:creationId xmlns:a16="http://schemas.microsoft.com/office/drawing/2014/main" id="{3382ADC6-CC11-4B48-AA54-33A246D82C5B}"/>
                </a:ext>
              </a:extLst>
            </p:cNvPr>
            <p:cNvSpPr/>
            <p:nvPr/>
          </p:nvSpPr>
          <p:spPr>
            <a:xfrm>
              <a:off x="2758439" y="1570355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30">
                  <a:moveTo>
                    <a:pt x="1269" y="0"/>
                  </a:moveTo>
                  <a:lnTo>
                    <a:pt x="0" y="74929"/>
                  </a:lnTo>
                  <a:lnTo>
                    <a:pt x="76200" y="38100"/>
                  </a:lnTo>
                  <a:lnTo>
                    <a:pt x="126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23" name="object 318">
              <a:extLst>
                <a:ext uri="{FF2B5EF4-FFF2-40B4-BE49-F238E27FC236}">
                  <a16:creationId xmlns:a16="http://schemas.microsoft.com/office/drawing/2014/main" id="{0647FB0A-E8FA-4758-93AB-A07ECEC705DA}"/>
                </a:ext>
              </a:extLst>
            </p:cNvPr>
            <p:cNvSpPr/>
            <p:nvPr/>
          </p:nvSpPr>
          <p:spPr>
            <a:xfrm>
              <a:off x="2458720" y="1606549"/>
              <a:ext cx="316230" cy="0"/>
            </a:xfrm>
            <a:custGeom>
              <a:avLst/>
              <a:gdLst/>
              <a:ahLst/>
              <a:cxnLst/>
              <a:rect l="l" t="t" r="r" b="b"/>
              <a:pathLst>
                <a:path w="316230">
                  <a:moveTo>
                    <a:pt x="0" y="0"/>
                  </a:moveTo>
                  <a:lnTo>
                    <a:pt x="316229" y="0"/>
                  </a:lnTo>
                </a:path>
              </a:pathLst>
            </a:custGeom>
            <a:ln w="1142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24" name="object 319">
              <a:extLst>
                <a:ext uri="{FF2B5EF4-FFF2-40B4-BE49-F238E27FC236}">
                  <a16:creationId xmlns:a16="http://schemas.microsoft.com/office/drawing/2014/main" id="{EEE1F718-199F-4A28-88B8-78D050CAAAC2}"/>
                </a:ext>
              </a:extLst>
            </p:cNvPr>
            <p:cNvSpPr/>
            <p:nvPr/>
          </p:nvSpPr>
          <p:spPr>
            <a:xfrm>
              <a:off x="2552699" y="1275714"/>
              <a:ext cx="68580" cy="85090"/>
            </a:xfrm>
            <a:custGeom>
              <a:avLst/>
              <a:gdLst/>
              <a:ahLst/>
              <a:cxnLst/>
              <a:rect l="l" t="t" r="r" b="b"/>
              <a:pathLst>
                <a:path w="68580" h="85089">
                  <a:moveTo>
                    <a:pt x="67310" y="0"/>
                  </a:moveTo>
                  <a:lnTo>
                    <a:pt x="0" y="50800"/>
                  </a:lnTo>
                  <a:lnTo>
                    <a:pt x="68580" y="85090"/>
                  </a:lnTo>
                  <a:lnTo>
                    <a:pt x="67310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25" name="object 320">
              <a:extLst>
                <a:ext uri="{FF2B5EF4-FFF2-40B4-BE49-F238E27FC236}">
                  <a16:creationId xmlns:a16="http://schemas.microsoft.com/office/drawing/2014/main" id="{96985A67-DD53-4C23-8B44-1151F30C1FE1}"/>
                </a:ext>
              </a:extLst>
            </p:cNvPr>
            <p:cNvSpPr/>
            <p:nvPr/>
          </p:nvSpPr>
          <p:spPr>
            <a:xfrm>
              <a:off x="2454910" y="1327785"/>
              <a:ext cx="143510" cy="279400"/>
            </a:xfrm>
            <a:custGeom>
              <a:avLst/>
              <a:gdLst/>
              <a:ahLst/>
              <a:cxnLst/>
              <a:rect l="l" t="t" r="r" b="b"/>
              <a:pathLst>
                <a:path w="143510" h="279400">
                  <a:moveTo>
                    <a:pt x="134619" y="0"/>
                  </a:moveTo>
                  <a:lnTo>
                    <a:pt x="0" y="275589"/>
                  </a:lnTo>
                  <a:lnTo>
                    <a:pt x="7619" y="279400"/>
                  </a:lnTo>
                  <a:lnTo>
                    <a:pt x="143510" y="5079"/>
                  </a:lnTo>
                  <a:lnTo>
                    <a:pt x="134619" y="0"/>
                  </a:lnTo>
                  <a:close/>
                </a:path>
              </a:pathLst>
            </a:custGeom>
            <a:solidFill>
              <a:srgbClr val="CCEB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326" name="object 313">
              <a:extLst>
                <a:ext uri="{FF2B5EF4-FFF2-40B4-BE49-F238E27FC236}">
                  <a16:creationId xmlns:a16="http://schemas.microsoft.com/office/drawing/2014/main" id="{A2BB1CAE-A62C-46ED-9368-C30FCBEAA4AD}"/>
                </a:ext>
              </a:extLst>
            </p:cNvPr>
            <p:cNvSpPr txBox="1"/>
            <p:nvPr/>
          </p:nvSpPr>
          <p:spPr>
            <a:xfrm>
              <a:off x="5005644" y="2315279"/>
              <a:ext cx="2007870" cy="764312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GB" sz="2400" spc="-20" dirty="0">
                  <a:latin typeface="+mj-lt"/>
                  <a:cs typeface="Times New Roman"/>
                </a:rPr>
                <a:t>Tool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" dirty="0">
                  <a:latin typeface="+mj-lt"/>
                  <a:cs typeface="Times New Roman"/>
                </a:rPr>
                <a:t>Frame</a:t>
              </a:r>
              <a:endParaRPr sz="2400" dirty="0">
                <a:latin typeface="+mj-lt"/>
                <a:cs typeface="Times New Roman"/>
              </a:endParaRPr>
            </a:p>
          </p:txBody>
        </p:sp>
        <p:sp>
          <p:nvSpPr>
            <p:cNvPr id="327" name="object 313">
              <a:extLst>
                <a:ext uri="{FF2B5EF4-FFF2-40B4-BE49-F238E27FC236}">
                  <a16:creationId xmlns:a16="http://schemas.microsoft.com/office/drawing/2014/main" id="{C5A5EC46-12B1-4903-ADFC-CE56F9D0588F}"/>
                </a:ext>
              </a:extLst>
            </p:cNvPr>
            <p:cNvSpPr txBox="1"/>
            <p:nvPr/>
          </p:nvSpPr>
          <p:spPr>
            <a:xfrm>
              <a:off x="1581149" y="5213985"/>
              <a:ext cx="2007870" cy="764312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GB" sz="2400" spc="-20" dirty="0">
                  <a:latin typeface="+mj-lt"/>
                  <a:cs typeface="Times New Roman"/>
                </a:rPr>
                <a:t>Base</a:t>
              </a: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GB" sz="2400" spc="-20" dirty="0">
                  <a:latin typeface="+mj-lt"/>
                  <a:cs typeface="Times New Roman"/>
                </a:rPr>
                <a:t>Frame</a:t>
              </a:r>
              <a:endParaRPr sz="2400" dirty="0">
                <a:latin typeface="+mj-lt"/>
                <a:cs typeface="Times New Roman"/>
              </a:endParaRPr>
            </a:p>
          </p:txBody>
        </p:sp>
        <p:sp>
          <p:nvSpPr>
            <p:cNvPr id="328" name="object 302">
              <a:extLst>
                <a:ext uri="{FF2B5EF4-FFF2-40B4-BE49-F238E27FC236}">
                  <a16:creationId xmlns:a16="http://schemas.microsoft.com/office/drawing/2014/main" id="{6ABB9320-C8B2-4B39-90A5-F173ACBD6317}"/>
                </a:ext>
              </a:extLst>
            </p:cNvPr>
            <p:cNvSpPr txBox="1"/>
            <p:nvPr/>
          </p:nvSpPr>
          <p:spPr>
            <a:xfrm>
              <a:off x="2793191" y="5033645"/>
              <a:ext cx="177800" cy="39116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+mj-lt"/>
                  <a:cs typeface="Times New Roman"/>
                </a:rPr>
                <a:t>x</a:t>
              </a:r>
            </a:p>
          </p:txBody>
        </p:sp>
        <p:sp>
          <p:nvSpPr>
            <p:cNvPr id="329" name="object 302">
              <a:extLst>
                <a:ext uri="{FF2B5EF4-FFF2-40B4-BE49-F238E27FC236}">
                  <a16:creationId xmlns:a16="http://schemas.microsoft.com/office/drawing/2014/main" id="{8EBA4E55-63E5-4C28-A66D-F4721121B8AA}"/>
                </a:ext>
              </a:extLst>
            </p:cNvPr>
            <p:cNvSpPr txBox="1"/>
            <p:nvPr/>
          </p:nvSpPr>
          <p:spPr>
            <a:xfrm>
              <a:off x="4837662" y="2911663"/>
              <a:ext cx="177800" cy="39116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+mj-lt"/>
                  <a:cs typeface="Times New Roman"/>
                </a:rPr>
                <a:t>x</a:t>
              </a:r>
            </a:p>
          </p:txBody>
        </p:sp>
        <p:sp>
          <p:nvSpPr>
            <p:cNvPr id="330" name="object 302">
              <a:extLst>
                <a:ext uri="{FF2B5EF4-FFF2-40B4-BE49-F238E27FC236}">
                  <a16:creationId xmlns:a16="http://schemas.microsoft.com/office/drawing/2014/main" id="{57ABAF33-826A-4C2F-B4EE-259D74D23B27}"/>
                </a:ext>
              </a:extLst>
            </p:cNvPr>
            <p:cNvSpPr txBox="1"/>
            <p:nvPr/>
          </p:nvSpPr>
          <p:spPr>
            <a:xfrm>
              <a:off x="4842509" y="4315979"/>
              <a:ext cx="177800" cy="39116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+mj-lt"/>
                  <a:cs typeface="Times New Roman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202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Co-ordinates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5" dirty="0">
                <a:latin typeface="+mn-lt"/>
                <a:cs typeface="Tahoma"/>
              </a:rPr>
              <a:t>Co-ordinates are cartesian but normally represented as a vector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406-033B-4810-969D-78C87B689F57}"/>
              </a:ext>
            </a:extLst>
          </p:cNvPr>
          <p:cNvSpPr/>
          <p:nvPr/>
        </p:nvSpPr>
        <p:spPr>
          <a:xfrm>
            <a:off x="396037" y="5689959"/>
            <a:ext cx="79677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spc="-5" dirty="0">
                <a:latin typeface="+mn-lt"/>
                <a:cs typeface="Times New Roman"/>
              </a:rPr>
              <a:t>The 3 </a:t>
            </a:r>
            <a:r>
              <a:rPr lang="en-GB" sz="2000" spc="-5" dirty="0" err="1">
                <a:latin typeface="+mn-lt"/>
                <a:cs typeface="Times New Roman"/>
              </a:rPr>
              <a:t>elemets</a:t>
            </a:r>
            <a:r>
              <a:rPr lang="en-GB" sz="2000" spc="-5" dirty="0">
                <a:latin typeface="+mn-lt"/>
                <a:cs typeface="Times New Roman"/>
              </a:rPr>
              <a:t> of the vector are simply the 3 cartesian co-ordinates in an x-y-z system.</a:t>
            </a:r>
            <a:endParaRPr lang="en-GB" sz="2000" dirty="0">
              <a:latin typeface="+mn-lt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FA788B9D-2A76-4276-8F01-6324D08A4983}"/>
              </a:ext>
            </a:extLst>
          </p:cNvPr>
          <p:cNvSpPr/>
          <p:nvPr/>
        </p:nvSpPr>
        <p:spPr>
          <a:xfrm>
            <a:off x="545592" y="1395412"/>
            <a:ext cx="4217416" cy="36073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6">
            <a:extLst>
              <a:ext uri="{FF2B5EF4-FFF2-40B4-BE49-F238E27FC236}">
                <a16:creationId xmlns:a16="http://schemas.microsoft.com/office/drawing/2014/main" id="{541B3CBD-2929-4F02-9760-ED6E27D50E61}"/>
              </a:ext>
            </a:extLst>
          </p:cNvPr>
          <p:cNvSpPr/>
          <p:nvPr/>
        </p:nvSpPr>
        <p:spPr>
          <a:xfrm>
            <a:off x="5484442" y="2417540"/>
            <a:ext cx="2005510" cy="18415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862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Orientation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90" dirty="0">
                <a:latin typeface="+mn-lt"/>
                <a:cs typeface="Times New Roman"/>
              </a:rPr>
              <a:t>In a robot system with rotational degrees of freedom you need </a:t>
            </a:r>
            <a:r>
              <a:rPr lang="en-GB" sz="2000" spc="-5" dirty="0">
                <a:latin typeface="+mn-lt"/>
                <a:cs typeface="Times New Roman"/>
              </a:rPr>
              <a:t>represent </a:t>
            </a:r>
            <a:r>
              <a:rPr lang="en-GB" sz="2000" dirty="0">
                <a:latin typeface="+mn-lt"/>
                <a:cs typeface="Times New Roman"/>
              </a:rPr>
              <a:t>a point in </a:t>
            </a:r>
            <a:r>
              <a:rPr lang="en-GB" sz="2000" spc="-5" dirty="0">
                <a:latin typeface="+mn-lt"/>
                <a:cs typeface="Times New Roman"/>
              </a:rPr>
              <a:t>the </a:t>
            </a:r>
            <a:r>
              <a:rPr lang="en-GB" sz="2000" spc="-10" dirty="0">
                <a:latin typeface="+mn-lt"/>
                <a:cs typeface="Times New Roman"/>
              </a:rPr>
              <a:t>space and</a:t>
            </a:r>
            <a:r>
              <a:rPr lang="en-GB" sz="2000" spc="-5" dirty="0">
                <a:latin typeface="+mn-lt"/>
                <a:cs typeface="Times New Roman"/>
              </a:rPr>
              <a:t> describe  the orientation </a:t>
            </a:r>
            <a:r>
              <a:rPr lang="en-GB" sz="2000" dirty="0">
                <a:latin typeface="+mn-lt"/>
                <a:cs typeface="Times New Roman"/>
              </a:rPr>
              <a:t>of a body in</a:t>
            </a:r>
            <a:r>
              <a:rPr lang="en-GB" sz="2000" spc="-5" dirty="0">
                <a:latin typeface="+mn-lt"/>
                <a:cs typeface="Times New Roman"/>
              </a:rPr>
              <a:t> </a:t>
            </a:r>
            <a:r>
              <a:rPr lang="en-GB" sz="2000" spc="-10" dirty="0">
                <a:latin typeface="+mn-lt"/>
                <a:cs typeface="Times New Roman"/>
              </a:rPr>
              <a:t>space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406-033B-4810-969D-78C87B689F57}"/>
              </a:ext>
            </a:extLst>
          </p:cNvPr>
          <p:cNvSpPr/>
          <p:nvPr/>
        </p:nvSpPr>
        <p:spPr>
          <a:xfrm>
            <a:off x="4850182" y="1601575"/>
            <a:ext cx="40272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spc="-5" dirty="0">
                <a:latin typeface="+mn-lt"/>
                <a:cs typeface="Times New Roman"/>
              </a:rPr>
              <a:t>Here the co-ordinate frame has got a positional relation to the original frame using A</a:t>
            </a:r>
            <a:r>
              <a:rPr lang="en-GB" sz="2000" spc="-5" baseline="-25000" dirty="0">
                <a:latin typeface="+mn-lt"/>
                <a:cs typeface="Times New Roman"/>
              </a:rPr>
              <a:t>P</a:t>
            </a:r>
            <a:r>
              <a:rPr lang="en-GB" sz="2000" spc="-5" dirty="0">
                <a:latin typeface="+mn-lt"/>
                <a:cs typeface="Times New Roman"/>
              </a:rPr>
              <a:t> .</a:t>
            </a:r>
            <a:endParaRPr lang="en-GB" sz="2000" dirty="0">
              <a:latin typeface="+mn-lt"/>
            </a:endParaRPr>
          </a:p>
        </p:txBody>
      </p:sp>
      <p:sp>
        <p:nvSpPr>
          <p:cNvPr id="8" name="object 65">
            <a:extLst>
              <a:ext uri="{FF2B5EF4-FFF2-40B4-BE49-F238E27FC236}">
                <a16:creationId xmlns:a16="http://schemas.microsoft.com/office/drawing/2014/main" id="{6B72EFEA-2DA2-4A4E-BA9A-358956E53584}"/>
              </a:ext>
            </a:extLst>
          </p:cNvPr>
          <p:cNvSpPr/>
          <p:nvPr/>
        </p:nvSpPr>
        <p:spPr>
          <a:xfrm>
            <a:off x="485509" y="1492504"/>
            <a:ext cx="3942080" cy="3164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5">
            <a:extLst>
              <a:ext uri="{FF2B5EF4-FFF2-40B4-BE49-F238E27FC236}">
                <a16:creationId xmlns:a16="http://schemas.microsoft.com/office/drawing/2014/main" id="{58F6EF52-852D-4F78-B630-85B435A6C415}"/>
              </a:ext>
            </a:extLst>
          </p:cNvPr>
          <p:cNvSpPr/>
          <p:nvPr/>
        </p:nvSpPr>
        <p:spPr>
          <a:xfrm>
            <a:off x="2414016" y="4985129"/>
            <a:ext cx="4194048" cy="14455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80737-2C46-4DE4-930C-F84F3BB5B08B}"/>
              </a:ext>
            </a:extLst>
          </p:cNvPr>
          <p:cNvSpPr/>
          <p:nvPr/>
        </p:nvSpPr>
        <p:spPr>
          <a:xfrm>
            <a:off x="4850182" y="2855319"/>
            <a:ext cx="40272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spc="-5" dirty="0">
                <a:latin typeface="+mn-lt"/>
                <a:cs typeface="Times New Roman"/>
              </a:rPr>
              <a:t>If the box is rotated in any way we need to describe that rotation with respect to its position.</a:t>
            </a:r>
            <a:endParaRPr lang="en-GB" sz="2000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C3DCD1-D67F-46EA-ACBC-AF5128F4A0E0}"/>
              </a:ext>
            </a:extLst>
          </p:cNvPr>
          <p:cNvSpPr/>
          <p:nvPr/>
        </p:nvSpPr>
        <p:spPr>
          <a:xfrm>
            <a:off x="4850182" y="3950567"/>
            <a:ext cx="40272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spc="-5" dirty="0">
                <a:latin typeface="+mn-lt"/>
                <a:cs typeface="Times New Roman"/>
              </a:rPr>
              <a:t>This is done with a rotational matrix.</a:t>
            </a:r>
            <a:endParaRPr lang="en-GB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141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8" grpId="0" animBg="1"/>
      <p:bldP spid="9" grpId="0" animBg="1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Orientation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65820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90" dirty="0">
                <a:latin typeface="+mn-lt"/>
                <a:cs typeface="Times New Roman"/>
              </a:rPr>
              <a:t>In effect the rotational possibilities are represented by 3 vectors which are represented in a 3x3 matrix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406-033B-4810-969D-78C87B689F57}"/>
              </a:ext>
            </a:extLst>
          </p:cNvPr>
          <p:cNvSpPr/>
          <p:nvPr/>
        </p:nvSpPr>
        <p:spPr>
          <a:xfrm>
            <a:off x="485509" y="3028890"/>
            <a:ext cx="40272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spc="-5" dirty="0">
                <a:latin typeface="+mn-lt"/>
                <a:cs typeface="Times New Roman"/>
              </a:rPr>
              <a:t>So we have:</a:t>
            </a:r>
            <a:endParaRPr lang="en-GB" sz="2000" dirty="0">
              <a:latin typeface="+mn-lt"/>
            </a:endParaRPr>
          </a:p>
        </p:txBody>
      </p:sp>
      <p:sp>
        <p:nvSpPr>
          <p:cNvPr id="9" name="object 65">
            <a:extLst>
              <a:ext uri="{FF2B5EF4-FFF2-40B4-BE49-F238E27FC236}">
                <a16:creationId xmlns:a16="http://schemas.microsoft.com/office/drawing/2014/main" id="{58F6EF52-852D-4F78-B630-85B435A6C415}"/>
              </a:ext>
            </a:extLst>
          </p:cNvPr>
          <p:cNvSpPr/>
          <p:nvPr/>
        </p:nvSpPr>
        <p:spPr>
          <a:xfrm>
            <a:off x="1682496" y="1386613"/>
            <a:ext cx="4194048" cy="14455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757E34-B9BA-45DF-AC1D-2BF0F71F37B4}"/>
              </a:ext>
            </a:extLst>
          </p:cNvPr>
          <p:cNvSpPr/>
          <p:nvPr/>
        </p:nvSpPr>
        <p:spPr>
          <a:xfrm>
            <a:off x="711061" y="3477962"/>
            <a:ext cx="40272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A vector to represent position</a:t>
            </a:r>
            <a:endParaRPr lang="en-GB" sz="2000" dirty="0">
              <a:latin typeface="+mn-lt"/>
            </a:endParaRPr>
          </a:p>
        </p:txBody>
      </p:sp>
      <p:sp>
        <p:nvSpPr>
          <p:cNvPr id="13" name="object 66">
            <a:extLst>
              <a:ext uri="{FF2B5EF4-FFF2-40B4-BE49-F238E27FC236}">
                <a16:creationId xmlns:a16="http://schemas.microsoft.com/office/drawing/2014/main" id="{15310F5E-6F36-425E-A7B9-EEA574ED0895}"/>
              </a:ext>
            </a:extLst>
          </p:cNvPr>
          <p:cNvSpPr/>
          <p:nvPr/>
        </p:nvSpPr>
        <p:spPr>
          <a:xfrm>
            <a:off x="5671386" y="3178048"/>
            <a:ext cx="1229286" cy="10200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FA38CD-373B-4001-9885-EA44F297E53B}"/>
              </a:ext>
            </a:extLst>
          </p:cNvPr>
          <p:cNvSpPr/>
          <p:nvPr/>
        </p:nvSpPr>
        <p:spPr>
          <a:xfrm>
            <a:off x="711060" y="4646362"/>
            <a:ext cx="46899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A 3x3 matrix to represent orientation</a:t>
            </a:r>
            <a:endParaRPr lang="en-GB" sz="2000" dirty="0">
              <a:latin typeface="+mn-lt"/>
            </a:endParaRPr>
          </a:p>
        </p:txBody>
      </p:sp>
      <p:sp>
        <p:nvSpPr>
          <p:cNvPr id="15" name="object 65">
            <a:extLst>
              <a:ext uri="{FF2B5EF4-FFF2-40B4-BE49-F238E27FC236}">
                <a16:creationId xmlns:a16="http://schemas.microsoft.com/office/drawing/2014/main" id="{8E328A6B-1539-468C-9250-54F67008EF00}"/>
              </a:ext>
            </a:extLst>
          </p:cNvPr>
          <p:cNvSpPr/>
          <p:nvPr/>
        </p:nvSpPr>
        <p:spPr>
          <a:xfrm>
            <a:off x="5904992" y="4372447"/>
            <a:ext cx="1471168" cy="1445585"/>
          </a:xfrm>
          <a:prstGeom prst="rect">
            <a:avLst/>
          </a:prstGeom>
          <a:blipFill>
            <a:blip r:embed="rId3" cstate="print"/>
            <a:stretch>
              <a:fillRect l="-185083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5F96B-4C86-4DFD-91F3-6F3206A2FA00}"/>
              </a:ext>
            </a:extLst>
          </p:cNvPr>
          <p:cNvSpPr/>
          <p:nvPr/>
        </p:nvSpPr>
        <p:spPr>
          <a:xfrm>
            <a:off x="711060" y="5243164"/>
            <a:ext cx="46899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In this case 1=x</a:t>
            </a:r>
            <a:r>
              <a:rPr lang="en-GB" sz="2000" spc="-5">
                <a:latin typeface="+mn-lt"/>
                <a:cs typeface="Times New Roman"/>
              </a:rPr>
              <a:t>, 2=</a:t>
            </a:r>
            <a:r>
              <a:rPr lang="en-GB" sz="2000" spc="-5" dirty="0">
                <a:latin typeface="+mn-lt"/>
                <a:cs typeface="Times New Roman"/>
              </a:rPr>
              <a:t>y, 3=z</a:t>
            </a:r>
            <a:endParaRPr lang="en-GB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6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9" grpId="0" animBg="1"/>
      <p:bldP spid="12" grpId="0"/>
      <p:bldP spid="13" grpId="0" animBg="1"/>
      <p:bldP spid="14" grpId="0"/>
      <p:bldP spid="15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Rotational Transforms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90" dirty="0">
                <a:latin typeface="+mn-lt"/>
                <a:cs typeface="Times New Roman"/>
              </a:rPr>
              <a:t>There are three possible rotational transforms that can be represented by this matrix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406-033B-4810-969D-78C87B689F57}"/>
              </a:ext>
            </a:extLst>
          </p:cNvPr>
          <p:cNvSpPr/>
          <p:nvPr/>
        </p:nvSpPr>
        <p:spPr>
          <a:xfrm>
            <a:off x="544710" y="1740602"/>
            <a:ext cx="40272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6940" indent="-342900">
              <a:lnSpc>
                <a:spcPct val="100000"/>
              </a:lnSpc>
              <a:spcBef>
                <a:spcPts val="550"/>
              </a:spcBef>
              <a:buFont typeface="Arial" panose="020B0604020202020204" pitchFamily="34" charset="0"/>
              <a:buChar char="•"/>
              <a:tabLst>
                <a:tab pos="860425" algn="l"/>
              </a:tabLst>
            </a:pPr>
            <a:r>
              <a:rPr lang="en-GB" sz="2000" spc="-5" dirty="0">
                <a:latin typeface="+mn-lt"/>
                <a:cs typeface="Times New Roman"/>
              </a:rPr>
              <a:t>Rotation about</a:t>
            </a:r>
            <a:r>
              <a:rPr lang="en-GB" sz="2000" spc="5" dirty="0">
                <a:latin typeface="+mn-lt"/>
                <a:cs typeface="Times New Roman"/>
              </a:rPr>
              <a:t> </a:t>
            </a:r>
            <a:r>
              <a:rPr lang="en-GB" sz="2000" spc="-5" dirty="0">
                <a:latin typeface="+mn-lt"/>
                <a:cs typeface="Times New Roman"/>
              </a:rPr>
              <a:t>Z-axis.</a:t>
            </a:r>
          </a:p>
          <a:p>
            <a:pPr marL="916940" indent="-342900">
              <a:lnSpc>
                <a:spcPct val="100000"/>
              </a:lnSpc>
              <a:spcBef>
                <a:spcPts val="550"/>
              </a:spcBef>
              <a:buFont typeface="Arial" panose="020B0604020202020204" pitchFamily="34" charset="0"/>
              <a:buChar char="•"/>
              <a:tabLst>
                <a:tab pos="860425" algn="l"/>
              </a:tabLst>
            </a:pPr>
            <a:endParaRPr lang="en-GB" sz="2000" dirty="0">
              <a:latin typeface="+mn-lt"/>
              <a:cs typeface="Times New Roman"/>
            </a:endParaRPr>
          </a:p>
          <a:p>
            <a:pPr marL="916940" indent="-342900">
              <a:lnSpc>
                <a:spcPct val="100000"/>
              </a:lnSpc>
              <a:spcBef>
                <a:spcPts val="550"/>
              </a:spcBef>
              <a:buFont typeface="Arial" panose="020B0604020202020204" pitchFamily="34" charset="0"/>
              <a:buChar char="•"/>
              <a:tabLst>
                <a:tab pos="876935" algn="l"/>
              </a:tabLst>
            </a:pPr>
            <a:r>
              <a:rPr lang="en-GB" sz="2000" spc="-5" dirty="0">
                <a:latin typeface="+mn-lt"/>
                <a:cs typeface="Times New Roman"/>
              </a:rPr>
              <a:t>Rotation about</a:t>
            </a:r>
            <a:r>
              <a:rPr lang="en-GB" sz="2000" spc="5" dirty="0">
                <a:latin typeface="+mn-lt"/>
                <a:cs typeface="Times New Roman"/>
              </a:rPr>
              <a:t> </a:t>
            </a:r>
            <a:r>
              <a:rPr lang="en-GB" sz="2000" spc="-5" dirty="0">
                <a:latin typeface="+mn-lt"/>
                <a:cs typeface="Times New Roman"/>
              </a:rPr>
              <a:t>X-axis.</a:t>
            </a:r>
          </a:p>
          <a:p>
            <a:pPr marL="916940" indent="-342900">
              <a:lnSpc>
                <a:spcPct val="100000"/>
              </a:lnSpc>
              <a:spcBef>
                <a:spcPts val="550"/>
              </a:spcBef>
              <a:buFont typeface="Arial" panose="020B0604020202020204" pitchFamily="34" charset="0"/>
              <a:buChar char="•"/>
              <a:tabLst>
                <a:tab pos="876935" algn="l"/>
              </a:tabLst>
            </a:pPr>
            <a:endParaRPr lang="en-GB" sz="2000" dirty="0">
              <a:latin typeface="+mn-lt"/>
              <a:cs typeface="Times New Roman"/>
            </a:endParaRPr>
          </a:p>
          <a:p>
            <a:pPr marL="916940" indent="-342900">
              <a:lnSpc>
                <a:spcPct val="100000"/>
              </a:lnSpc>
              <a:spcBef>
                <a:spcPts val="550"/>
              </a:spcBef>
              <a:buFont typeface="Arial" panose="020B0604020202020204" pitchFamily="34" charset="0"/>
              <a:buChar char="•"/>
              <a:tabLst>
                <a:tab pos="860425" algn="l"/>
              </a:tabLst>
            </a:pPr>
            <a:r>
              <a:rPr lang="en-GB" sz="2000" spc="-5" dirty="0">
                <a:latin typeface="+mn-lt"/>
                <a:cs typeface="Times New Roman"/>
              </a:rPr>
              <a:t>Rotation about</a:t>
            </a:r>
            <a:r>
              <a:rPr lang="en-GB" sz="2000" spc="-75" dirty="0">
                <a:latin typeface="+mn-lt"/>
                <a:cs typeface="Times New Roman"/>
              </a:rPr>
              <a:t> </a:t>
            </a:r>
            <a:r>
              <a:rPr lang="en-GB" sz="2000" spc="-40" dirty="0">
                <a:latin typeface="+mn-lt"/>
                <a:cs typeface="Times New Roman"/>
              </a:rPr>
              <a:t>Y-axis.</a:t>
            </a:r>
            <a:endParaRPr lang="en-GB" sz="2000" dirty="0">
              <a:latin typeface="+mn-lt"/>
              <a:cs typeface="Times New Roman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5CFC5D42-D879-44E9-8F65-0377BBA5A760}"/>
              </a:ext>
            </a:extLst>
          </p:cNvPr>
          <p:cNvSpPr txBox="1"/>
          <p:nvPr/>
        </p:nvSpPr>
        <p:spPr>
          <a:xfrm>
            <a:off x="487608" y="4133698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Each may be applied individually or together using the matrix </a:t>
            </a:r>
            <a:endParaRPr lang="en-US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675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Z-axis rotation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90" dirty="0">
                <a:latin typeface="+mn-lt"/>
                <a:cs typeface="Times New Roman"/>
              </a:rPr>
              <a:t>Rotating around the z-axis by an angle </a:t>
            </a:r>
            <a:r>
              <a:rPr lang="el-GR" sz="2000" spc="-90" dirty="0">
                <a:latin typeface="+mn-lt"/>
                <a:cs typeface="Times New Roman"/>
              </a:rPr>
              <a:t>θ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90A55E9-BFA8-44FC-92DE-82B2DE486089}"/>
              </a:ext>
            </a:extLst>
          </p:cNvPr>
          <p:cNvSpPr/>
          <p:nvPr/>
        </p:nvSpPr>
        <p:spPr>
          <a:xfrm>
            <a:off x="583184" y="1353312"/>
            <a:ext cx="3940048" cy="3698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2443B02-CF51-4511-8B83-598DBAD97FBD}"/>
              </a:ext>
            </a:extLst>
          </p:cNvPr>
          <p:cNvSpPr/>
          <p:nvPr/>
        </p:nvSpPr>
        <p:spPr>
          <a:xfrm>
            <a:off x="5326819" y="2168816"/>
            <a:ext cx="2505594" cy="1771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53BE29-98ED-42E5-8DA7-358D445E564C}"/>
              </a:ext>
            </a:extLst>
          </p:cNvPr>
          <p:cNvGrpSpPr/>
          <p:nvPr/>
        </p:nvGrpSpPr>
        <p:grpSpPr>
          <a:xfrm>
            <a:off x="404875" y="5513426"/>
            <a:ext cx="8236713" cy="628377"/>
            <a:chOff x="404875" y="5513426"/>
            <a:chExt cx="8236713" cy="628377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5CFC5D42-D879-44E9-8F65-0377BBA5A760}"/>
                </a:ext>
              </a:extLst>
            </p:cNvPr>
            <p:cNvSpPr txBox="1"/>
            <p:nvPr/>
          </p:nvSpPr>
          <p:spPr>
            <a:xfrm>
              <a:off x="404875" y="5513426"/>
              <a:ext cx="8236713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GB" sz="2000" spc="-5" dirty="0">
                  <a:latin typeface="+mn-lt"/>
                  <a:cs typeface="Times New Roman"/>
                </a:rPr>
                <a:t>An axis </a:t>
              </a:r>
              <a:r>
                <a:rPr lang="en-GB" sz="2000" spc="-25" dirty="0">
                  <a:latin typeface="+mn-lt"/>
                  <a:cs typeface="Times New Roman"/>
                </a:rPr>
                <a:t>that’s </a:t>
              </a:r>
              <a:r>
                <a:rPr lang="en-GB" sz="2000" spc="-5" dirty="0">
                  <a:latin typeface="+mn-lt"/>
                  <a:cs typeface="Times New Roman"/>
                </a:rPr>
                <a:t>pointing </a:t>
              </a:r>
              <a:r>
                <a:rPr lang="en-GB" sz="2000" dirty="0">
                  <a:latin typeface="+mn-lt"/>
                  <a:cs typeface="Times New Roman"/>
                </a:rPr>
                <a:t>out of </a:t>
              </a:r>
              <a:r>
                <a:rPr lang="en-GB" sz="2000" spc="-5" dirty="0">
                  <a:latin typeface="+mn-lt"/>
                  <a:cs typeface="Times New Roman"/>
                </a:rPr>
                <a:t>the paper is</a:t>
              </a:r>
              <a:r>
                <a:rPr lang="en-GB" sz="2000" spc="40" dirty="0">
                  <a:latin typeface="+mn-lt"/>
                  <a:cs typeface="Times New Roman"/>
                </a:rPr>
                <a:t> </a:t>
              </a:r>
              <a:r>
                <a:rPr lang="en-GB" sz="2000" spc="-5" dirty="0">
                  <a:latin typeface="+mn-lt"/>
                  <a:cs typeface="Times New Roman"/>
                </a:rPr>
                <a:t>denoted</a:t>
              </a:r>
              <a:r>
                <a:rPr lang="en-GB" sz="2000" spc="5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by ʘ, and </a:t>
              </a:r>
              <a:r>
                <a:rPr lang="en-GB" sz="2000" spc="-5" dirty="0">
                  <a:latin typeface="+mn-lt"/>
                  <a:cs typeface="Times New Roman"/>
                </a:rPr>
                <a:t>an</a:t>
              </a:r>
              <a:r>
                <a:rPr lang="en-GB" sz="2000" spc="-50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axis  </a:t>
              </a:r>
              <a:r>
                <a:rPr lang="en-GB" sz="2000" spc="-25" dirty="0">
                  <a:latin typeface="+mn-lt"/>
                  <a:cs typeface="Times New Roman"/>
                </a:rPr>
                <a:t>that’s </a:t>
              </a:r>
              <a:r>
                <a:rPr lang="en-GB" sz="2000" spc="-5" dirty="0">
                  <a:latin typeface="+mn-lt"/>
                  <a:cs typeface="Times New Roman"/>
                </a:rPr>
                <a:t>pointing </a:t>
              </a:r>
              <a:r>
                <a:rPr lang="en-GB" sz="2000" dirty="0">
                  <a:latin typeface="+mn-lt"/>
                  <a:cs typeface="Times New Roman"/>
                </a:rPr>
                <a:t>into </a:t>
              </a:r>
              <a:r>
                <a:rPr lang="en-GB" sz="2000" spc="-5" dirty="0">
                  <a:latin typeface="+mn-lt"/>
                  <a:cs typeface="Times New Roman"/>
                </a:rPr>
                <a:t>the paper is</a:t>
              </a:r>
              <a:r>
                <a:rPr lang="en-GB" sz="2000" spc="100" dirty="0">
                  <a:latin typeface="+mn-lt"/>
                  <a:cs typeface="Times New Roman"/>
                </a:rPr>
                <a:t> </a:t>
              </a:r>
              <a:r>
                <a:rPr lang="en-GB" sz="2000" spc="-5" dirty="0">
                  <a:latin typeface="+mn-lt"/>
                  <a:cs typeface="Times New Roman"/>
                </a:rPr>
                <a:t>denoted</a:t>
              </a:r>
              <a:r>
                <a:rPr lang="en-GB" sz="2000" spc="10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by O	</a:t>
              </a:r>
              <a:endParaRPr lang="en-US" altLang="en-US" sz="2000" dirty="0">
                <a:latin typeface="+mn-lt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608DF4-BFCD-4937-B922-78A002B578F7}"/>
                </a:ext>
              </a:extLst>
            </p:cNvPr>
            <p:cNvSpPr/>
            <p:nvPr/>
          </p:nvSpPr>
          <p:spPr>
            <a:xfrm>
              <a:off x="5157542" y="5803249"/>
              <a:ext cx="320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600" dirty="0">
                  <a:cs typeface="Times New Roman"/>
                </a:rPr>
                <a:t>X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393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X-axis rotation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90" dirty="0">
                <a:latin typeface="+mn-lt"/>
                <a:cs typeface="Times New Roman"/>
              </a:rPr>
              <a:t>Rotating around the X-axis by an angle </a:t>
            </a:r>
            <a:r>
              <a:rPr lang="el-GR" sz="2000" spc="-90" dirty="0">
                <a:latin typeface="+mn-lt"/>
                <a:cs typeface="Times New Roman"/>
              </a:rPr>
              <a:t>θ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53BE29-98ED-42E5-8DA7-358D445E564C}"/>
              </a:ext>
            </a:extLst>
          </p:cNvPr>
          <p:cNvGrpSpPr/>
          <p:nvPr/>
        </p:nvGrpSpPr>
        <p:grpSpPr>
          <a:xfrm>
            <a:off x="404875" y="5513426"/>
            <a:ext cx="8236713" cy="628377"/>
            <a:chOff x="404875" y="5513426"/>
            <a:chExt cx="8236713" cy="628377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5CFC5D42-D879-44E9-8F65-0377BBA5A760}"/>
                </a:ext>
              </a:extLst>
            </p:cNvPr>
            <p:cNvSpPr txBox="1"/>
            <p:nvPr/>
          </p:nvSpPr>
          <p:spPr>
            <a:xfrm>
              <a:off x="404875" y="5513426"/>
              <a:ext cx="8236713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GB" sz="2000" spc="-5" dirty="0">
                  <a:latin typeface="+mn-lt"/>
                  <a:cs typeface="Times New Roman"/>
                </a:rPr>
                <a:t>An axis </a:t>
              </a:r>
              <a:r>
                <a:rPr lang="en-GB" sz="2000" spc="-25" dirty="0">
                  <a:latin typeface="+mn-lt"/>
                  <a:cs typeface="Times New Roman"/>
                </a:rPr>
                <a:t>that’s </a:t>
              </a:r>
              <a:r>
                <a:rPr lang="en-GB" sz="2000" spc="-5" dirty="0">
                  <a:latin typeface="+mn-lt"/>
                  <a:cs typeface="Times New Roman"/>
                </a:rPr>
                <a:t>pointing </a:t>
              </a:r>
              <a:r>
                <a:rPr lang="en-GB" sz="2000" dirty="0">
                  <a:latin typeface="+mn-lt"/>
                  <a:cs typeface="Times New Roman"/>
                </a:rPr>
                <a:t>out of </a:t>
              </a:r>
              <a:r>
                <a:rPr lang="en-GB" sz="2000" spc="-5" dirty="0">
                  <a:latin typeface="+mn-lt"/>
                  <a:cs typeface="Times New Roman"/>
                </a:rPr>
                <a:t>the paper is</a:t>
              </a:r>
              <a:r>
                <a:rPr lang="en-GB" sz="2000" spc="40" dirty="0">
                  <a:latin typeface="+mn-lt"/>
                  <a:cs typeface="Times New Roman"/>
                </a:rPr>
                <a:t> </a:t>
              </a:r>
              <a:r>
                <a:rPr lang="en-GB" sz="2000" spc="-5" dirty="0">
                  <a:latin typeface="+mn-lt"/>
                  <a:cs typeface="Times New Roman"/>
                </a:rPr>
                <a:t>denoted</a:t>
              </a:r>
              <a:r>
                <a:rPr lang="en-GB" sz="2000" spc="5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by ʘ, and </a:t>
              </a:r>
              <a:r>
                <a:rPr lang="en-GB" sz="2000" spc="-5" dirty="0">
                  <a:latin typeface="+mn-lt"/>
                  <a:cs typeface="Times New Roman"/>
                </a:rPr>
                <a:t>an</a:t>
              </a:r>
              <a:r>
                <a:rPr lang="en-GB" sz="2000" spc="-50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axis  </a:t>
              </a:r>
              <a:r>
                <a:rPr lang="en-GB" sz="2000" spc="-25" dirty="0">
                  <a:latin typeface="+mn-lt"/>
                  <a:cs typeface="Times New Roman"/>
                </a:rPr>
                <a:t>that’s </a:t>
              </a:r>
              <a:r>
                <a:rPr lang="en-GB" sz="2000" spc="-5" dirty="0">
                  <a:latin typeface="+mn-lt"/>
                  <a:cs typeface="Times New Roman"/>
                </a:rPr>
                <a:t>pointing </a:t>
              </a:r>
              <a:r>
                <a:rPr lang="en-GB" sz="2000" dirty="0">
                  <a:latin typeface="+mn-lt"/>
                  <a:cs typeface="Times New Roman"/>
                </a:rPr>
                <a:t>into </a:t>
              </a:r>
              <a:r>
                <a:rPr lang="en-GB" sz="2000" spc="-5" dirty="0">
                  <a:latin typeface="+mn-lt"/>
                  <a:cs typeface="Times New Roman"/>
                </a:rPr>
                <a:t>the paper is</a:t>
              </a:r>
              <a:r>
                <a:rPr lang="en-GB" sz="2000" spc="100" dirty="0">
                  <a:latin typeface="+mn-lt"/>
                  <a:cs typeface="Times New Roman"/>
                </a:rPr>
                <a:t> </a:t>
              </a:r>
              <a:r>
                <a:rPr lang="en-GB" sz="2000" spc="-5" dirty="0">
                  <a:latin typeface="+mn-lt"/>
                  <a:cs typeface="Times New Roman"/>
                </a:rPr>
                <a:t>denoted</a:t>
              </a:r>
              <a:r>
                <a:rPr lang="en-GB" sz="2000" spc="10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by O	</a:t>
              </a:r>
              <a:endParaRPr lang="en-US" altLang="en-US" sz="2000" dirty="0">
                <a:latin typeface="+mn-lt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608DF4-BFCD-4937-B922-78A002B578F7}"/>
                </a:ext>
              </a:extLst>
            </p:cNvPr>
            <p:cNvSpPr/>
            <p:nvPr/>
          </p:nvSpPr>
          <p:spPr>
            <a:xfrm>
              <a:off x="5157542" y="5803249"/>
              <a:ext cx="320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600" dirty="0">
                  <a:cs typeface="Times New Roman"/>
                </a:rPr>
                <a:t>X</a:t>
              </a:r>
              <a:endParaRPr lang="en-GB" sz="1600" dirty="0"/>
            </a:p>
          </p:txBody>
        </p: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C6CFB18D-388A-4CBF-85C2-447622BBA7FA}"/>
              </a:ext>
            </a:extLst>
          </p:cNvPr>
          <p:cNvSpPr/>
          <p:nvPr/>
        </p:nvSpPr>
        <p:spPr>
          <a:xfrm>
            <a:off x="381000" y="1143000"/>
            <a:ext cx="4231640" cy="39451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BE0A6955-7617-46CA-9C21-9E5C4D73D3C9}"/>
              </a:ext>
            </a:extLst>
          </p:cNvPr>
          <p:cNvSpPr/>
          <p:nvPr/>
        </p:nvSpPr>
        <p:spPr>
          <a:xfrm>
            <a:off x="5384800" y="2018956"/>
            <a:ext cx="2300362" cy="17199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92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Y-axis rotation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90" dirty="0">
                <a:latin typeface="+mn-lt"/>
                <a:cs typeface="Times New Roman"/>
              </a:rPr>
              <a:t>Rotating around the Y-axis by an angle </a:t>
            </a:r>
            <a:r>
              <a:rPr lang="el-GR" sz="2000" spc="-90" dirty="0">
                <a:latin typeface="+mn-lt"/>
                <a:cs typeface="Times New Roman"/>
              </a:rPr>
              <a:t>θ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53BE29-98ED-42E5-8DA7-358D445E564C}"/>
              </a:ext>
            </a:extLst>
          </p:cNvPr>
          <p:cNvGrpSpPr/>
          <p:nvPr/>
        </p:nvGrpSpPr>
        <p:grpSpPr>
          <a:xfrm>
            <a:off x="404875" y="5513426"/>
            <a:ext cx="8236713" cy="628377"/>
            <a:chOff x="404875" y="5513426"/>
            <a:chExt cx="8236713" cy="628377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5CFC5D42-D879-44E9-8F65-0377BBA5A760}"/>
                </a:ext>
              </a:extLst>
            </p:cNvPr>
            <p:cNvSpPr txBox="1"/>
            <p:nvPr/>
          </p:nvSpPr>
          <p:spPr>
            <a:xfrm>
              <a:off x="404875" y="5513426"/>
              <a:ext cx="8236713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GB" sz="2000" spc="-5" dirty="0">
                  <a:latin typeface="+mn-lt"/>
                  <a:cs typeface="Times New Roman"/>
                </a:rPr>
                <a:t>An axis </a:t>
              </a:r>
              <a:r>
                <a:rPr lang="en-GB" sz="2000" spc="-25" dirty="0">
                  <a:latin typeface="+mn-lt"/>
                  <a:cs typeface="Times New Roman"/>
                </a:rPr>
                <a:t>that’s </a:t>
              </a:r>
              <a:r>
                <a:rPr lang="en-GB" sz="2000" spc="-5" dirty="0">
                  <a:latin typeface="+mn-lt"/>
                  <a:cs typeface="Times New Roman"/>
                </a:rPr>
                <a:t>pointing </a:t>
              </a:r>
              <a:r>
                <a:rPr lang="en-GB" sz="2000" dirty="0">
                  <a:latin typeface="+mn-lt"/>
                  <a:cs typeface="Times New Roman"/>
                </a:rPr>
                <a:t>out of </a:t>
              </a:r>
              <a:r>
                <a:rPr lang="en-GB" sz="2000" spc="-5" dirty="0">
                  <a:latin typeface="+mn-lt"/>
                  <a:cs typeface="Times New Roman"/>
                </a:rPr>
                <a:t>the paper is</a:t>
              </a:r>
              <a:r>
                <a:rPr lang="en-GB" sz="2000" spc="40" dirty="0">
                  <a:latin typeface="+mn-lt"/>
                  <a:cs typeface="Times New Roman"/>
                </a:rPr>
                <a:t> </a:t>
              </a:r>
              <a:r>
                <a:rPr lang="en-GB" sz="2000" spc="-5" dirty="0">
                  <a:latin typeface="+mn-lt"/>
                  <a:cs typeface="Times New Roman"/>
                </a:rPr>
                <a:t>denoted</a:t>
              </a:r>
              <a:r>
                <a:rPr lang="en-GB" sz="2000" spc="5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by ʘ, and </a:t>
              </a:r>
              <a:r>
                <a:rPr lang="en-GB" sz="2000" spc="-5" dirty="0">
                  <a:latin typeface="+mn-lt"/>
                  <a:cs typeface="Times New Roman"/>
                </a:rPr>
                <a:t>an</a:t>
              </a:r>
              <a:r>
                <a:rPr lang="en-GB" sz="2000" spc="-50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axis  </a:t>
              </a:r>
              <a:r>
                <a:rPr lang="en-GB" sz="2000" spc="-25" dirty="0">
                  <a:latin typeface="+mn-lt"/>
                  <a:cs typeface="Times New Roman"/>
                </a:rPr>
                <a:t>that’s </a:t>
              </a:r>
              <a:r>
                <a:rPr lang="en-GB" sz="2000" spc="-5" dirty="0">
                  <a:latin typeface="+mn-lt"/>
                  <a:cs typeface="Times New Roman"/>
                </a:rPr>
                <a:t>pointing </a:t>
              </a:r>
              <a:r>
                <a:rPr lang="en-GB" sz="2000" dirty="0">
                  <a:latin typeface="+mn-lt"/>
                  <a:cs typeface="Times New Roman"/>
                </a:rPr>
                <a:t>into </a:t>
              </a:r>
              <a:r>
                <a:rPr lang="en-GB" sz="2000" spc="-5" dirty="0">
                  <a:latin typeface="+mn-lt"/>
                  <a:cs typeface="Times New Roman"/>
                </a:rPr>
                <a:t>the paper is</a:t>
              </a:r>
              <a:r>
                <a:rPr lang="en-GB" sz="2000" spc="100" dirty="0">
                  <a:latin typeface="+mn-lt"/>
                  <a:cs typeface="Times New Roman"/>
                </a:rPr>
                <a:t> </a:t>
              </a:r>
              <a:r>
                <a:rPr lang="en-GB" sz="2000" spc="-5" dirty="0">
                  <a:latin typeface="+mn-lt"/>
                  <a:cs typeface="Times New Roman"/>
                </a:rPr>
                <a:t>denoted</a:t>
              </a:r>
              <a:r>
                <a:rPr lang="en-GB" sz="2000" spc="10" dirty="0">
                  <a:latin typeface="+mn-lt"/>
                  <a:cs typeface="Times New Roman"/>
                </a:rPr>
                <a:t> </a:t>
              </a:r>
              <a:r>
                <a:rPr lang="en-GB" sz="2000" dirty="0">
                  <a:latin typeface="+mn-lt"/>
                  <a:cs typeface="Times New Roman"/>
                </a:rPr>
                <a:t>by O	</a:t>
              </a:r>
              <a:endParaRPr lang="en-US" altLang="en-US" sz="2000" dirty="0">
                <a:latin typeface="+mn-lt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608DF4-BFCD-4937-B922-78A002B578F7}"/>
                </a:ext>
              </a:extLst>
            </p:cNvPr>
            <p:cNvSpPr/>
            <p:nvPr/>
          </p:nvSpPr>
          <p:spPr>
            <a:xfrm>
              <a:off x="5157542" y="5803249"/>
              <a:ext cx="320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600" dirty="0">
                  <a:cs typeface="Times New Roman"/>
                </a:rPr>
                <a:t>X</a:t>
              </a:r>
              <a:endParaRPr lang="en-GB" sz="1600" dirty="0"/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ECC2773E-E34F-4CA6-8FE8-2B8376A1361E}"/>
              </a:ext>
            </a:extLst>
          </p:cNvPr>
          <p:cNvSpPr/>
          <p:nvPr/>
        </p:nvSpPr>
        <p:spPr>
          <a:xfrm>
            <a:off x="496176" y="1287654"/>
            <a:ext cx="4334256" cy="3822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00844EB2-3756-49A7-A828-D4195ACEB7BE}"/>
              </a:ext>
            </a:extLst>
          </p:cNvPr>
          <p:cNvSpPr/>
          <p:nvPr/>
        </p:nvSpPr>
        <p:spPr>
          <a:xfrm>
            <a:off x="5669280" y="2174695"/>
            <a:ext cx="2238754" cy="16418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192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Multi axis transformation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Transformations through angles in all axes (</a:t>
            </a:r>
            <a:r>
              <a:rPr lang="el-GR" altLang="en-US" sz="2000" spc="-90" dirty="0">
                <a:latin typeface="+mn-lt"/>
                <a:cs typeface="Times New Roman"/>
              </a:rPr>
              <a:t>γ</a:t>
            </a:r>
            <a:r>
              <a:rPr lang="en-GB" altLang="en-US" sz="2000" spc="-90" dirty="0">
                <a:latin typeface="+mn-lt"/>
                <a:cs typeface="Times New Roman"/>
              </a:rPr>
              <a:t>: x-axis), </a:t>
            </a:r>
            <a:r>
              <a:rPr lang="en-GB" altLang="en-US" sz="2000" spc="-90" dirty="0">
                <a:cs typeface="Times New Roman"/>
              </a:rPr>
              <a:t>(</a:t>
            </a:r>
            <a:r>
              <a:rPr lang="el-GR" altLang="en-US" sz="2000" spc="-90" dirty="0">
                <a:cs typeface="Times New Roman"/>
              </a:rPr>
              <a:t>β </a:t>
            </a:r>
            <a:r>
              <a:rPr lang="en-GB" altLang="en-US" sz="2000" spc="-90" dirty="0">
                <a:cs typeface="Times New Roman"/>
              </a:rPr>
              <a:t>: y</a:t>
            </a:r>
            <a:r>
              <a:rPr lang="el-GR" altLang="en-US" sz="2000" spc="-90" dirty="0">
                <a:cs typeface="Times New Roman"/>
              </a:rPr>
              <a:t> </a:t>
            </a:r>
            <a:r>
              <a:rPr lang="en-GB" altLang="en-US" sz="2000" spc="-90" dirty="0">
                <a:cs typeface="Times New Roman"/>
              </a:rPr>
              <a:t>-axis), (</a:t>
            </a:r>
            <a:r>
              <a:rPr lang="el-GR" altLang="en-US" sz="2000" spc="-90" dirty="0">
                <a:cs typeface="Times New Roman"/>
              </a:rPr>
              <a:t>α</a:t>
            </a:r>
            <a:r>
              <a:rPr lang="en-GB" altLang="en-US" sz="2000" spc="-90" dirty="0">
                <a:cs typeface="Times New Roman"/>
              </a:rPr>
              <a:t>: z-axis) can be done by </a:t>
            </a:r>
            <a:r>
              <a:rPr lang="en-GB" altLang="en-US" sz="2000" spc="-90" dirty="0" err="1">
                <a:cs typeface="Times New Roman"/>
              </a:rPr>
              <a:t>applting</a:t>
            </a:r>
            <a:r>
              <a:rPr lang="en-GB" altLang="en-US" sz="2000" spc="-90" dirty="0">
                <a:cs typeface="Times New Roman"/>
              </a:rPr>
              <a:t> each transformation </a:t>
            </a:r>
            <a:r>
              <a:rPr lang="en-GB" altLang="en-US" sz="2000" spc="-90" dirty="0" err="1">
                <a:cs typeface="Times New Roman"/>
              </a:rPr>
              <a:t>individualy</a:t>
            </a:r>
            <a:r>
              <a:rPr lang="en-GB" altLang="en-US" sz="2000" spc="-90" dirty="0">
                <a:cs typeface="Times New Roman"/>
              </a:rPr>
              <a:t> or by pre-calculating the resulting matrix.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5CFC5D42-D879-44E9-8F65-0377BBA5A760}"/>
              </a:ext>
            </a:extLst>
          </p:cNvPr>
          <p:cNvSpPr txBox="1"/>
          <p:nvPr/>
        </p:nvSpPr>
        <p:spPr>
          <a:xfrm>
            <a:off x="368299" y="6024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b="1" i="1" spc="-5" dirty="0">
                <a:latin typeface="+mn-lt"/>
                <a:cs typeface="Times New Roman"/>
              </a:rPr>
              <a:t>c</a:t>
            </a:r>
            <a:r>
              <a:rPr lang="en-GB" sz="2000" spc="-5" dirty="0">
                <a:latin typeface="+mn-lt"/>
                <a:cs typeface="Times New Roman"/>
              </a:rPr>
              <a:t> and </a:t>
            </a:r>
            <a:r>
              <a:rPr lang="en-GB" sz="2000" b="1" i="1" spc="-5" dirty="0">
                <a:latin typeface="+mn-lt"/>
                <a:cs typeface="Times New Roman"/>
              </a:rPr>
              <a:t>s</a:t>
            </a:r>
            <a:r>
              <a:rPr lang="en-GB" sz="2000" spc="-5" dirty="0">
                <a:latin typeface="+mn-lt"/>
                <a:cs typeface="Times New Roman"/>
              </a:rPr>
              <a:t> are used as a </a:t>
            </a:r>
            <a:r>
              <a:rPr lang="en-GB" sz="2000" spc="-5" dirty="0" err="1">
                <a:latin typeface="+mn-lt"/>
                <a:cs typeface="Times New Roman"/>
              </a:rPr>
              <a:t>shortform</a:t>
            </a:r>
            <a:r>
              <a:rPr lang="en-GB" sz="2000" spc="-5" dirty="0">
                <a:latin typeface="+mn-lt"/>
                <a:cs typeface="Times New Roman"/>
              </a:rPr>
              <a:t> for the cosine and sine functions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9" name="object 66">
            <a:extLst>
              <a:ext uri="{FF2B5EF4-FFF2-40B4-BE49-F238E27FC236}">
                <a16:creationId xmlns:a16="http://schemas.microsoft.com/office/drawing/2014/main" id="{3F5EDF65-79A4-4711-ACE0-B7B9F791F8FB}"/>
              </a:ext>
            </a:extLst>
          </p:cNvPr>
          <p:cNvSpPr/>
          <p:nvPr/>
        </p:nvSpPr>
        <p:spPr>
          <a:xfrm>
            <a:off x="701040" y="1673860"/>
            <a:ext cx="4953000" cy="68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7">
            <a:extLst>
              <a:ext uri="{FF2B5EF4-FFF2-40B4-BE49-F238E27FC236}">
                <a16:creationId xmlns:a16="http://schemas.microsoft.com/office/drawing/2014/main" id="{A305465C-123D-4BD7-92DD-8C905338A132}"/>
              </a:ext>
            </a:extLst>
          </p:cNvPr>
          <p:cNvSpPr/>
          <p:nvPr/>
        </p:nvSpPr>
        <p:spPr>
          <a:xfrm>
            <a:off x="2318512" y="2359660"/>
            <a:ext cx="55626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8">
            <a:extLst>
              <a:ext uri="{FF2B5EF4-FFF2-40B4-BE49-F238E27FC236}">
                <a16:creationId xmlns:a16="http://schemas.microsoft.com/office/drawing/2014/main" id="{876934AB-4F04-4807-8D3C-E05070A44F1C}"/>
              </a:ext>
            </a:extLst>
          </p:cNvPr>
          <p:cNvSpPr/>
          <p:nvPr/>
        </p:nvSpPr>
        <p:spPr>
          <a:xfrm>
            <a:off x="2318512" y="4261104"/>
            <a:ext cx="4648200" cy="1752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825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9" grpId="0" animBg="1"/>
      <p:bldP spid="10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17" descr="C:\My Documents\Summer 2001\LK1.gif">
            <a:extLst>
              <a:ext uri="{FF2B5EF4-FFF2-40B4-BE49-F238E27FC236}">
                <a16:creationId xmlns:a16="http://schemas.microsoft.com/office/drawing/2014/main" id="{53268B1B-B63D-4E7A-9A27-CB579EC04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7" b="16991"/>
          <a:stretch>
            <a:fillRect/>
          </a:stretch>
        </p:blipFill>
        <p:spPr bwMode="auto">
          <a:xfrm>
            <a:off x="1790700" y="1316787"/>
            <a:ext cx="5943600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C2DAE70-AC44-4201-9223-EC6BFFD7970A}"/>
              </a:ext>
            </a:extLst>
          </p:cNvPr>
          <p:cNvGrpSpPr/>
          <p:nvPr/>
        </p:nvGrpSpPr>
        <p:grpSpPr>
          <a:xfrm>
            <a:off x="2019300" y="2062912"/>
            <a:ext cx="2209800" cy="1860550"/>
            <a:chOff x="2057400" y="2062912"/>
            <a:chExt cx="2209800" cy="1860550"/>
          </a:xfrm>
        </p:grpSpPr>
        <p:sp>
          <p:nvSpPr>
            <p:cNvPr id="20484" name="Line 9">
              <a:extLst>
                <a:ext uri="{FF2B5EF4-FFF2-40B4-BE49-F238E27FC236}">
                  <a16:creationId xmlns:a16="http://schemas.microsoft.com/office/drawing/2014/main" id="{4D00B930-12B1-497A-9D81-D9EBCFA897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38400" y="2367712"/>
              <a:ext cx="304800" cy="1066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5" name="Line 10">
              <a:extLst>
                <a:ext uri="{FF2B5EF4-FFF2-40B4-BE49-F238E27FC236}">
                  <a16:creationId xmlns:a16="http://schemas.microsoft.com/office/drawing/2014/main" id="{AB1CC1E7-134D-4345-AD56-569D1180B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2824912"/>
              <a:ext cx="533400" cy="6096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6" name="Line 11">
              <a:extLst>
                <a:ext uri="{FF2B5EF4-FFF2-40B4-BE49-F238E27FC236}">
                  <a16:creationId xmlns:a16="http://schemas.microsoft.com/office/drawing/2014/main" id="{2909A476-FC33-46C9-9AA0-BB252FE8A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3434512"/>
              <a:ext cx="838200" cy="15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0" name="Text Box 18">
              <a:extLst>
                <a:ext uri="{FF2B5EF4-FFF2-40B4-BE49-F238E27FC236}">
                  <a16:creationId xmlns:a16="http://schemas.microsoft.com/office/drawing/2014/main" id="{4F8FB77A-41D9-4084-A9FE-9D97C2C73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20629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Z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(i - 1)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0491" name="Text Box 19">
              <a:extLst>
                <a:ext uri="{FF2B5EF4-FFF2-40B4-BE49-F238E27FC236}">
                  <a16:creationId xmlns:a16="http://schemas.microsoft.com/office/drawing/2014/main" id="{1D7332F0-B1C5-4DF2-BAAF-37EC34295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3586912"/>
              <a:ext cx="1066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1600" b="1" baseline="-250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1600" b="1" baseline="-25000" dirty="0" err="1">
                  <a:latin typeface="Times New Roman" panose="02020603050405020304" pitchFamily="18" charset="0"/>
                </a:rPr>
                <a:t>i</a:t>
              </a:r>
              <a:r>
                <a:rPr lang="en-US" altLang="en-US" sz="1600" b="1" baseline="-25000" dirty="0">
                  <a:latin typeface="Times New Roman" panose="02020603050405020304" pitchFamily="18" charset="0"/>
                </a:rPr>
                <a:t> -1)</a:t>
              </a:r>
              <a:endParaRPr lang="en-US" altLang="en-US" sz="1400" dirty="0">
                <a:latin typeface="Times New Roman" panose="02020603050405020304" pitchFamily="18" charset="0"/>
              </a:endParaRPr>
            </a:p>
          </p:txBody>
        </p:sp>
        <p:sp>
          <p:nvSpPr>
            <p:cNvPr id="20492" name="Text Box 20">
              <a:extLst>
                <a:ext uri="{FF2B5EF4-FFF2-40B4-BE49-F238E27FC236}">
                  <a16:creationId xmlns:a16="http://schemas.microsoft.com/office/drawing/2014/main" id="{AF701732-AA9E-4DB4-B77F-5239E3A73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2596312"/>
              <a:ext cx="1066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Y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(i -1)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83AE996-D033-4C79-AB79-D9F19087ADB0}"/>
              </a:ext>
            </a:extLst>
          </p:cNvPr>
          <p:cNvGrpSpPr/>
          <p:nvPr/>
        </p:nvGrpSpPr>
        <p:grpSpPr>
          <a:xfrm>
            <a:off x="5638800" y="2596312"/>
            <a:ext cx="1524000" cy="914400"/>
            <a:chOff x="5638800" y="2596312"/>
            <a:chExt cx="1524000" cy="914400"/>
          </a:xfrm>
        </p:grpSpPr>
        <p:sp>
          <p:nvSpPr>
            <p:cNvPr id="20487" name="Line 13">
              <a:extLst>
                <a:ext uri="{FF2B5EF4-FFF2-40B4-BE49-F238E27FC236}">
                  <a16:creationId xmlns:a16="http://schemas.microsoft.com/office/drawing/2014/main" id="{736E7670-5CE6-4131-AF28-B5D4B9FC77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7400" y="2824912"/>
              <a:ext cx="152400" cy="685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8" name="Line 14">
              <a:extLst>
                <a:ext uri="{FF2B5EF4-FFF2-40B4-BE49-F238E27FC236}">
                  <a16:creationId xmlns:a16="http://schemas.microsoft.com/office/drawing/2014/main" id="{BA192589-FB10-4551-8F57-2FEDA4B9E2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7400" y="2901112"/>
              <a:ext cx="30480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9" name="Line 15">
              <a:extLst>
                <a:ext uri="{FF2B5EF4-FFF2-40B4-BE49-F238E27FC236}">
                  <a16:creationId xmlns:a16="http://schemas.microsoft.com/office/drawing/2014/main" id="{03B64044-203A-466A-87C2-6C0275B196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3434512"/>
              <a:ext cx="838200" cy="762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5" name="Text Box 24">
              <a:extLst>
                <a:ext uri="{FF2B5EF4-FFF2-40B4-BE49-F238E27FC236}">
                  <a16:creationId xmlns:a16="http://schemas.microsoft.com/office/drawing/2014/main" id="{63ACF76E-C2FA-4AAE-916E-47288F661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672512"/>
              <a:ext cx="685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Z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0496" name="Text Box 25">
              <a:extLst>
                <a:ext uri="{FF2B5EF4-FFF2-40B4-BE49-F238E27FC236}">
                  <a16:creationId xmlns:a16="http://schemas.microsoft.com/office/drawing/2014/main" id="{96254C78-FAE4-49BA-B91C-6B0955C66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2596312"/>
              <a:ext cx="533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Y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0497" name="Text Box 26">
              <a:extLst>
                <a:ext uri="{FF2B5EF4-FFF2-40B4-BE49-F238E27FC236}">
                  <a16:creationId xmlns:a16="http://schemas.microsoft.com/office/drawing/2014/main" id="{2C3B31C4-A2B4-425A-BD29-1337C0AAC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129712"/>
              <a:ext cx="609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X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1B7430C-54DE-4B66-B588-5A22F039B0BA}"/>
              </a:ext>
            </a:extLst>
          </p:cNvPr>
          <p:cNvGrpSpPr/>
          <p:nvPr/>
        </p:nvGrpSpPr>
        <p:grpSpPr>
          <a:xfrm>
            <a:off x="2286000" y="3205912"/>
            <a:ext cx="5410200" cy="1328738"/>
            <a:chOff x="2286000" y="3205912"/>
            <a:chExt cx="5410200" cy="1328738"/>
          </a:xfrm>
        </p:grpSpPr>
        <p:sp>
          <p:nvSpPr>
            <p:cNvPr id="20493" name="Text Box 21">
              <a:extLst>
                <a:ext uri="{FF2B5EF4-FFF2-40B4-BE49-F238E27FC236}">
                  <a16:creationId xmlns:a16="http://schemas.microsoft.com/office/drawing/2014/main" id="{BCD4879D-AB82-4AD0-B498-C827DB961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196512"/>
              <a:ext cx="685800" cy="338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ko-KR" sz="1600" i="1" dirty="0">
                  <a:latin typeface="Tahoma" panose="020B060403050404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en-US" sz="1600" b="1" baseline="-25000" dirty="0">
                  <a:latin typeface="Times New Roman" panose="02020603050405020304" pitchFamily="18" charset="0"/>
                  <a:sym typeface="UniversalMath1 BT"/>
                </a:rPr>
                <a:t>( </a:t>
              </a:r>
              <a:r>
                <a:rPr lang="en-US" altLang="en-US" sz="1600" b="1" baseline="-25000" dirty="0" err="1">
                  <a:latin typeface="Times New Roman" panose="02020603050405020304" pitchFamily="18" charset="0"/>
                  <a:sym typeface="UniversalMath1 BT"/>
                </a:rPr>
                <a:t>i</a:t>
              </a:r>
              <a:r>
                <a:rPr lang="en-US" altLang="en-US" sz="1600" b="1" baseline="-25000" dirty="0">
                  <a:latin typeface="Times New Roman" panose="02020603050405020304" pitchFamily="18" charset="0"/>
                  <a:sym typeface="UniversalMath1 BT"/>
                </a:rPr>
                <a:t> - 1)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0494" name="Text Box 23">
              <a:extLst>
                <a:ext uri="{FF2B5EF4-FFF2-40B4-BE49-F238E27FC236}">
                  <a16:creationId xmlns:a16="http://schemas.microsoft.com/office/drawing/2014/main" id="{850AD623-C94A-4524-8A0C-B536474143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0" y="3358312"/>
              <a:ext cx="685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a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(i - 1 )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20498" name="Text Box 27">
              <a:extLst>
                <a:ext uri="{FF2B5EF4-FFF2-40B4-BE49-F238E27FC236}">
                  <a16:creationId xmlns:a16="http://schemas.microsoft.com/office/drawing/2014/main" id="{5AD16027-3F14-4AC3-8225-9CD3BBE34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3205912"/>
              <a:ext cx="533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a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20499" name="Text Box 28">
              <a:extLst>
                <a:ext uri="{FF2B5EF4-FFF2-40B4-BE49-F238E27FC236}">
                  <a16:creationId xmlns:a16="http://schemas.microsoft.com/office/drawing/2014/main" id="{8AB3861D-BD2E-4542-B6E4-0D0A16F5C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3434512"/>
              <a:ext cx="533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d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20500" name="Text Box 29">
              <a:extLst>
                <a:ext uri="{FF2B5EF4-FFF2-40B4-BE49-F238E27FC236}">
                  <a16:creationId xmlns:a16="http://schemas.microsoft.com/office/drawing/2014/main" id="{819C350F-72F6-42B8-AC0D-0B6B0C885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967912"/>
              <a:ext cx="533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ko-KR" sz="1600" i="1">
                  <a:latin typeface="Tahoma" panose="020B060403050404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</p:grpSp>
      <p:sp>
        <p:nvSpPr>
          <p:cNvPr id="20501" name="Text Box 30">
            <a:extLst>
              <a:ext uri="{FF2B5EF4-FFF2-40B4-BE49-F238E27FC236}">
                <a16:creationId xmlns:a16="http://schemas.microsoft.com/office/drawing/2014/main" id="{12CEF62D-153D-463F-823B-8F3386506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558" y="5069808"/>
            <a:ext cx="88868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Each joint is assigned a coordinate frame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18376E55-07F6-4D22-AD1F-5A43D431C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262" y="5410689"/>
            <a:ext cx="4799648" cy="1385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굴림" pitchFamily="34" charset="-127"/>
              </a:defRPr>
            </a:lvl9pPr>
          </a:lstStyle>
          <a:p>
            <a:pPr eaLnBrk="1" latinLnBrk="1" hangingPunct="1">
              <a:lnSpc>
                <a:spcPct val="150000"/>
              </a:lnSpc>
              <a:buFont typeface="Symbol" pitchFamily="18" charset="2"/>
              <a:buNone/>
              <a:defRPr/>
            </a:pPr>
            <a:r>
              <a:rPr kumimoji="1" lang="ar-SA" altLang="ko-KR" sz="1400" dirty="0">
                <a:solidFill>
                  <a:srgbClr val="0000FF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kumimoji="1" lang="en-US" altLang="ko-KR" sz="1400" i="1" dirty="0">
                <a:latin typeface="+mn-lt"/>
                <a:sym typeface="Symbol" pitchFamily="18" charset="2"/>
              </a:rPr>
              <a:t> </a:t>
            </a:r>
            <a:r>
              <a:rPr kumimoji="1" lang="en-US" altLang="ko-KR" sz="1400" dirty="0">
                <a:latin typeface="+mn-lt"/>
                <a:sym typeface="Symbol" pitchFamily="18" charset="2"/>
              </a:rPr>
              <a:t>: A rotation about the </a:t>
            </a:r>
            <a:r>
              <a:rPr kumimoji="1" lang="en-US" altLang="ko-KR" sz="1400" i="1" dirty="0">
                <a:latin typeface="+mn-lt"/>
                <a:sym typeface="Symbol" pitchFamily="18" charset="2"/>
              </a:rPr>
              <a:t>z</a:t>
            </a:r>
            <a:r>
              <a:rPr kumimoji="1" lang="en-US" altLang="ko-KR" sz="1400" dirty="0">
                <a:latin typeface="+mn-lt"/>
                <a:sym typeface="Symbol" pitchFamily="18" charset="2"/>
              </a:rPr>
              <a:t>-axis. </a:t>
            </a:r>
          </a:p>
          <a:p>
            <a:pPr eaLnBrk="1" latinLnBrk="1" hangingPunct="1">
              <a:lnSpc>
                <a:spcPct val="150000"/>
              </a:lnSpc>
              <a:buFont typeface="Symbol" pitchFamily="18" charset="2"/>
              <a:buNone/>
              <a:defRPr/>
            </a:pPr>
            <a:r>
              <a:rPr kumimoji="1" lang="en-US" altLang="ko-KR" sz="1400" dirty="0">
                <a:solidFill>
                  <a:srgbClr val="0000FF"/>
                </a:solidFill>
                <a:latin typeface="+mn-lt"/>
                <a:ea typeface="GungsuhChe" pitchFamily="49" charset="-127"/>
              </a:rPr>
              <a:t> </a:t>
            </a:r>
            <a:r>
              <a:rPr kumimoji="1" lang="en-US" altLang="ko-KR" sz="1400" i="1" dirty="0">
                <a:latin typeface="+mn-lt"/>
              </a:rPr>
              <a:t>d</a:t>
            </a:r>
            <a:r>
              <a:rPr kumimoji="1" lang="en-US" altLang="ko-KR" sz="1400" dirty="0">
                <a:latin typeface="+mn-lt"/>
              </a:rPr>
              <a:t> : The distance on the </a:t>
            </a:r>
            <a:r>
              <a:rPr kumimoji="1" lang="en-US" altLang="ko-KR" sz="1400" i="1" dirty="0">
                <a:latin typeface="+mn-lt"/>
              </a:rPr>
              <a:t>z</a:t>
            </a:r>
            <a:r>
              <a:rPr kumimoji="1" lang="en-US" altLang="ko-KR" sz="1400" dirty="0">
                <a:latin typeface="+mn-lt"/>
              </a:rPr>
              <a:t>-axis. </a:t>
            </a:r>
          </a:p>
          <a:p>
            <a:pPr eaLnBrk="1" latinLnBrk="1" hangingPunct="1">
              <a:lnSpc>
                <a:spcPct val="150000"/>
              </a:lnSpc>
              <a:buFont typeface="Symbol" pitchFamily="18" charset="2"/>
              <a:buNone/>
              <a:defRPr/>
            </a:pPr>
            <a:r>
              <a:rPr kumimoji="1" lang="en-US" altLang="ko-KR" sz="1400" dirty="0">
                <a:latin typeface="+mn-lt"/>
                <a:ea typeface="GungsuhChe" pitchFamily="49" charset="-127"/>
              </a:rPr>
              <a:t> </a:t>
            </a:r>
            <a:r>
              <a:rPr kumimoji="1" lang="en-US" altLang="ko-KR" sz="1400" i="1" dirty="0">
                <a:latin typeface="+mn-lt"/>
              </a:rPr>
              <a:t>a</a:t>
            </a:r>
            <a:r>
              <a:rPr kumimoji="1" lang="en-US" altLang="ko-KR" sz="1400" dirty="0">
                <a:latin typeface="+mn-lt"/>
              </a:rPr>
              <a:t> : The length of each common normal (Joint offset).</a:t>
            </a:r>
          </a:p>
          <a:p>
            <a:pPr eaLnBrk="1" latinLnBrk="1" hangingPunct="1">
              <a:lnSpc>
                <a:spcPct val="150000"/>
              </a:lnSpc>
              <a:buFont typeface="Symbol" pitchFamily="18" charset="2"/>
              <a:buNone/>
              <a:defRPr/>
            </a:pPr>
            <a:r>
              <a:rPr kumimoji="1" lang="en-US" altLang="ko-KR" sz="1400" dirty="0">
                <a:latin typeface="+mn-lt"/>
                <a:ea typeface="GungsuhChe" pitchFamily="49" charset="-127"/>
              </a:rPr>
              <a:t> </a:t>
            </a:r>
            <a:r>
              <a:rPr kumimoji="1" lang="en-US" altLang="ko-KR" sz="1400" dirty="0">
                <a:latin typeface="+mn-lt"/>
                <a:cs typeface="Tahoma" pitchFamily="34" charset="0"/>
                <a:sym typeface="Symbol" pitchFamily="18" charset="2"/>
              </a:rPr>
              <a:t> : The angle between two successive </a:t>
            </a:r>
            <a:r>
              <a:rPr kumimoji="1" lang="en-US" altLang="ko-KR" sz="1400" i="1" dirty="0">
                <a:latin typeface="+mn-lt"/>
                <a:cs typeface="Tahoma" pitchFamily="34" charset="0"/>
                <a:sym typeface="Symbol" pitchFamily="18" charset="2"/>
              </a:rPr>
              <a:t>z</a:t>
            </a:r>
            <a:r>
              <a:rPr kumimoji="1" lang="en-US" altLang="ko-KR" sz="1400" dirty="0">
                <a:latin typeface="+mn-lt"/>
                <a:cs typeface="Tahoma" pitchFamily="34" charset="0"/>
                <a:sym typeface="Symbol" pitchFamily="18" charset="2"/>
              </a:rPr>
              <a:t>-axes (Joint twist)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839CF7C-4E13-4737-A06E-861B8F2CAAA5}"/>
              </a:ext>
            </a:extLst>
          </p:cNvPr>
          <p:cNvSpPr txBox="1">
            <a:spLocks/>
          </p:cNvSpPr>
          <p:nvPr/>
        </p:nvSpPr>
        <p:spPr bwMode="auto">
          <a:xfrm>
            <a:off x="546099" y="93574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The </a:t>
            </a:r>
            <a:r>
              <a:rPr lang="en-US" altLang="en-US" sz="2000" b="1" dirty="0" err="1">
                <a:latin typeface="+mn-lt"/>
              </a:rPr>
              <a:t>Denavit-Hartenberg</a:t>
            </a:r>
            <a:r>
              <a:rPr lang="en-US" altLang="en-US" sz="2000" b="1" dirty="0">
                <a:latin typeface="+mn-lt"/>
              </a:rPr>
              <a:t> Notation</a:t>
            </a:r>
            <a:endParaRPr lang="en-US" altLang="en-US" sz="1800" dirty="0">
              <a:latin typeface="+mn-lt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61637105-C6AB-43F2-A852-C1E28C1C81A6}"/>
              </a:ext>
            </a:extLst>
          </p:cNvPr>
          <p:cNvSpPr txBox="1"/>
          <p:nvPr/>
        </p:nvSpPr>
        <p:spPr>
          <a:xfrm>
            <a:off x="515554" y="542329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The </a:t>
            </a:r>
            <a:r>
              <a:rPr lang="en-GB" altLang="en-US" sz="2000" spc="-90" dirty="0" err="1">
                <a:latin typeface="+mn-lt"/>
                <a:cs typeface="Times New Roman"/>
              </a:rPr>
              <a:t>Danavit-Hartenberg</a:t>
            </a:r>
            <a:r>
              <a:rPr lang="en-GB" altLang="en-US" sz="2000" spc="-90" dirty="0">
                <a:latin typeface="+mn-lt"/>
                <a:cs typeface="Times New Roman"/>
              </a:rPr>
              <a:t> Notation is a set of parameters that can be assigned to each joint pair that allows the use of a common transformation matrix </a:t>
            </a:r>
            <a:r>
              <a:rPr lang="en-GB" altLang="en-US" sz="2000" spc="-90" dirty="0">
                <a:cs typeface="Times New Roman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" name="Text Box 30">
            <a:extLst>
              <a:ext uri="{FF2B5EF4-FFF2-40B4-BE49-F238E27FC236}">
                <a16:creationId xmlns:a16="http://schemas.microsoft.com/office/drawing/2014/main" id="{26710BC1-07A6-4E7D-AF80-264F48B6C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17" y="5440987"/>
            <a:ext cx="436998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Using the </a:t>
            </a:r>
            <a:r>
              <a:rPr lang="en-US" altLang="en-US" sz="2000" dirty="0" err="1">
                <a:latin typeface="+mn-lt"/>
              </a:rPr>
              <a:t>Denavit-Hartenberg</a:t>
            </a:r>
            <a:r>
              <a:rPr lang="en-US" altLang="en-US" sz="2000" dirty="0">
                <a:latin typeface="+mn-lt"/>
              </a:rPr>
              <a:t> notation, you need 4 parameters to describe how a frame (</a:t>
            </a:r>
            <a:r>
              <a:rPr lang="en-US" altLang="en-US" sz="2000" i="1" dirty="0" err="1">
                <a:latin typeface="+mn-lt"/>
              </a:rPr>
              <a:t>i</a:t>
            </a:r>
            <a:r>
              <a:rPr lang="en-US" altLang="en-US" sz="2000" dirty="0">
                <a:latin typeface="+mn-lt"/>
              </a:rPr>
              <a:t>) relates to a previous frame ( </a:t>
            </a:r>
            <a:r>
              <a:rPr lang="en-US" altLang="en-US" sz="2000" i="1" dirty="0" err="1">
                <a:latin typeface="+mn-lt"/>
              </a:rPr>
              <a:t>i</a:t>
            </a:r>
            <a:r>
              <a:rPr lang="en-US" altLang="en-US" sz="2000" i="1" dirty="0">
                <a:latin typeface="+mn-lt"/>
              </a:rPr>
              <a:t> -1</a:t>
            </a:r>
            <a:r>
              <a:rPr lang="en-US" altLang="en-US" sz="2000" dirty="0">
                <a:latin typeface="+mn-lt"/>
              </a:rPr>
              <a:t> ).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1" grpId="0"/>
      <p:bldP spid="22" grpId="0" animBg="1"/>
      <p:bldP spid="25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1" name="Text Box 30">
            <a:extLst>
              <a:ext uri="{FF2B5EF4-FFF2-40B4-BE49-F238E27FC236}">
                <a16:creationId xmlns:a16="http://schemas.microsoft.com/office/drawing/2014/main" id="{12CEF62D-153D-463F-823B-8F3386506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558" y="5069808"/>
            <a:ext cx="88868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</a:t>
            </a:r>
            <a:r>
              <a:rPr lang="en-US" sz="2000" dirty="0">
                <a:solidFill>
                  <a:srgbClr val="0000FF"/>
                </a:solidFill>
                <a:latin typeface="+mn-lt"/>
              </a:rPr>
              <a:t>joint axes </a:t>
            </a:r>
            <a:r>
              <a:rPr lang="en-US" sz="2000" dirty="0">
                <a:latin typeface="+mn-lt"/>
              </a:rPr>
              <a:t>are the </a:t>
            </a:r>
            <a:r>
              <a:rPr lang="en-US" sz="2000" b="1" i="1" dirty="0">
                <a:latin typeface="+mn-lt"/>
              </a:rPr>
              <a:t>axes around which revolution takes place </a:t>
            </a:r>
            <a:r>
              <a:rPr lang="en-US" sz="2000" dirty="0">
                <a:latin typeface="+mn-lt"/>
              </a:rPr>
              <a:t>which are the Z</a:t>
            </a:r>
            <a:r>
              <a:rPr lang="en-US" sz="2000" baseline="-25000" dirty="0">
                <a:latin typeface="+mn-lt"/>
              </a:rPr>
              <a:t>(i-1)  </a:t>
            </a:r>
            <a:r>
              <a:rPr lang="en-US" sz="2000" dirty="0">
                <a:latin typeface="+mn-lt"/>
              </a:rPr>
              <a:t>and </a:t>
            </a:r>
            <a:r>
              <a:rPr lang="en-US" sz="2000" baseline="-25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Z</a:t>
            </a:r>
            <a:r>
              <a:rPr lang="en-US" sz="2000" baseline="-25000" dirty="0">
                <a:latin typeface="+mn-lt"/>
              </a:rPr>
              <a:t>(</a:t>
            </a:r>
            <a:r>
              <a:rPr lang="en-US" sz="2000" baseline="-25000" dirty="0" err="1">
                <a:latin typeface="+mn-lt"/>
              </a:rPr>
              <a:t>i</a:t>
            </a:r>
            <a:r>
              <a:rPr lang="en-US" sz="2000" baseline="-25000" dirty="0">
                <a:latin typeface="+mn-lt"/>
              </a:rPr>
              <a:t>)</a:t>
            </a:r>
            <a:r>
              <a:rPr lang="en-US" sz="2000" dirty="0">
                <a:latin typeface="+mn-lt"/>
              </a:rPr>
              <a:t> axes.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839CF7C-4E13-4737-A06E-861B8F2CAAA5}"/>
              </a:ext>
            </a:extLst>
          </p:cNvPr>
          <p:cNvSpPr txBox="1">
            <a:spLocks/>
          </p:cNvSpPr>
          <p:nvPr/>
        </p:nvSpPr>
        <p:spPr bwMode="auto">
          <a:xfrm>
            <a:off x="546099" y="93574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The ‘a’ Parameter</a:t>
            </a:r>
            <a:endParaRPr lang="en-US" altLang="en-US" sz="1800" dirty="0">
              <a:latin typeface="+mn-lt"/>
            </a:endParaRPr>
          </a:p>
        </p:txBody>
      </p:sp>
      <p:sp>
        <p:nvSpPr>
          <p:cNvPr id="2" name="Text Box 30">
            <a:extLst>
              <a:ext uri="{FF2B5EF4-FFF2-40B4-BE49-F238E27FC236}">
                <a16:creationId xmlns:a16="http://schemas.microsoft.com/office/drawing/2014/main" id="{26710BC1-07A6-4E7D-AF80-264F48B6C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57775" y="5741814"/>
            <a:ext cx="88790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 marL="108585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These two axes can be viewed as lines in space. The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common perpendicular </a:t>
            </a:r>
            <a:r>
              <a:rPr lang="en-US" sz="2000" dirty="0">
                <a:latin typeface="+mn-lt"/>
              </a:rPr>
              <a:t>is the </a:t>
            </a:r>
            <a:r>
              <a:rPr lang="en-US" sz="2000" dirty="0">
                <a:solidFill>
                  <a:srgbClr val="0000FF"/>
                </a:solidFill>
                <a:latin typeface="+mn-lt"/>
              </a:rPr>
              <a:t>shortest line </a:t>
            </a:r>
            <a:r>
              <a:rPr lang="en-US" sz="2000" dirty="0">
                <a:latin typeface="+mn-lt"/>
              </a:rPr>
              <a:t>between the two axis-lines and is </a:t>
            </a:r>
            <a:r>
              <a:rPr lang="en-U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perpendicular to both </a:t>
            </a:r>
            <a:r>
              <a:rPr lang="en-US" sz="2000" dirty="0">
                <a:latin typeface="+mn-lt"/>
              </a:rPr>
              <a:t>axis-lines.</a:t>
            </a:r>
            <a:endParaRPr lang="en-US" sz="2000" baseline="-25000" dirty="0">
              <a:latin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CAF09-3EF9-4380-835B-B7242F6F8DE6}"/>
              </a:ext>
            </a:extLst>
          </p:cNvPr>
          <p:cNvGrpSpPr/>
          <p:nvPr/>
        </p:nvGrpSpPr>
        <p:grpSpPr>
          <a:xfrm>
            <a:off x="515554" y="542329"/>
            <a:ext cx="8236713" cy="4400308"/>
            <a:chOff x="515554" y="542329"/>
            <a:chExt cx="8236713" cy="4400308"/>
          </a:xfrm>
        </p:grpSpPr>
        <p:pic>
          <p:nvPicPr>
            <p:cNvPr id="20483" name="Picture 17" descr="C:\My Documents\Summer 2001\LK1.gif">
              <a:extLst>
                <a:ext uri="{FF2B5EF4-FFF2-40B4-BE49-F238E27FC236}">
                  <a16:creationId xmlns:a16="http://schemas.microsoft.com/office/drawing/2014/main" id="{53268B1B-B63D-4E7A-9A27-CB579EC0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7" b="16991"/>
            <a:stretch>
              <a:fillRect/>
            </a:stretch>
          </p:blipFill>
          <p:spPr bwMode="auto">
            <a:xfrm>
              <a:off x="1790700" y="1316787"/>
              <a:ext cx="5943600" cy="3625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C2DAE70-AC44-4201-9223-EC6BFFD7970A}"/>
                </a:ext>
              </a:extLst>
            </p:cNvPr>
            <p:cNvGrpSpPr/>
            <p:nvPr/>
          </p:nvGrpSpPr>
          <p:grpSpPr>
            <a:xfrm>
              <a:off x="2019300" y="2062912"/>
              <a:ext cx="2209800" cy="1860550"/>
              <a:chOff x="2057400" y="2062912"/>
              <a:chExt cx="2209800" cy="1860550"/>
            </a:xfrm>
          </p:grpSpPr>
          <p:sp>
            <p:nvSpPr>
              <p:cNvPr id="20484" name="Line 9">
                <a:extLst>
                  <a:ext uri="{FF2B5EF4-FFF2-40B4-BE49-F238E27FC236}">
                    <a16:creationId xmlns:a16="http://schemas.microsoft.com/office/drawing/2014/main" id="{4D00B930-12B1-497A-9D81-D9EBCFA89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38400" y="2367712"/>
                <a:ext cx="304800" cy="10668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5" name="Line 10">
                <a:extLst>
                  <a:ext uri="{FF2B5EF4-FFF2-40B4-BE49-F238E27FC236}">
                    <a16:creationId xmlns:a16="http://schemas.microsoft.com/office/drawing/2014/main" id="{AB1CC1E7-134D-4345-AD56-569D1180B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67000" y="2824912"/>
                <a:ext cx="533400" cy="6096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6" name="Line 11">
                <a:extLst>
                  <a:ext uri="{FF2B5EF4-FFF2-40B4-BE49-F238E27FC236}">
                    <a16:creationId xmlns:a16="http://schemas.microsoft.com/office/drawing/2014/main" id="{2909A476-FC33-46C9-9AA0-BB252FE8A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200" y="3434512"/>
                <a:ext cx="838200" cy="1524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90" name="Text Box 18">
                <a:extLst>
                  <a:ext uri="{FF2B5EF4-FFF2-40B4-BE49-F238E27FC236}">
                    <a16:creationId xmlns:a16="http://schemas.microsoft.com/office/drawing/2014/main" id="{4F8FB77A-41D9-4084-A9FE-9D97C2C737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7400" y="2062912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- 1)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1" name="Text Box 19">
                <a:extLst>
                  <a:ext uri="{FF2B5EF4-FFF2-40B4-BE49-F238E27FC236}">
                    <a16:creationId xmlns:a16="http://schemas.microsoft.com/office/drawing/2014/main" id="{1D7332F0-B1C5-4DF2-BAAF-37EC34295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200" y="358691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 -1)</a:t>
                </a:r>
                <a:endParaRPr lang="en-US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2" name="Text Box 20">
                <a:extLst>
                  <a:ext uri="{FF2B5EF4-FFF2-40B4-BE49-F238E27FC236}">
                    <a16:creationId xmlns:a16="http://schemas.microsoft.com/office/drawing/2014/main" id="{AF701732-AA9E-4DB4-B77F-5239E3A734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400" y="259631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Y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-1)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83AE996-D033-4C79-AB79-D9F19087ADB0}"/>
                </a:ext>
              </a:extLst>
            </p:cNvPr>
            <p:cNvGrpSpPr/>
            <p:nvPr/>
          </p:nvGrpSpPr>
          <p:grpSpPr>
            <a:xfrm>
              <a:off x="5638800" y="2596312"/>
              <a:ext cx="1524000" cy="914400"/>
              <a:chOff x="5638800" y="2596312"/>
              <a:chExt cx="1524000" cy="914400"/>
            </a:xfrm>
          </p:grpSpPr>
          <p:sp>
            <p:nvSpPr>
              <p:cNvPr id="20487" name="Line 13">
                <a:extLst>
                  <a:ext uri="{FF2B5EF4-FFF2-40B4-BE49-F238E27FC236}">
                    <a16:creationId xmlns:a16="http://schemas.microsoft.com/office/drawing/2014/main" id="{736E7670-5CE6-4131-AF28-B5D4B9FC7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67400" y="2824912"/>
                <a:ext cx="152400" cy="685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8" name="Line 14">
                <a:extLst>
                  <a:ext uri="{FF2B5EF4-FFF2-40B4-BE49-F238E27FC236}">
                    <a16:creationId xmlns:a16="http://schemas.microsoft.com/office/drawing/2014/main" id="{BA192589-FB10-4551-8F57-2FEDA4B9E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67400" y="2901112"/>
                <a:ext cx="304800" cy="6096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9" name="Line 15">
                <a:extLst>
                  <a:ext uri="{FF2B5EF4-FFF2-40B4-BE49-F238E27FC236}">
                    <a16:creationId xmlns:a16="http://schemas.microsoft.com/office/drawing/2014/main" id="{03B64044-203A-466A-87C2-6C0275B19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91200" y="3434512"/>
                <a:ext cx="838200" cy="762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95" name="Text Box 24">
                <a:extLst>
                  <a:ext uri="{FF2B5EF4-FFF2-40B4-BE49-F238E27FC236}">
                    <a16:creationId xmlns:a16="http://schemas.microsoft.com/office/drawing/2014/main" id="{63ACF76E-C2FA-4AAE-916E-47288F661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2200" y="2672512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6" name="Text Box 25">
                <a:extLst>
                  <a:ext uri="{FF2B5EF4-FFF2-40B4-BE49-F238E27FC236}">
                    <a16:creationId xmlns:a16="http://schemas.microsoft.com/office/drawing/2014/main" id="{96254C78-FAE4-49BA-B91C-6B0955C66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8800" y="25963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Y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7" name="Text Box 26">
                <a:extLst>
                  <a:ext uri="{FF2B5EF4-FFF2-40B4-BE49-F238E27FC236}">
                    <a16:creationId xmlns:a16="http://schemas.microsoft.com/office/drawing/2014/main" id="{2C3B31C4-A2B4-425A-BD29-1337C0AAC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53200" y="3129712"/>
                <a:ext cx="609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X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B7430C-54DE-4B66-B588-5A22F039B0BA}"/>
                </a:ext>
              </a:extLst>
            </p:cNvPr>
            <p:cNvGrpSpPr/>
            <p:nvPr/>
          </p:nvGrpSpPr>
          <p:grpSpPr>
            <a:xfrm>
              <a:off x="2286000" y="3205912"/>
              <a:ext cx="5410200" cy="1328738"/>
              <a:chOff x="2286000" y="3205912"/>
              <a:chExt cx="5410200" cy="1328738"/>
            </a:xfrm>
          </p:grpSpPr>
          <p:sp>
            <p:nvSpPr>
              <p:cNvPr id="20493" name="Text Box 21">
                <a:extLst>
                  <a:ext uri="{FF2B5EF4-FFF2-40B4-BE49-F238E27FC236}">
                    <a16:creationId xmlns:a16="http://schemas.microsoft.com/office/drawing/2014/main" id="{BCD4879D-AB82-4AD0-B498-C827DB9616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196512"/>
                <a:ext cx="6858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ko-KR" sz="1600" i="1" dirty="0">
                    <a:latin typeface="Tahoma" panose="020B060403050404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  <a:sym typeface="UniversalMath1 BT"/>
                  </a:rPr>
                  <a:t>( 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  <a:sym typeface="UniversalMath1 BT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  <a:sym typeface="UniversalMath1 BT"/>
                  </a:rPr>
                  <a:t> - 1)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4" name="Text Box 23">
                <a:extLst>
                  <a:ext uri="{FF2B5EF4-FFF2-40B4-BE49-F238E27FC236}">
                    <a16:creationId xmlns:a16="http://schemas.microsoft.com/office/drawing/2014/main" id="{850AD623-C94A-4524-8A0C-B536474143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600" y="3358312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- 1 )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8" name="Text Box 27">
                <a:extLst>
                  <a:ext uri="{FF2B5EF4-FFF2-40B4-BE49-F238E27FC236}">
                    <a16:creationId xmlns:a16="http://schemas.microsoft.com/office/drawing/2014/main" id="{5AD16027-3F14-4AC3-8225-9CD3BBE34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2800" y="32059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9" name="Text Box 28">
                <a:extLst>
                  <a:ext uri="{FF2B5EF4-FFF2-40B4-BE49-F238E27FC236}">
                    <a16:creationId xmlns:a16="http://schemas.microsoft.com/office/drawing/2014/main" id="{8AB3861D-BD2E-4542-B6E4-0D0A16F5CA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1600" y="34345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00" name="Text Box 29">
                <a:extLst>
                  <a:ext uri="{FF2B5EF4-FFF2-40B4-BE49-F238E27FC236}">
                    <a16:creationId xmlns:a16="http://schemas.microsoft.com/office/drawing/2014/main" id="{819C350F-72F6-42B8-AC0D-0B6B0C885E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86600" y="39679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ko-KR" sz="1600" i="1">
                    <a:latin typeface="Tahoma" panose="020B060403050404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" name="object 4">
              <a:extLst>
                <a:ext uri="{FF2B5EF4-FFF2-40B4-BE49-F238E27FC236}">
                  <a16:creationId xmlns:a16="http://schemas.microsoft.com/office/drawing/2014/main" id="{61637105-C6AB-43F2-A852-C1E28C1C81A6}"/>
                </a:ext>
              </a:extLst>
            </p:cNvPr>
            <p:cNvSpPr txBox="1"/>
            <p:nvPr/>
          </p:nvSpPr>
          <p:spPr>
            <a:xfrm>
              <a:off x="515554" y="542329"/>
              <a:ext cx="8236713" cy="3206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sz="2000" dirty="0">
                  <a:latin typeface="+mn-lt"/>
                </a:rPr>
                <a:t>a</a:t>
              </a:r>
              <a:r>
                <a:rPr lang="en-US" sz="2000" baseline="-25000" dirty="0">
                  <a:latin typeface="+mn-lt"/>
                </a:rPr>
                <a:t>(i-1)</a:t>
              </a:r>
              <a:r>
                <a:rPr lang="en-US" sz="2000" dirty="0">
                  <a:latin typeface="+mn-lt"/>
                </a:rPr>
                <a:t> is the </a:t>
              </a:r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length of the perpendicular </a:t>
              </a:r>
              <a:r>
                <a:rPr lang="en-US" sz="2000" dirty="0">
                  <a:latin typeface="+mn-lt"/>
                </a:rPr>
                <a:t>between the joint axes.</a:t>
              </a:r>
              <a:endParaRPr lang="en-US" altLang="en-US" sz="2000" dirty="0">
                <a:latin typeface="+mn-lt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2EFB82C-F361-4E11-9ED1-9C71007BD130}"/>
                </a:ext>
              </a:extLst>
            </p:cNvPr>
            <p:cNvCxnSpPr/>
            <p:nvPr/>
          </p:nvCxnSpPr>
          <p:spPr>
            <a:xfrm>
              <a:off x="3300153" y="931025"/>
              <a:ext cx="897774" cy="25352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 Box 30">
            <a:extLst>
              <a:ext uri="{FF2B5EF4-FFF2-40B4-BE49-F238E27FC236}">
                <a16:creationId xmlns:a16="http://schemas.microsoft.com/office/drawing/2014/main" id="{0E65F297-2CE1-478F-8319-4E66BDD87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30478" y="1725154"/>
            <a:ext cx="25497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 marL="1085850" lvl="1" indent="-342900"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If the link is prismatic, then </a:t>
            </a:r>
            <a:r>
              <a:rPr lang="en-US" sz="2000" b="1" i="1" dirty="0">
                <a:latin typeface="+mn-lt"/>
              </a:rPr>
              <a:t>a</a:t>
            </a:r>
            <a:r>
              <a:rPr lang="en-US" sz="2000" b="1" i="1" baseline="-25000" dirty="0">
                <a:latin typeface="+mn-lt"/>
              </a:rPr>
              <a:t>(i-1)</a:t>
            </a:r>
            <a:r>
              <a:rPr lang="en-US" sz="2000" dirty="0">
                <a:latin typeface="+mn-lt"/>
              </a:rPr>
              <a:t>  is a variable, not a parameter</a:t>
            </a:r>
          </a:p>
        </p:txBody>
      </p:sp>
    </p:spTree>
    <p:extLst>
      <p:ext uri="{BB962C8B-B14F-4D97-AF65-F5344CB8AC3E}">
        <p14:creationId xmlns:p14="http://schemas.microsoft.com/office/powerpoint/2010/main" val="306286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1" grpId="0"/>
      <p:bldP spid="2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1" name="Text Box 30">
            <a:extLst>
              <a:ext uri="{FF2B5EF4-FFF2-40B4-BE49-F238E27FC236}">
                <a16:creationId xmlns:a16="http://schemas.microsoft.com/office/drawing/2014/main" id="{12CEF62D-153D-463F-823B-8F3386506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558" y="5296650"/>
            <a:ext cx="8886825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Can also be the displacement along the Z</a:t>
            </a:r>
            <a:r>
              <a:rPr lang="en-US" altLang="en-US" sz="2000" i="1" baseline="-25000" dirty="0">
                <a:latin typeface="+mn-lt"/>
              </a:rPr>
              <a:t>i</a:t>
            </a:r>
            <a:r>
              <a:rPr lang="en-US" altLang="en-US" sz="2000" dirty="0">
                <a:latin typeface="+mn-lt"/>
              </a:rPr>
              <a:t> to align the X</a:t>
            </a:r>
            <a:r>
              <a:rPr lang="en-US" altLang="en-US" sz="2400" i="1" baseline="-25000" dirty="0">
                <a:latin typeface="+mn-lt"/>
              </a:rPr>
              <a:t>(i-1)</a:t>
            </a:r>
            <a:r>
              <a:rPr lang="en-US" altLang="en-US" sz="2000" dirty="0">
                <a:latin typeface="+mn-lt"/>
              </a:rPr>
              <a:t> and X</a:t>
            </a:r>
            <a:r>
              <a:rPr lang="en-US" altLang="en-US" sz="2400" i="1" baseline="-25000" dirty="0">
                <a:latin typeface="+mn-lt"/>
              </a:rPr>
              <a:t>i</a:t>
            </a:r>
            <a:r>
              <a:rPr lang="en-US" altLang="en-US" sz="2000" dirty="0">
                <a:latin typeface="+mn-lt"/>
              </a:rPr>
              <a:t> axes.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latin typeface="+mn-lt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839CF7C-4E13-4737-A06E-861B8F2CAAA5}"/>
              </a:ext>
            </a:extLst>
          </p:cNvPr>
          <p:cNvSpPr txBox="1">
            <a:spLocks/>
          </p:cNvSpPr>
          <p:nvPr/>
        </p:nvSpPr>
        <p:spPr bwMode="auto">
          <a:xfrm>
            <a:off x="546099" y="93574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The ‘d’ Parameter</a:t>
            </a:r>
            <a:endParaRPr lang="en-US" altLang="en-US" sz="1800" dirty="0">
              <a:latin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CAF09-3EF9-4380-835B-B7242F6F8DE6}"/>
              </a:ext>
            </a:extLst>
          </p:cNvPr>
          <p:cNvGrpSpPr/>
          <p:nvPr/>
        </p:nvGrpSpPr>
        <p:grpSpPr>
          <a:xfrm>
            <a:off x="485011" y="542329"/>
            <a:ext cx="8236713" cy="4400308"/>
            <a:chOff x="515554" y="542329"/>
            <a:chExt cx="8236713" cy="4400308"/>
          </a:xfrm>
        </p:grpSpPr>
        <p:pic>
          <p:nvPicPr>
            <p:cNvPr id="20483" name="Picture 17" descr="C:\My Documents\Summer 2001\LK1.gif">
              <a:extLst>
                <a:ext uri="{FF2B5EF4-FFF2-40B4-BE49-F238E27FC236}">
                  <a16:creationId xmlns:a16="http://schemas.microsoft.com/office/drawing/2014/main" id="{53268B1B-B63D-4E7A-9A27-CB579EC0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7" b="16991"/>
            <a:stretch>
              <a:fillRect/>
            </a:stretch>
          </p:blipFill>
          <p:spPr bwMode="auto">
            <a:xfrm>
              <a:off x="1790700" y="1316787"/>
              <a:ext cx="5943600" cy="3625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C2DAE70-AC44-4201-9223-EC6BFFD7970A}"/>
                </a:ext>
              </a:extLst>
            </p:cNvPr>
            <p:cNvGrpSpPr/>
            <p:nvPr/>
          </p:nvGrpSpPr>
          <p:grpSpPr>
            <a:xfrm>
              <a:off x="2019300" y="2062912"/>
              <a:ext cx="2209800" cy="1860550"/>
              <a:chOff x="2057400" y="2062912"/>
              <a:chExt cx="2209800" cy="1860550"/>
            </a:xfrm>
          </p:grpSpPr>
          <p:sp>
            <p:nvSpPr>
              <p:cNvPr id="20484" name="Line 9">
                <a:extLst>
                  <a:ext uri="{FF2B5EF4-FFF2-40B4-BE49-F238E27FC236}">
                    <a16:creationId xmlns:a16="http://schemas.microsoft.com/office/drawing/2014/main" id="{4D00B930-12B1-497A-9D81-D9EBCFA89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38400" y="2367712"/>
                <a:ext cx="304800" cy="10668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5" name="Line 10">
                <a:extLst>
                  <a:ext uri="{FF2B5EF4-FFF2-40B4-BE49-F238E27FC236}">
                    <a16:creationId xmlns:a16="http://schemas.microsoft.com/office/drawing/2014/main" id="{AB1CC1E7-134D-4345-AD56-569D1180B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67000" y="2824912"/>
                <a:ext cx="533400" cy="6096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6" name="Line 11">
                <a:extLst>
                  <a:ext uri="{FF2B5EF4-FFF2-40B4-BE49-F238E27FC236}">
                    <a16:creationId xmlns:a16="http://schemas.microsoft.com/office/drawing/2014/main" id="{2909A476-FC33-46C9-9AA0-BB252FE8A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200" y="3434512"/>
                <a:ext cx="838200" cy="1524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90" name="Text Box 18">
                <a:extLst>
                  <a:ext uri="{FF2B5EF4-FFF2-40B4-BE49-F238E27FC236}">
                    <a16:creationId xmlns:a16="http://schemas.microsoft.com/office/drawing/2014/main" id="{4F8FB77A-41D9-4084-A9FE-9D97C2C737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7400" y="2062912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- 1)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1" name="Text Box 19">
                <a:extLst>
                  <a:ext uri="{FF2B5EF4-FFF2-40B4-BE49-F238E27FC236}">
                    <a16:creationId xmlns:a16="http://schemas.microsoft.com/office/drawing/2014/main" id="{1D7332F0-B1C5-4DF2-BAAF-37EC34295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200" y="358691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 -1)</a:t>
                </a:r>
                <a:endParaRPr lang="en-US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2" name="Text Box 20">
                <a:extLst>
                  <a:ext uri="{FF2B5EF4-FFF2-40B4-BE49-F238E27FC236}">
                    <a16:creationId xmlns:a16="http://schemas.microsoft.com/office/drawing/2014/main" id="{AF701732-AA9E-4DB4-B77F-5239E3A734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400" y="259631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Y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-1)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83AE996-D033-4C79-AB79-D9F19087ADB0}"/>
                </a:ext>
              </a:extLst>
            </p:cNvPr>
            <p:cNvGrpSpPr/>
            <p:nvPr/>
          </p:nvGrpSpPr>
          <p:grpSpPr>
            <a:xfrm>
              <a:off x="5638800" y="2596312"/>
              <a:ext cx="1524000" cy="914400"/>
              <a:chOff x="5638800" y="2596312"/>
              <a:chExt cx="1524000" cy="914400"/>
            </a:xfrm>
          </p:grpSpPr>
          <p:sp>
            <p:nvSpPr>
              <p:cNvPr id="20487" name="Line 13">
                <a:extLst>
                  <a:ext uri="{FF2B5EF4-FFF2-40B4-BE49-F238E27FC236}">
                    <a16:creationId xmlns:a16="http://schemas.microsoft.com/office/drawing/2014/main" id="{736E7670-5CE6-4131-AF28-B5D4B9FC7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67400" y="2824912"/>
                <a:ext cx="152400" cy="685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8" name="Line 14">
                <a:extLst>
                  <a:ext uri="{FF2B5EF4-FFF2-40B4-BE49-F238E27FC236}">
                    <a16:creationId xmlns:a16="http://schemas.microsoft.com/office/drawing/2014/main" id="{BA192589-FB10-4551-8F57-2FEDA4B9E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67400" y="2901112"/>
                <a:ext cx="304800" cy="6096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9" name="Line 15">
                <a:extLst>
                  <a:ext uri="{FF2B5EF4-FFF2-40B4-BE49-F238E27FC236}">
                    <a16:creationId xmlns:a16="http://schemas.microsoft.com/office/drawing/2014/main" id="{03B64044-203A-466A-87C2-6C0275B19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91200" y="3434512"/>
                <a:ext cx="838200" cy="762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95" name="Text Box 24">
                <a:extLst>
                  <a:ext uri="{FF2B5EF4-FFF2-40B4-BE49-F238E27FC236}">
                    <a16:creationId xmlns:a16="http://schemas.microsoft.com/office/drawing/2014/main" id="{63ACF76E-C2FA-4AAE-916E-47288F661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2200" y="2672512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6" name="Text Box 25">
                <a:extLst>
                  <a:ext uri="{FF2B5EF4-FFF2-40B4-BE49-F238E27FC236}">
                    <a16:creationId xmlns:a16="http://schemas.microsoft.com/office/drawing/2014/main" id="{96254C78-FAE4-49BA-B91C-6B0955C66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8800" y="25963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Y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7" name="Text Box 26">
                <a:extLst>
                  <a:ext uri="{FF2B5EF4-FFF2-40B4-BE49-F238E27FC236}">
                    <a16:creationId xmlns:a16="http://schemas.microsoft.com/office/drawing/2014/main" id="{2C3B31C4-A2B4-425A-BD29-1337C0AAC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53200" y="3129712"/>
                <a:ext cx="609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X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B7430C-54DE-4B66-B588-5A22F039B0BA}"/>
                </a:ext>
              </a:extLst>
            </p:cNvPr>
            <p:cNvGrpSpPr/>
            <p:nvPr/>
          </p:nvGrpSpPr>
          <p:grpSpPr>
            <a:xfrm>
              <a:off x="2286000" y="3205912"/>
              <a:ext cx="5410200" cy="1328738"/>
              <a:chOff x="2286000" y="3205912"/>
              <a:chExt cx="5410200" cy="1328738"/>
            </a:xfrm>
          </p:grpSpPr>
          <p:sp>
            <p:nvSpPr>
              <p:cNvPr id="20493" name="Text Box 21">
                <a:extLst>
                  <a:ext uri="{FF2B5EF4-FFF2-40B4-BE49-F238E27FC236}">
                    <a16:creationId xmlns:a16="http://schemas.microsoft.com/office/drawing/2014/main" id="{BCD4879D-AB82-4AD0-B498-C827DB9616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196512"/>
                <a:ext cx="6858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ko-KR" sz="1600" i="1" dirty="0">
                    <a:latin typeface="Tahoma" panose="020B060403050404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  <a:sym typeface="UniversalMath1 BT"/>
                  </a:rPr>
                  <a:t>( 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  <a:sym typeface="UniversalMath1 BT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  <a:sym typeface="UniversalMath1 BT"/>
                  </a:rPr>
                  <a:t> - 1)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4" name="Text Box 23">
                <a:extLst>
                  <a:ext uri="{FF2B5EF4-FFF2-40B4-BE49-F238E27FC236}">
                    <a16:creationId xmlns:a16="http://schemas.microsoft.com/office/drawing/2014/main" id="{850AD623-C94A-4524-8A0C-B536474143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600" y="3358312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 - 1 )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8" name="Text Box 27">
                <a:extLst>
                  <a:ext uri="{FF2B5EF4-FFF2-40B4-BE49-F238E27FC236}">
                    <a16:creationId xmlns:a16="http://schemas.microsoft.com/office/drawing/2014/main" id="{5AD16027-3F14-4AC3-8225-9CD3BBE34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2800" y="32059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9" name="Text Box 28">
                <a:extLst>
                  <a:ext uri="{FF2B5EF4-FFF2-40B4-BE49-F238E27FC236}">
                    <a16:creationId xmlns:a16="http://schemas.microsoft.com/office/drawing/2014/main" id="{8AB3861D-BD2E-4542-B6E4-0D0A16F5CA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1600" y="34345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00" name="Text Box 29">
                <a:extLst>
                  <a:ext uri="{FF2B5EF4-FFF2-40B4-BE49-F238E27FC236}">
                    <a16:creationId xmlns:a16="http://schemas.microsoft.com/office/drawing/2014/main" id="{819C350F-72F6-42B8-AC0D-0B6B0C885E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86600" y="39679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ko-KR" sz="1600" i="1">
                    <a:latin typeface="Tahoma" panose="020B060403050404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" name="object 4">
              <a:extLst>
                <a:ext uri="{FF2B5EF4-FFF2-40B4-BE49-F238E27FC236}">
                  <a16:creationId xmlns:a16="http://schemas.microsoft.com/office/drawing/2014/main" id="{61637105-C6AB-43F2-A852-C1E28C1C81A6}"/>
                </a:ext>
              </a:extLst>
            </p:cNvPr>
            <p:cNvSpPr txBox="1"/>
            <p:nvPr/>
          </p:nvSpPr>
          <p:spPr>
            <a:xfrm>
              <a:off x="515554" y="542329"/>
              <a:ext cx="8236713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r>
                <a:rPr lang="en-US" altLang="en-US" sz="2000" dirty="0">
                  <a:latin typeface="+mn-lt"/>
                </a:rPr>
                <a:t>The displacement  along the Z</a:t>
              </a:r>
              <a:r>
                <a:rPr lang="en-US" altLang="en-US" sz="2000" i="1" baseline="-25000" dirty="0">
                  <a:latin typeface="+mn-lt"/>
                </a:rPr>
                <a:t>i</a:t>
              </a:r>
              <a:r>
                <a:rPr lang="en-US" altLang="en-US" sz="2000" dirty="0">
                  <a:latin typeface="+mn-lt"/>
                </a:rPr>
                <a:t> axis needed to align the </a:t>
              </a:r>
              <a:r>
                <a:rPr lang="en-US" altLang="en-US" sz="2000" b="1" i="1" dirty="0">
                  <a:latin typeface="+mn-lt"/>
                </a:rPr>
                <a:t>a</a:t>
              </a:r>
              <a:r>
                <a:rPr lang="en-US" altLang="en-US" sz="2000" b="1" i="1" baseline="-25000" dirty="0">
                  <a:latin typeface="+mn-lt"/>
                </a:rPr>
                <a:t>(i-1)</a:t>
              </a:r>
              <a:r>
                <a:rPr lang="en-US" altLang="en-US" sz="2000" dirty="0">
                  <a:latin typeface="+mn-lt"/>
                </a:rPr>
                <a:t>  common perpendicular to the </a:t>
              </a:r>
              <a:r>
                <a:rPr lang="en-US" altLang="en-US" sz="2000" b="1" i="1" dirty="0">
                  <a:latin typeface="+mn-lt"/>
                </a:rPr>
                <a:t>a</a:t>
              </a:r>
              <a:r>
                <a:rPr lang="en-US" altLang="en-US" sz="2000" b="1" i="1" baseline="-25000" dirty="0">
                  <a:latin typeface="+mn-lt"/>
                </a:rPr>
                <a:t>i</a:t>
              </a:r>
              <a:r>
                <a:rPr lang="en-US" altLang="en-US" sz="2000" baseline="-25000" dirty="0">
                  <a:latin typeface="+mn-lt"/>
                </a:rPr>
                <a:t> </a:t>
              </a:r>
              <a:r>
                <a:rPr lang="en-US" altLang="en-US" sz="2000" dirty="0">
                  <a:latin typeface="+mn-lt"/>
                </a:rPr>
                <a:t>common perpendicular.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2EFB82C-F361-4E11-9ED1-9C71007BD130}"/>
                </a:ext>
              </a:extLst>
            </p:cNvPr>
            <p:cNvCxnSpPr>
              <a:cxnSpLocks/>
            </p:cNvCxnSpPr>
            <p:nvPr/>
          </p:nvCxnSpPr>
          <p:spPr>
            <a:xfrm>
              <a:off x="3595255" y="1205345"/>
              <a:ext cx="1857894" cy="23815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225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1" name="Text Box 30">
            <a:extLst>
              <a:ext uri="{FF2B5EF4-FFF2-40B4-BE49-F238E27FC236}">
                <a16:creationId xmlns:a16="http://schemas.microsoft.com/office/drawing/2014/main" id="{12CEF62D-153D-463F-823B-8F3386506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558" y="5296650"/>
            <a:ext cx="88868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  <a:sym typeface="UniversalMath1 BT"/>
              </a:rPr>
              <a:t>How much you have to rotate around the </a:t>
            </a:r>
            <a:r>
              <a:rPr lang="en-US" altLang="en-US" sz="2000" dirty="0">
                <a:latin typeface="+mn-lt"/>
              </a:rPr>
              <a:t>X</a:t>
            </a:r>
            <a:r>
              <a:rPr lang="en-US" altLang="en-US" sz="2000" i="1" baseline="-25000" dirty="0">
                <a:latin typeface="+mn-lt"/>
              </a:rPr>
              <a:t>(i-1) </a:t>
            </a:r>
            <a:r>
              <a:rPr lang="en-US" altLang="en-US" sz="2000" dirty="0">
                <a:latin typeface="+mn-lt"/>
              </a:rPr>
              <a:t>axis so that the Z</a:t>
            </a:r>
            <a:r>
              <a:rPr lang="en-US" altLang="en-US" sz="2000" i="1" baseline="-25000" dirty="0">
                <a:latin typeface="+mn-lt"/>
              </a:rPr>
              <a:t>(i-1) </a:t>
            </a:r>
            <a:r>
              <a:rPr lang="en-US" altLang="en-US" sz="2000" dirty="0">
                <a:latin typeface="+mn-lt"/>
              </a:rPr>
              <a:t>is pointing in the same direction as the Z</a:t>
            </a:r>
            <a:r>
              <a:rPr lang="en-US" altLang="en-US" sz="2000" i="1" baseline="-25000" dirty="0">
                <a:latin typeface="+mn-lt"/>
              </a:rPr>
              <a:t>i</a:t>
            </a:r>
            <a:r>
              <a:rPr lang="en-US" altLang="en-US" sz="2000" dirty="0">
                <a:latin typeface="+mn-lt"/>
              </a:rPr>
              <a:t> axis.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839CF7C-4E13-4737-A06E-861B8F2CAAA5}"/>
              </a:ext>
            </a:extLst>
          </p:cNvPr>
          <p:cNvSpPr txBox="1">
            <a:spLocks/>
          </p:cNvSpPr>
          <p:nvPr/>
        </p:nvSpPr>
        <p:spPr bwMode="auto">
          <a:xfrm>
            <a:off x="546099" y="93574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The ‘</a:t>
            </a:r>
            <a:r>
              <a:rPr lang="el-GR" altLang="en-US" sz="2000" b="1" dirty="0"/>
              <a:t>α</a:t>
            </a:r>
            <a:r>
              <a:rPr lang="en-US" altLang="en-US" sz="2000" b="1" dirty="0">
                <a:latin typeface="+mn-lt"/>
              </a:rPr>
              <a:t>’ Parameter</a:t>
            </a:r>
            <a:endParaRPr lang="en-US" altLang="en-US" sz="180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37DDC6-7843-42C5-B75D-386E6C292C18}"/>
              </a:ext>
            </a:extLst>
          </p:cNvPr>
          <p:cNvGrpSpPr/>
          <p:nvPr/>
        </p:nvGrpSpPr>
        <p:grpSpPr>
          <a:xfrm>
            <a:off x="515554" y="542329"/>
            <a:ext cx="8236713" cy="4400308"/>
            <a:chOff x="515554" y="542329"/>
            <a:chExt cx="8236713" cy="4400308"/>
          </a:xfrm>
        </p:grpSpPr>
        <p:pic>
          <p:nvPicPr>
            <p:cNvPr id="20483" name="Picture 17" descr="C:\My Documents\Summer 2001\LK1.gif">
              <a:extLst>
                <a:ext uri="{FF2B5EF4-FFF2-40B4-BE49-F238E27FC236}">
                  <a16:creationId xmlns:a16="http://schemas.microsoft.com/office/drawing/2014/main" id="{53268B1B-B63D-4E7A-9A27-CB579EC0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7" b="16991"/>
            <a:stretch>
              <a:fillRect/>
            </a:stretch>
          </p:blipFill>
          <p:spPr bwMode="auto">
            <a:xfrm>
              <a:off x="1790700" y="1316787"/>
              <a:ext cx="5943600" cy="3625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C2DAE70-AC44-4201-9223-EC6BFFD7970A}"/>
                </a:ext>
              </a:extLst>
            </p:cNvPr>
            <p:cNvGrpSpPr/>
            <p:nvPr/>
          </p:nvGrpSpPr>
          <p:grpSpPr>
            <a:xfrm>
              <a:off x="2019300" y="2062912"/>
              <a:ext cx="2209800" cy="1860550"/>
              <a:chOff x="2057400" y="2062912"/>
              <a:chExt cx="2209800" cy="1860550"/>
            </a:xfrm>
          </p:grpSpPr>
          <p:sp>
            <p:nvSpPr>
              <p:cNvPr id="20484" name="Line 9">
                <a:extLst>
                  <a:ext uri="{FF2B5EF4-FFF2-40B4-BE49-F238E27FC236}">
                    <a16:creationId xmlns:a16="http://schemas.microsoft.com/office/drawing/2014/main" id="{4D00B930-12B1-497A-9D81-D9EBCFA89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38400" y="2367712"/>
                <a:ext cx="304800" cy="10668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5" name="Line 10">
                <a:extLst>
                  <a:ext uri="{FF2B5EF4-FFF2-40B4-BE49-F238E27FC236}">
                    <a16:creationId xmlns:a16="http://schemas.microsoft.com/office/drawing/2014/main" id="{AB1CC1E7-134D-4345-AD56-569D1180B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67000" y="2824912"/>
                <a:ext cx="533400" cy="6096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6" name="Line 11">
                <a:extLst>
                  <a:ext uri="{FF2B5EF4-FFF2-40B4-BE49-F238E27FC236}">
                    <a16:creationId xmlns:a16="http://schemas.microsoft.com/office/drawing/2014/main" id="{2909A476-FC33-46C9-9AA0-BB252FE8A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200" y="3434512"/>
                <a:ext cx="838200" cy="1524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90" name="Text Box 18">
                <a:extLst>
                  <a:ext uri="{FF2B5EF4-FFF2-40B4-BE49-F238E27FC236}">
                    <a16:creationId xmlns:a16="http://schemas.microsoft.com/office/drawing/2014/main" id="{4F8FB77A-41D9-4084-A9FE-9D97C2C737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7400" y="2062912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- 1)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1" name="Text Box 19">
                <a:extLst>
                  <a:ext uri="{FF2B5EF4-FFF2-40B4-BE49-F238E27FC236}">
                    <a16:creationId xmlns:a16="http://schemas.microsoft.com/office/drawing/2014/main" id="{1D7332F0-B1C5-4DF2-BAAF-37EC34295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200" y="358691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 -1)</a:t>
                </a:r>
                <a:endParaRPr lang="en-US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2" name="Text Box 20">
                <a:extLst>
                  <a:ext uri="{FF2B5EF4-FFF2-40B4-BE49-F238E27FC236}">
                    <a16:creationId xmlns:a16="http://schemas.microsoft.com/office/drawing/2014/main" id="{AF701732-AA9E-4DB4-B77F-5239E3A734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400" y="259631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Y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-1)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83AE996-D033-4C79-AB79-D9F19087ADB0}"/>
                </a:ext>
              </a:extLst>
            </p:cNvPr>
            <p:cNvGrpSpPr/>
            <p:nvPr/>
          </p:nvGrpSpPr>
          <p:grpSpPr>
            <a:xfrm>
              <a:off x="5638800" y="2596312"/>
              <a:ext cx="1524000" cy="914400"/>
              <a:chOff x="5638800" y="2596312"/>
              <a:chExt cx="1524000" cy="914400"/>
            </a:xfrm>
          </p:grpSpPr>
          <p:sp>
            <p:nvSpPr>
              <p:cNvPr id="20487" name="Line 13">
                <a:extLst>
                  <a:ext uri="{FF2B5EF4-FFF2-40B4-BE49-F238E27FC236}">
                    <a16:creationId xmlns:a16="http://schemas.microsoft.com/office/drawing/2014/main" id="{736E7670-5CE6-4131-AF28-B5D4B9FC7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67400" y="2824912"/>
                <a:ext cx="152400" cy="685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8" name="Line 14">
                <a:extLst>
                  <a:ext uri="{FF2B5EF4-FFF2-40B4-BE49-F238E27FC236}">
                    <a16:creationId xmlns:a16="http://schemas.microsoft.com/office/drawing/2014/main" id="{BA192589-FB10-4551-8F57-2FEDA4B9E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67400" y="2901112"/>
                <a:ext cx="304800" cy="6096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9" name="Line 15">
                <a:extLst>
                  <a:ext uri="{FF2B5EF4-FFF2-40B4-BE49-F238E27FC236}">
                    <a16:creationId xmlns:a16="http://schemas.microsoft.com/office/drawing/2014/main" id="{03B64044-203A-466A-87C2-6C0275B19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91200" y="3434512"/>
                <a:ext cx="838200" cy="762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95" name="Text Box 24">
                <a:extLst>
                  <a:ext uri="{FF2B5EF4-FFF2-40B4-BE49-F238E27FC236}">
                    <a16:creationId xmlns:a16="http://schemas.microsoft.com/office/drawing/2014/main" id="{63ACF76E-C2FA-4AAE-916E-47288F661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2200" y="2672512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6" name="Text Box 25">
                <a:extLst>
                  <a:ext uri="{FF2B5EF4-FFF2-40B4-BE49-F238E27FC236}">
                    <a16:creationId xmlns:a16="http://schemas.microsoft.com/office/drawing/2014/main" id="{96254C78-FAE4-49BA-B91C-6B0955C66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8800" y="25963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Y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7" name="Text Box 26">
                <a:extLst>
                  <a:ext uri="{FF2B5EF4-FFF2-40B4-BE49-F238E27FC236}">
                    <a16:creationId xmlns:a16="http://schemas.microsoft.com/office/drawing/2014/main" id="{2C3B31C4-A2B4-425A-BD29-1337C0AAC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53200" y="3129712"/>
                <a:ext cx="609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X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B7430C-54DE-4B66-B588-5A22F039B0BA}"/>
                </a:ext>
              </a:extLst>
            </p:cNvPr>
            <p:cNvGrpSpPr/>
            <p:nvPr/>
          </p:nvGrpSpPr>
          <p:grpSpPr>
            <a:xfrm>
              <a:off x="2286000" y="3205912"/>
              <a:ext cx="5410200" cy="1328738"/>
              <a:chOff x="2286000" y="3205912"/>
              <a:chExt cx="5410200" cy="1328738"/>
            </a:xfrm>
          </p:grpSpPr>
          <p:sp>
            <p:nvSpPr>
              <p:cNvPr id="20493" name="Text Box 21">
                <a:extLst>
                  <a:ext uri="{FF2B5EF4-FFF2-40B4-BE49-F238E27FC236}">
                    <a16:creationId xmlns:a16="http://schemas.microsoft.com/office/drawing/2014/main" id="{BCD4879D-AB82-4AD0-B498-C827DB9616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196512"/>
                <a:ext cx="6858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ko-KR" sz="1600" i="1" dirty="0">
                    <a:latin typeface="Tahoma" panose="020B060403050404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  <a:sym typeface="UniversalMath1 BT"/>
                  </a:rPr>
                  <a:t>( 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  <a:sym typeface="UniversalMath1 BT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  <a:sym typeface="UniversalMath1 BT"/>
                  </a:rPr>
                  <a:t> - 1)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4" name="Text Box 23">
                <a:extLst>
                  <a:ext uri="{FF2B5EF4-FFF2-40B4-BE49-F238E27FC236}">
                    <a16:creationId xmlns:a16="http://schemas.microsoft.com/office/drawing/2014/main" id="{850AD623-C94A-4524-8A0C-B536474143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600" y="3358312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 - 1 )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8" name="Text Box 27">
                <a:extLst>
                  <a:ext uri="{FF2B5EF4-FFF2-40B4-BE49-F238E27FC236}">
                    <a16:creationId xmlns:a16="http://schemas.microsoft.com/office/drawing/2014/main" id="{5AD16027-3F14-4AC3-8225-9CD3BBE34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2800" y="32059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9" name="Text Box 28">
                <a:extLst>
                  <a:ext uri="{FF2B5EF4-FFF2-40B4-BE49-F238E27FC236}">
                    <a16:creationId xmlns:a16="http://schemas.microsoft.com/office/drawing/2014/main" id="{8AB3861D-BD2E-4542-B6E4-0D0A16F5CA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1600" y="34345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00" name="Text Box 29">
                <a:extLst>
                  <a:ext uri="{FF2B5EF4-FFF2-40B4-BE49-F238E27FC236}">
                    <a16:creationId xmlns:a16="http://schemas.microsoft.com/office/drawing/2014/main" id="{819C350F-72F6-42B8-AC0D-0B6B0C885E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86600" y="39679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ko-KR" sz="1600" i="1">
                    <a:latin typeface="Tahoma" panose="020B060403050404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" name="object 4">
              <a:extLst>
                <a:ext uri="{FF2B5EF4-FFF2-40B4-BE49-F238E27FC236}">
                  <a16:creationId xmlns:a16="http://schemas.microsoft.com/office/drawing/2014/main" id="{61637105-C6AB-43F2-A852-C1E28C1C81A6}"/>
                </a:ext>
              </a:extLst>
            </p:cNvPr>
            <p:cNvSpPr txBox="1"/>
            <p:nvPr/>
          </p:nvSpPr>
          <p:spPr>
            <a:xfrm>
              <a:off x="515554" y="542329"/>
              <a:ext cx="8236713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r>
                <a:rPr lang="en-US" altLang="en-US" sz="2000" dirty="0">
                  <a:latin typeface="+mn-lt"/>
                  <a:sym typeface="UniversalMath1 BT"/>
                </a:rPr>
                <a:t>Amount of rotation around the common perpendicular so that the joint axes are parallel.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5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7839CF7C-4E13-4737-A06E-861B8F2CAAA5}"/>
              </a:ext>
            </a:extLst>
          </p:cNvPr>
          <p:cNvSpPr txBox="1">
            <a:spLocks/>
          </p:cNvSpPr>
          <p:nvPr/>
        </p:nvSpPr>
        <p:spPr bwMode="auto">
          <a:xfrm>
            <a:off x="546099" y="93574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The ‘</a:t>
            </a:r>
            <a:r>
              <a:rPr lang="el-GR" altLang="en-US" sz="2000" b="1" dirty="0"/>
              <a:t>ϴ</a:t>
            </a:r>
            <a:r>
              <a:rPr lang="en-US" altLang="en-US" sz="2000" b="1" dirty="0">
                <a:latin typeface="+mn-lt"/>
              </a:rPr>
              <a:t>’ Parameter</a:t>
            </a:r>
            <a:endParaRPr lang="en-US" altLang="en-US" sz="180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7F7721-C5AB-442D-AC00-4530CD6F5409}"/>
              </a:ext>
            </a:extLst>
          </p:cNvPr>
          <p:cNvGrpSpPr/>
          <p:nvPr/>
        </p:nvGrpSpPr>
        <p:grpSpPr>
          <a:xfrm>
            <a:off x="485011" y="572665"/>
            <a:ext cx="8236713" cy="4400308"/>
            <a:chOff x="485011" y="572665"/>
            <a:chExt cx="8236713" cy="4400308"/>
          </a:xfrm>
        </p:grpSpPr>
        <p:pic>
          <p:nvPicPr>
            <p:cNvPr id="20483" name="Picture 17" descr="C:\My Documents\Summer 2001\LK1.gif">
              <a:extLst>
                <a:ext uri="{FF2B5EF4-FFF2-40B4-BE49-F238E27FC236}">
                  <a16:creationId xmlns:a16="http://schemas.microsoft.com/office/drawing/2014/main" id="{53268B1B-B63D-4E7A-9A27-CB579EC0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7" b="16991"/>
            <a:stretch>
              <a:fillRect/>
            </a:stretch>
          </p:blipFill>
          <p:spPr bwMode="auto">
            <a:xfrm>
              <a:off x="1760157" y="1347123"/>
              <a:ext cx="5943600" cy="3625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C2DAE70-AC44-4201-9223-EC6BFFD7970A}"/>
                </a:ext>
              </a:extLst>
            </p:cNvPr>
            <p:cNvGrpSpPr/>
            <p:nvPr/>
          </p:nvGrpSpPr>
          <p:grpSpPr>
            <a:xfrm>
              <a:off x="1988757" y="2093248"/>
              <a:ext cx="2209800" cy="1860550"/>
              <a:chOff x="2057400" y="2062912"/>
              <a:chExt cx="2209800" cy="1860550"/>
            </a:xfrm>
          </p:grpSpPr>
          <p:sp>
            <p:nvSpPr>
              <p:cNvPr id="20484" name="Line 9">
                <a:extLst>
                  <a:ext uri="{FF2B5EF4-FFF2-40B4-BE49-F238E27FC236}">
                    <a16:creationId xmlns:a16="http://schemas.microsoft.com/office/drawing/2014/main" id="{4D00B930-12B1-497A-9D81-D9EBCFA89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38400" y="2367712"/>
                <a:ext cx="304800" cy="10668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5" name="Line 10">
                <a:extLst>
                  <a:ext uri="{FF2B5EF4-FFF2-40B4-BE49-F238E27FC236}">
                    <a16:creationId xmlns:a16="http://schemas.microsoft.com/office/drawing/2014/main" id="{AB1CC1E7-134D-4345-AD56-569D1180B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67000" y="2824912"/>
                <a:ext cx="533400" cy="6096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6" name="Line 11">
                <a:extLst>
                  <a:ext uri="{FF2B5EF4-FFF2-40B4-BE49-F238E27FC236}">
                    <a16:creationId xmlns:a16="http://schemas.microsoft.com/office/drawing/2014/main" id="{2909A476-FC33-46C9-9AA0-BB252FE8A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200" y="3434512"/>
                <a:ext cx="838200" cy="1524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90" name="Text Box 18">
                <a:extLst>
                  <a:ext uri="{FF2B5EF4-FFF2-40B4-BE49-F238E27FC236}">
                    <a16:creationId xmlns:a16="http://schemas.microsoft.com/office/drawing/2014/main" id="{4F8FB77A-41D9-4084-A9FE-9D97C2C737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7400" y="2062912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- 1)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1" name="Text Box 19">
                <a:extLst>
                  <a:ext uri="{FF2B5EF4-FFF2-40B4-BE49-F238E27FC236}">
                    <a16:creationId xmlns:a16="http://schemas.microsoft.com/office/drawing/2014/main" id="{1D7332F0-B1C5-4DF2-BAAF-37EC34295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200" y="358691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 -1)</a:t>
                </a:r>
                <a:endParaRPr lang="en-US" altLang="en-US" sz="1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2" name="Text Box 20">
                <a:extLst>
                  <a:ext uri="{FF2B5EF4-FFF2-40B4-BE49-F238E27FC236}">
                    <a16:creationId xmlns:a16="http://schemas.microsoft.com/office/drawing/2014/main" id="{AF701732-AA9E-4DB4-B77F-5239E3A734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400" y="259631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Y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(i -1)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83AE996-D033-4C79-AB79-D9F19087ADB0}"/>
                </a:ext>
              </a:extLst>
            </p:cNvPr>
            <p:cNvGrpSpPr/>
            <p:nvPr/>
          </p:nvGrpSpPr>
          <p:grpSpPr>
            <a:xfrm>
              <a:off x="5608257" y="2626648"/>
              <a:ext cx="1524000" cy="914400"/>
              <a:chOff x="5638800" y="2596312"/>
              <a:chExt cx="1524000" cy="914400"/>
            </a:xfrm>
          </p:grpSpPr>
          <p:sp>
            <p:nvSpPr>
              <p:cNvPr id="20487" name="Line 13">
                <a:extLst>
                  <a:ext uri="{FF2B5EF4-FFF2-40B4-BE49-F238E27FC236}">
                    <a16:creationId xmlns:a16="http://schemas.microsoft.com/office/drawing/2014/main" id="{736E7670-5CE6-4131-AF28-B5D4B9FC7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67400" y="2824912"/>
                <a:ext cx="152400" cy="685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8" name="Line 14">
                <a:extLst>
                  <a:ext uri="{FF2B5EF4-FFF2-40B4-BE49-F238E27FC236}">
                    <a16:creationId xmlns:a16="http://schemas.microsoft.com/office/drawing/2014/main" id="{BA192589-FB10-4551-8F57-2FEDA4B9E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67400" y="2901112"/>
                <a:ext cx="304800" cy="6096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89" name="Line 15">
                <a:extLst>
                  <a:ext uri="{FF2B5EF4-FFF2-40B4-BE49-F238E27FC236}">
                    <a16:creationId xmlns:a16="http://schemas.microsoft.com/office/drawing/2014/main" id="{03B64044-203A-466A-87C2-6C0275B19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91200" y="3434512"/>
                <a:ext cx="838200" cy="762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495" name="Text Box 24">
                <a:extLst>
                  <a:ext uri="{FF2B5EF4-FFF2-40B4-BE49-F238E27FC236}">
                    <a16:creationId xmlns:a16="http://schemas.microsoft.com/office/drawing/2014/main" id="{63ACF76E-C2FA-4AAE-916E-47288F661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2200" y="2672512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6" name="Text Box 25">
                <a:extLst>
                  <a:ext uri="{FF2B5EF4-FFF2-40B4-BE49-F238E27FC236}">
                    <a16:creationId xmlns:a16="http://schemas.microsoft.com/office/drawing/2014/main" id="{96254C78-FAE4-49BA-B91C-6B0955C66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8800" y="25963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Y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7" name="Text Box 26">
                <a:extLst>
                  <a:ext uri="{FF2B5EF4-FFF2-40B4-BE49-F238E27FC236}">
                    <a16:creationId xmlns:a16="http://schemas.microsoft.com/office/drawing/2014/main" id="{2C3B31C4-A2B4-425A-BD29-1337C0AAC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53200" y="3129712"/>
                <a:ext cx="609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X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B7430C-54DE-4B66-B588-5A22F039B0BA}"/>
                </a:ext>
              </a:extLst>
            </p:cNvPr>
            <p:cNvGrpSpPr/>
            <p:nvPr/>
          </p:nvGrpSpPr>
          <p:grpSpPr>
            <a:xfrm>
              <a:off x="2255457" y="3236248"/>
              <a:ext cx="5410200" cy="1328738"/>
              <a:chOff x="2286000" y="3205912"/>
              <a:chExt cx="5410200" cy="1328738"/>
            </a:xfrm>
          </p:grpSpPr>
          <p:sp>
            <p:nvSpPr>
              <p:cNvPr id="20493" name="Text Box 21">
                <a:extLst>
                  <a:ext uri="{FF2B5EF4-FFF2-40B4-BE49-F238E27FC236}">
                    <a16:creationId xmlns:a16="http://schemas.microsoft.com/office/drawing/2014/main" id="{BCD4879D-AB82-4AD0-B498-C827DB9616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196512"/>
                <a:ext cx="6858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ko-KR" sz="1600" i="1" dirty="0">
                    <a:latin typeface="Tahoma" panose="020B060403050404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  <a:sym typeface="UniversalMath1 BT"/>
                  </a:rPr>
                  <a:t>( 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  <a:sym typeface="UniversalMath1 BT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  <a:sym typeface="UniversalMath1 BT"/>
                  </a:rPr>
                  <a:t> - 1)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4" name="Text Box 23">
                <a:extLst>
                  <a:ext uri="{FF2B5EF4-FFF2-40B4-BE49-F238E27FC236}">
                    <a16:creationId xmlns:a16="http://schemas.microsoft.com/office/drawing/2014/main" id="{850AD623-C94A-4524-8A0C-B536474143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600" y="3358312"/>
                <a:ext cx="685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en-US" sz="1600" b="1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en-US" sz="1600" b="1" baseline="-25000" dirty="0">
                    <a:latin typeface="Times New Roman" panose="02020603050405020304" pitchFamily="18" charset="0"/>
                  </a:rPr>
                  <a:t> - 1 )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8" name="Text Box 27">
                <a:extLst>
                  <a:ext uri="{FF2B5EF4-FFF2-40B4-BE49-F238E27FC236}">
                    <a16:creationId xmlns:a16="http://schemas.microsoft.com/office/drawing/2014/main" id="{5AD16027-3F14-4AC3-8225-9CD3BBE34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2800" y="32059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a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499" name="Text Box 28">
                <a:extLst>
                  <a:ext uri="{FF2B5EF4-FFF2-40B4-BE49-F238E27FC236}">
                    <a16:creationId xmlns:a16="http://schemas.microsoft.com/office/drawing/2014/main" id="{8AB3861D-BD2E-4542-B6E4-0D0A16F5CA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1600" y="34345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Times New Roman" panose="02020603050405020304" pitchFamily="18" charset="0"/>
                  </a:rPr>
                  <a:t>d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00" name="Text Box 29">
                <a:extLst>
                  <a:ext uri="{FF2B5EF4-FFF2-40B4-BE49-F238E27FC236}">
                    <a16:creationId xmlns:a16="http://schemas.microsoft.com/office/drawing/2014/main" id="{819C350F-72F6-42B8-AC0D-0B6B0C885E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86600" y="3967912"/>
                <a:ext cx="5334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굴림" panose="020B0600000101010101" pitchFamily="34" charset="-127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ko-KR" sz="1600" i="1">
                    <a:latin typeface="Tahoma" panose="020B060403050404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1600" b="1" baseline="-25000">
                    <a:latin typeface="Times New Roman" panose="02020603050405020304" pitchFamily="18" charset="0"/>
                  </a:rPr>
                  <a:t> i </a:t>
                </a:r>
                <a:endParaRPr lang="en-US" altLang="en-US" sz="1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" name="object 4">
              <a:extLst>
                <a:ext uri="{FF2B5EF4-FFF2-40B4-BE49-F238E27FC236}">
                  <a16:creationId xmlns:a16="http://schemas.microsoft.com/office/drawing/2014/main" id="{61637105-C6AB-43F2-A852-C1E28C1C81A6}"/>
                </a:ext>
              </a:extLst>
            </p:cNvPr>
            <p:cNvSpPr txBox="1"/>
            <p:nvPr/>
          </p:nvSpPr>
          <p:spPr>
            <a:xfrm>
              <a:off x="485011" y="572665"/>
              <a:ext cx="8236713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r>
                <a:rPr lang="en-US" altLang="en-US" sz="2000" dirty="0">
                  <a:latin typeface="+mn-lt"/>
                  <a:sym typeface="UniversalMath1 BT"/>
                </a:rPr>
                <a:t>Amount of rotation around the </a:t>
              </a:r>
              <a:r>
                <a:rPr lang="en-US" altLang="en-US" sz="2000" dirty="0">
                  <a:latin typeface="+mn-lt"/>
                </a:rPr>
                <a:t>Z</a:t>
              </a:r>
              <a:r>
                <a:rPr lang="en-US" altLang="en-US" sz="2000" i="1" baseline="-25000" dirty="0">
                  <a:latin typeface="+mn-lt"/>
                </a:rPr>
                <a:t>i </a:t>
              </a:r>
              <a:r>
                <a:rPr lang="en-US" altLang="en-US" sz="2000" dirty="0">
                  <a:latin typeface="+mn-lt"/>
                </a:rPr>
                <a:t>axis needed to align the</a:t>
              </a:r>
              <a:r>
                <a:rPr lang="en-US" altLang="en-US" sz="2000" i="1" baseline="-25000" dirty="0">
                  <a:latin typeface="+mn-lt"/>
                </a:rPr>
                <a:t> </a:t>
              </a:r>
              <a:r>
                <a:rPr lang="en-US" altLang="en-US" sz="2000" dirty="0">
                  <a:latin typeface="+mn-lt"/>
                </a:rPr>
                <a:t>X</a:t>
              </a:r>
              <a:r>
                <a:rPr lang="en-US" altLang="en-US" sz="2400" i="1" baseline="-25000" dirty="0">
                  <a:latin typeface="+mn-lt"/>
                </a:rPr>
                <a:t>(i-1)</a:t>
              </a:r>
              <a:r>
                <a:rPr lang="en-US" altLang="en-US" sz="2000" dirty="0">
                  <a:latin typeface="+mn-lt"/>
                </a:rPr>
                <a:t>  axis with the X</a:t>
              </a:r>
              <a:r>
                <a:rPr lang="en-US" altLang="en-US" sz="2400" i="1" baseline="-25000" dirty="0">
                  <a:latin typeface="+mn-lt"/>
                </a:rPr>
                <a:t>i</a:t>
              </a:r>
              <a:r>
                <a:rPr lang="en-US" altLang="en-US" sz="2000" dirty="0">
                  <a:latin typeface="+mn-lt"/>
                </a:rPr>
                <a:t> axis.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D90B43-1BC1-456F-AA19-D26864B5121A}"/>
              </a:ext>
            </a:extLst>
          </p:cNvPr>
          <p:cNvCxnSpPr>
            <a:cxnSpLocks/>
          </p:cNvCxnSpPr>
          <p:nvPr/>
        </p:nvCxnSpPr>
        <p:spPr>
          <a:xfrm flipH="1">
            <a:off x="2628900" y="1205345"/>
            <a:ext cx="966356" cy="2991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4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7" name="Object 3">
            <a:extLst>
              <a:ext uri="{FF2B5EF4-FFF2-40B4-BE49-F238E27FC236}">
                <a16:creationId xmlns:a16="http://schemas.microsoft.com/office/drawing/2014/main" id="{C9C5F995-B5FB-4880-9676-E7F84732E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3013" y="762000"/>
          <a:ext cx="670560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05200" imgH="914400" progId="Equation.3">
                  <p:embed/>
                </p:oleObj>
              </mc:Choice>
              <mc:Fallback>
                <p:oleObj name="Equation" r:id="rId2" imgW="3505200" imgH="914400" progId="Equation.3">
                  <p:embed/>
                  <p:pic>
                    <p:nvPicPr>
                      <p:cNvPr id="26627" name="Object 3">
                        <a:extLst>
                          <a:ext uri="{FF2B5EF4-FFF2-40B4-BE49-F238E27FC236}">
                            <a16:creationId xmlns:a16="http://schemas.microsoft.com/office/drawing/2014/main" id="{C9C5F995-B5FB-4880-9676-E7F84732E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762000"/>
                        <a:ext cx="670560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>
            <a:extLst>
              <a:ext uri="{FF2B5EF4-FFF2-40B4-BE49-F238E27FC236}">
                <a16:creationId xmlns:a16="http://schemas.microsoft.com/office/drawing/2014/main" id="{517F7BDC-725C-42F2-A281-B35FE01C3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2665413"/>
            <a:ext cx="8305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>
                <a:latin typeface="+mn-lt"/>
              </a:rPr>
              <a:t>Just like our earlier matrix, the </a:t>
            </a:r>
            <a:r>
              <a:rPr lang="en-US" altLang="en-US" sz="2000" dirty="0" err="1">
                <a:latin typeface="+mn-lt"/>
              </a:rPr>
              <a:t>Denavit-Hartenberg</a:t>
            </a:r>
            <a:r>
              <a:rPr lang="en-US" altLang="en-US" sz="2000" dirty="0">
                <a:latin typeface="+mn-lt"/>
              </a:rPr>
              <a:t> Matrix is a transformation matrix from one coordinate frame to the next. </a:t>
            </a:r>
          </a:p>
          <a:p>
            <a:pPr>
              <a:spcBef>
                <a:spcPct val="50000"/>
              </a:spcBef>
            </a:pPr>
            <a:r>
              <a:rPr lang="en-US" altLang="en-US" sz="2000" dirty="0">
                <a:latin typeface="+mn-lt"/>
              </a:rPr>
              <a:t>Using a series of D-H Matrix multiplications and the D-H Parameter table, the final result is a transformation matrix from some final frame to your initial frame.</a:t>
            </a:r>
          </a:p>
          <a:p>
            <a:pPr>
              <a:spcBef>
                <a:spcPct val="50000"/>
              </a:spcBef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26629" name="Group 6">
            <a:extLst>
              <a:ext uri="{FF2B5EF4-FFF2-40B4-BE49-F238E27FC236}">
                <a16:creationId xmlns:a16="http://schemas.microsoft.com/office/drawing/2014/main" id="{57889FF2-259F-4531-9591-4C86628E153E}"/>
              </a:ext>
            </a:extLst>
          </p:cNvPr>
          <p:cNvGrpSpPr>
            <a:grpSpLocks/>
          </p:cNvGrpSpPr>
          <p:nvPr/>
        </p:nvGrpSpPr>
        <p:grpSpPr bwMode="auto">
          <a:xfrm>
            <a:off x="2819812" y="4237215"/>
            <a:ext cx="3581400" cy="2211388"/>
            <a:chOff x="1008" y="432"/>
            <a:chExt cx="3515" cy="2160"/>
          </a:xfrm>
        </p:grpSpPr>
        <p:pic>
          <p:nvPicPr>
            <p:cNvPr id="26632" name="Picture 7" descr="C:\My Documents\Summer 2001\LK1.gif">
              <a:extLst>
                <a:ext uri="{FF2B5EF4-FFF2-40B4-BE49-F238E27FC236}">
                  <a16:creationId xmlns:a16="http://schemas.microsoft.com/office/drawing/2014/main" id="{5B095A2B-15AE-4FED-BEC3-223B6BD89F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991"/>
            <a:stretch>
              <a:fillRect/>
            </a:stretch>
          </p:blipFill>
          <p:spPr bwMode="auto">
            <a:xfrm>
              <a:off x="1008" y="432"/>
              <a:ext cx="3216" cy="2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3" name="Text Box 8">
              <a:extLst>
                <a:ext uri="{FF2B5EF4-FFF2-40B4-BE49-F238E27FC236}">
                  <a16:creationId xmlns:a16="http://schemas.microsoft.com/office/drawing/2014/main" id="{6DF55024-7516-4DD8-97C9-35B252E75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985"/>
              <a:ext cx="536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Z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(i - 1)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6634" name="Text Box 9">
              <a:extLst>
                <a:ext uri="{FF2B5EF4-FFF2-40B4-BE49-F238E27FC236}">
                  <a16:creationId xmlns:a16="http://schemas.microsoft.com/office/drawing/2014/main" id="{CB4CE8A0-E884-4E37-BC84-FA8196791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9" y="1835"/>
              <a:ext cx="577" cy="5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X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(i -1)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6635" name="Text Box 10">
              <a:extLst>
                <a:ext uri="{FF2B5EF4-FFF2-40B4-BE49-F238E27FC236}">
                  <a16:creationId xmlns:a16="http://schemas.microsoft.com/office/drawing/2014/main" id="{F7A5BB3A-1B82-47D8-8BA8-9510C1012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1282"/>
              <a:ext cx="578" cy="5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Y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(i -1)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59403" name="Text Box 11">
              <a:extLst>
                <a:ext uri="{FF2B5EF4-FFF2-40B4-BE49-F238E27FC236}">
                  <a16:creationId xmlns:a16="http://schemas.microsoft.com/office/drawing/2014/main" id="{BCDE2D58-DB93-4963-8033-AF04E3A92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6" y="2175"/>
              <a:ext cx="650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굴림" pitchFamily="34" charset="-127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sz="1050" b="1" dirty="0">
                  <a:latin typeface="Times New Roman" pitchFamily="18" charset="0"/>
                  <a:sym typeface="Symbol"/>
                </a:rPr>
                <a:t></a:t>
              </a:r>
              <a:r>
                <a:rPr lang="en-US" sz="1050" b="1" baseline="-25000" dirty="0">
                  <a:latin typeface="Times New Roman" pitchFamily="18" charset="0"/>
                  <a:sym typeface="UniversalMath1 BT"/>
                </a:rPr>
                <a:t>( </a:t>
              </a:r>
              <a:r>
                <a:rPr lang="en-US" sz="1050" b="1" baseline="-25000" dirty="0" err="1">
                  <a:latin typeface="Times New Roman" pitchFamily="18" charset="0"/>
                  <a:sym typeface="UniversalMath1 BT"/>
                </a:rPr>
                <a:t>i</a:t>
              </a:r>
              <a:r>
                <a:rPr lang="en-US" sz="1050" b="1" baseline="-25000" dirty="0">
                  <a:latin typeface="Times New Roman" pitchFamily="18" charset="0"/>
                  <a:sym typeface="UniversalMath1 BT"/>
                </a:rPr>
                <a:t> - 1)</a:t>
              </a:r>
              <a:endParaRPr lang="en-US" sz="1050" dirty="0">
                <a:latin typeface="Times New Roman" pitchFamily="18" charset="0"/>
              </a:endParaRPr>
            </a:p>
          </p:txBody>
        </p:sp>
        <p:sp>
          <p:nvSpPr>
            <p:cNvPr id="26637" name="Text Box 12">
              <a:extLst>
                <a:ext uri="{FF2B5EF4-FFF2-40B4-BE49-F238E27FC236}">
                  <a16:creationId xmlns:a16="http://schemas.microsoft.com/office/drawing/2014/main" id="{89DFB741-3AEB-4EF1-9C30-E6F289170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" y="1706"/>
              <a:ext cx="531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 i="1">
                  <a:latin typeface="Times New Roman" panose="02020603050405020304" pitchFamily="18" charset="0"/>
                </a:rPr>
                <a:t>a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(i - 1 )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26638" name="Text Box 13">
              <a:extLst>
                <a:ext uri="{FF2B5EF4-FFF2-40B4-BE49-F238E27FC236}">
                  <a16:creationId xmlns:a16="http://schemas.microsoft.com/office/drawing/2014/main" id="{D38CB497-416F-4E7E-80FB-37BCECBAB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8" y="1325"/>
              <a:ext cx="371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Z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6639" name="Text Box 14">
              <a:extLst>
                <a:ext uri="{FF2B5EF4-FFF2-40B4-BE49-F238E27FC236}">
                  <a16:creationId xmlns:a16="http://schemas.microsoft.com/office/drawing/2014/main" id="{4FDF2C7B-85B2-4CC1-A50F-D18DEE8DD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9" y="1282"/>
              <a:ext cx="289" cy="5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Y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6640" name="Text Box 15">
              <a:extLst>
                <a:ext uri="{FF2B5EF4-FFF2-40B4-BE49-F238E27FC236}">
                  <a16:creationId xmlns:a16="http://schemas.microsoft.com/office/drawing/2014/main" id="{5C25C389-02D3-4D61-B4C8-1FD735707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" y="1579"/>
              <a:ext cx="331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X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6641" name="Text Box 16">
              <a:extLst>
                <a:ext uri="{FF2B5EF4-FFF2-40B4-BE49-F238E27FC236}">
                  <a16:creationId xmlns:a16="http://schemas.microsoft.com/office/drawing/2014/main" id="{F7C49E53-5ED9-44BD-97A2-82FCAE452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1623"/>
              <a:ext cx="289" cy="5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 i="1">
                  <a:latin typeface="Times New Roman" panose="02020603050405020304" pitchFamily="18" charset="0"/>
                </a:rPr>
                <a:t>a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26642" name="Text Box 17">
              <a:extLst>
                <a:ext uri="{FF2B5EF4-FFF2-40B4-BE49-F238E27FC236}">
                  <a16:creationId xmlns:a16="http://schemas.microsoft.com/office/drawing/2014/main" id="{E359D5C1-4EF4-476C-9A7E-03E8CCC06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1750"/>
              <a:ext cx="289" cy="5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 i="1">
                  <a:latin typeface="Times New Roman" panose="02020603050405020304" pitchFamily="18" charset="0"/>
                </a:rPr>
                <a:t>d</a:t>
              </a:r>
              <a:r>
                <a:rPr lang="en-US" altLang="en-US" sz="1600" b="1" i="1" baseline="-25000">
                  <a:latin typeface="Times New Roman" panose="02020603050405020304" pitchFamily="18" charset="0"/>
                </a:rPr>
                <a:t> 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i 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26643" name="Text Box 18">
              <a:extLst>
                <a:ext uri="{FF2B5EF4-FFF2-40B4-BE49-F238E27FC236}">
                  <a16:creationId xmlns:a16="http://schemas.microsoft.com/office/drawing/2014/main" id="{0AE93CB7-7766-40B6-9208-46EE0C2C3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3" y="2048"/>
              <a:ext cx="670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굴림" panose="020B0600000101010101" pitchFamily="34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  <a:sym typeface="Symbol" panose="05050102010706020507" pitchFamily="18" charset="2"/>
                </a:rPr>
                <a:t></a:t>
              </a:r>
              <a:r>
                <a:rPr lang="en-US" altLang="en-US" sz="1600" b="1" baseline="-25000">
                  <a:latin typeface="Times New Roman" panose="02020603050405020304" pitchFamily="18" charset="0"/>
                </a:rPr>
                <a:t> i 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C74BBAC2-608B-4261-BA35-BE1E86F2984C}"/>
              </a:ext>
            </a:extLst>
          </p:cNvPr>
          <p:cNvSpPr txBox="1">
            <a:spLocks/>
          </p:cNvSpPr>
          <p:nvPr/>
        </p:nvSpPr>
        <p:spPr bwMode="auto">
          <a:xfrm>
            <a:off x="546099" y="93574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The </a:t>
            </a:r>
            <a:r>
              <a:rPr lang="en-US" altLang="en-US" sz="2000" b="1" dirty="0" err="1">
                <a:latin typeface="+mn-lt"/>
              </a:rPr>
              <a:t>Denavit-Hartenberg</a:t>
            </a:r>
            <a:r>
              <a:rPr lang="en-US" altLang="en-US" sz="2000" b="1" dirty="0">
                <a:latin typeface="+mn-lt"/>
              </a:rPr>
              <a:t> Matrix</a:t>
            </a:r>
            <a:endParaRPr lang="en-US" alt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1" name="Text Box 5">
            <a:extLst>
              <a:ext uri="{FF2B5EF4-FFF2-40B4-BE49-F238E27FC236}">
                <a16:creationId xmlns:a16="http://schemas.microsoft.com/office/drawing/2014/main" id="{C3CCAFED-A969-472D-9E43-0B974C0A6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02" y="676102"/>
            <a:ext cx="8839200" cy="310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lnSpc>
                <a:spcPct val="140000"/>
              </a:lnSpc>
              <a:buFont typeface="Symbol" panose="05050102010706020507" pitchFamily="18" charset="2"/>
              <a:buNone/>
            </a:pPr>
            <a:r>
              <a:rPr kumimoji="1" lang="en-US" altLang="ko-KR" sz="20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(I</a:t>
            </a:r>
            <a:r>
              <a:rPr kumimoji="1" lang="en-US" altLang="ko-KR" sz="20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kumimoji="1" lang="en-US" altLang="ko-KR" sz="2000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   Rotate </a:t>
            </a:r>
            <a:r>
              <a:rPr kumimoji="1" lang="en-US" altLang="ko-KR" sz="2000" dirty="0">
                <a:latin typeface="Tahoma" panose="020B0604030504040204" pitchFamily="34" charset="0"/>
                <a:sym typeface="Symbol" panose="05050102010706020507" pitchFamily="18" charset="2"/>
              </a:rPr>
              <a:t>about the </a:t>
            </a:r>
            <a:r>
              <a:rPr kumimoji="1" lang="en-US" altLang="ko-KR" sz="2000" i="1" dirty="0" err="1">
                <a:latin typeface="Tahoma" panose="020B0604030504040204" pitchFamily="34" charset="0"/>
                <a:sym typeface="Symbol" panose="05050102010706020507" pitchFamily="18" charset="2"/>
              </a:rPr>
              <a:t>z</a:t>
            </a:r>
            <a:r>
              <a:rPr kumimoji="1" lang="en-US" altLang="ko-KR" sz="1600" i="1" baseline="-25000" dirty="0" err="1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dirty="0">
                <a:latin typeface="Tahoma" panose="020B0604030504040204" pitchFamily="34" charset="0"/>
              </a:rPr>
              <a:t>-</a:t>
            </a:r>
            <a:r>
              <a:rPr kumimoji="1" lang="en-US" altLang="ko-KR" sz="2000" dirty="0">
                <a:latin typeface="Tahoma" panose="020B0604030504040204" pitchFamily="34" charset="0"/>
                <a:sym typeface="Symbol" panose="05050102010706020507" pitchFamily="18" charset="2"/>
              </a:rPr>
              <a:t>axis an able of </a:t>
            </a:r>
            <a:r>
              <a:rPr kumimoji="1" lang="en-US" altLang="ko-KR" sz="2000" i="1" dirty="0">
                <a:latin typeface="Tahoma" panose="020B0604030504040204" pitchFamily="34" charset="0"/>
                <a:sym typeface="Symbol" panose="05050102010706020507" pitchFamily="18" charset="2"/>
              </a:rPr>
              <a:t></a:t>
            </a:r>
            <a:r>
              <a:rPr kumimoji="1" lang="en-US" altLang="ko-KR" sz="2000" i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+1</a:t>
            </a:r>
            <a:r>
              <a:rPr kumimoji="1" lang="en-US" altLang="ko-KR" sz="2000" dirty="0">
                <a:latin typeface="Tahoma" panose="020B0604030504040204" pitchFamily="34" charset="0"/>
                <a:sym typeface="Symbol" panose="05050102010706020507" pitchFamily="18" charset="2"/>
              </a:rPr>
              <a:t>. (</a:t>
            </a:r>
            <a:r>
              <a:rPr kumimoji="1" lang="en-US" altLang="ko-KR" sz="2000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Coplanar</a:t>
            </a:r>
            <a:r>
              <a:rPr kumimoji="1" lang="en-US" altLang="ko-KR" sz="2000" dirty="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</a:p>
          <a:p>
            <a:pPr eaLnBrk="1" latinLnBrk="1" hangingPunct="1">
              <a:lnSpc>
                <a:spcPct val="140000"/>
              </a:lnSpc>
              <a:buFont typeface="Symbol" panose="05050102010706020507" pitchFamily="18" charset="2"/>
              <a:buNone/>
            </a:pPr>
            <a:r>
              <a:rPr kumimoji="1" lang="en-US" altLang="ko-KR" sz="2000" dirty="0">
                <a:solidFill>
                  <a:srgbClr val="0000FF"/>
                </a:solidFill>
                <a:latin typeface="Tahoma" panose="020B0604030504040204" pitchFamily="34" charset="0"/>
                <a:ea typeface="GungsuhChe" panose="02030609000101010101" pitchFamily="49" charset="-127"/>
              </a:rPr>
              <a:t>(II)</a:t>
            </a:r>
            <a:r>
              <a:rPr kumimoji="1" lang="en-US" altLang="ko-KR" sz="2000" dirty="0">
                <a:latin typeface="Tahoma" panose="020B0604030504040204" pitchFamily="34" charset="0"/>
              </a:rPr>
              <a:t>  </a:t>
            </a:r>
            <a:r>
              <a:rPr kumimoji="1" lang="en-US" altLang="ko-KR" sz="2000" dirty="0">
                <a:solidFill>
                  <a:srgbClr val="FF0000"/>
                </a:solidFill>
                <a:latin typeface="Tahoma" panose="020B0604030504040204" pitchFamily="34" charset="0"/>
              </a:rPr>
              <a:t>Translate</a:t>
            </a:r>
            <a:r>
              <a:rPr kumimoji="1" lang="en-US" altLang="ko-KR" sz="2000" dirty="0">
                <a:latin typeface="Tahoma" panose="020B0604030504040204" pitchFamily="34" charset="0"/>
              </a:rPr>
              <a:t> along </a:t>
            </a:r>
            <a:r>
              <a:rPr kumimoji="1" lang="en-US" altLang="ko-KR" sz="2000" i="1" dirty="0" err="1">
                <a:latin typeface="Tahoma" panose="020B0604030504040204" pitchFamily="34" charset="0"/>
                <a:sym typeface="Symbol" panose="05050102010706020507" pitchFamily="18" charset="2"/>
              </a:rPr>
              <a:t>z</a:t>
            </a:r>
            <a:r>
              <a:rPr kumimoji="1" lang="en-US" altLang="ko-KR" sz="1600" i="1" baseline="-25000" dirty="0" err="1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dirty="0">
                <a:latin typeface="Tahoma" panose="020B0604030504040204" pitchFamily="34" charset="0"/>
              </a:rPr>
              <a:t>-</a:t>
            </a:r>
            <a:r>
              <a:rPr kumimoji="1" lang="en-US" altLang="ko-KR" sz="2000" dirty="0">
                <a:latin typeface="Tahoma" panose="020B0604030504040204" pitchFamily="34" charset="0"/>
                <a:sym typeface="Symbol" panose="05050102010706020507" pitchFamily="18" charset="2"/>
              </a:rPr>
              <a:t>axis a distance of </a:t>
            </a:r>
            <a:r>
              <a:rPr kumimoji="1" lang="en-US" altLang="ko-KR" sz="2000" i="1" dirty="0">
                <a:latin typeface="Tahoma" panose="020B0604030504040204" pitchFamily="34" charset="0"/>
                <a:sym typeface="Symbol" panose="05050102010706020507" pitchFamily="18" charset="2"/>
              </a:rPr>
              <a:t>d</a:t>
            </a:r>
            <a:r>
              <a:rPr kumimoji="1" lang="en-US" altLang="ko-KR" sz="2000" i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+1</a:t>
            </a:r>
            <a:r>
              <a:rPr kumimoji="1" lang="en-US" altLang="ko-KR" sz="2000" dirty="0">
                <a:latin typeface="Tahoma" panose="020B0604030504040204" pitchFamily="34" charset="0"/>
              </a:rPr>
              <a:t> to make </a:t>
            </a:r>
            <a:r>
              <a:rPr kumimoji="1" lang="en-US" altLang="ko-KR" sz="2000" i="1" dirty="0" err="1">
                <a:latin typeface="Tahoma" panose="020B0604030504040204" pitchFamily="34" charset="0"/>
                <a:sym typeface="Symbol" panose="05050102010706020507" pitchFamily="18" charset="2"/>
              </a:rPr>
              <a:t>x</a:t>
            </a:r>
            <a:r>
              <a:rPr kumimoji="1" lang="en-US" altLang="ko-KR" sz="1600" i="1" baseline="-25000" dirty="0" err="1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dirty="0">
                <a:latin typeface="Tahoma" panose="020B0604030504040204" pitchFamily="34" charset="0"/>
              </a:rPr>
              <a:t> and </a:t>
            </a:r>
            <a:r>
              <a:rPr kumimoji="1" lang="en-US" altLang="ko-KR" sz="2000" i="1" dirty="0">
                <a:latin typeface="Tahoma" panose="020B0604030504040204" pitchFamily="34" charset="0"/>
                <a:sym typeface="Symbol" panose="05050102010706020507" pitchFamily="18" charset="2"/>
              </a:rPr>
              <a:t>x</a:t>
            </a:r>
            <a:r>
              <a:rPr kumimoji="1" lang="en-US" altLang="ko-KR" sz="1600" i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n+1</a:t>
            </a:r>
            <a:endParaRPr kumimoji="1" lang="en-US" altLang="ko-KR" sz="2000" dirty="0">
              <a:latin typeface="Tahoma" panose="020B0604030504040204" pitchFamily="34" charset="0"/>
            </a:endParaRPr>
          </a:p>
          <a:p>
            <a:pPr eaLnBrk="1" latinLnBrk="1" hangingPunct="1">
              <a:lnSpc>
                <a:spcPct val="140000"/>
              </a:lnSpc>
              <a:buFont typeface="Symbol" panose="05050102010706020507" pitchFamily="18" charset="2"/>
              <a:buNone/>
            </a:pPr>
            <a:r>
              <a:rPr kumimoji="1" lang="en-US" altLang="ko-KR" sz="2000" dirty="0">
                <a:latin typeface="Tahoma" panose="020B0604030504040204" pitchFamily="34" charset="0"/>
              </a:rPr>
              <a:t>       colinear.</a:t>
            </a:r>
          </a:p>
          <a:p>
            <a:pPr eaLnBrk="1" latinLnBrk="1" hangingPunct="1">
              <a:lnSpc>
                <a:spcPct val="140000"/>
              </a:lnSpc>
              <a:buFont typeface="Symbol" panose="05050102010706020507" pitchFamily="18" charset="2"/>
              <a:buNone/>
            </a:pPr>
            <a:r>
              <a:rPr kumimoji="1" lang="en-US" altLang="ko-KR" sz="2000" dirty="0">
                <a:solidFill>
                  <a:srgbClr val="0000FF"/>
                </a:solidFill>
                <a:latin typeface="Tahoma" panose="020B0604030504040204" pitchFamily="34" charset="0"/>
                <a:ea typeface="GungsuhChe" panose="02030609000101010101" pitchFamily="49" charset="-127"/>
              </a:rPr>
              <a:t>(III)</a:t>
            </a:r>
            <a:r>
              <a:rPr kumimoji="1" lang="en-US" altLang="ko-KR" sz="2000" dirty="0">
                <a:latin typeface="Tahoma" panose="020B0604030504040204" pitchFamily="34" charset="0"/>
              </a:rPr>
              <a:t> </a:t>
            </a:r>
            <a:r>
              <a:rPr kumimoji="1" lang="en-US" altLang="ko-KR" sz="2000" dirty="0">
                <a:solidFill>
                  <a:srgbClr val="FF0000"/>
                </a:solidFill>
                <a:latin typeface="Tahoma" panose="020B0604030504040204" pitchFamily="34" charset="0"/>
              </a:rPr>
              <a:t>Translate</a:t>
            </a:r>
            <a:r>
              <a:rPr kumimoji="1" lang="en-US" altLang="ko-KR" sz="2000" dirty="0">
                <a:latin typeface="Tahoma" panose="020B0604030504040204" pitchFamily="34" charset="0"/>
              </a:rPr>
              <a:t> along the </a:t>
            </a:r>
            <a:r>
              <a:rPr kumimoji="1" lang="en-US" altLang="ko-KR" sz="2000" i="1" dirty="0" err="1">
                <a:latin typeface="Tahoma" panose="020B0604030504040204" pitchFamily="34" charset="0"/>
                <a:sym typeface="Symbol" panose="05050102010706020507" pitchFamily="18" charset="2"/>
              </a:rPr>
              <a:t>x</a:t>
            </a:r>
            <a:r>
              <a:rPr kumimoji="1" lang="en-US" altLang="ko-KR" sz="1600" i="1" baseline="-25000" dirty="0" err="1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dirty="0">
                <a:latin typeface="Tahoma" panose="020B0604030504040204" pitchFamily="34" charset="0"/>
              </a:rPr>
              <a:t>-axis a distance of </a:t>
            </a:r>
            <a:r>
              <a:rPr kumimoji="1" lang="en-US" altLang="ko-KR" sz="2000" i="1" dirty="0">
                <a:latin typeface="Tahoma" panose="020B0604030504040204" pitchFamily="34" charset="0"/>
                <a:sym typeface="Symbol" panose="05050102010706020507" pitchFamily="18" charset="2"/>
              </a:rPr>
              <a:t>a</a:t>
            </a:r>
            <a:r>
              <a:rPr kumimoji="1" lang="en-US" altLang="ko-KR" sz="2000" i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+1</a:t>
            </a:r>
            <a:r>
              <a:rPr kumimoji="1" lang="en-US" altLang="ko-KR" sz="2000" dirty="0">
                <a:latin typeface="Tahoma" panose="020B0604030504040204" pitchFamily="34" charset="0"/>
              </a:rPr>
              <a:t> to bring the origins </a:t>
            </a:r>
          </a:p>
          <a:p>
            <a:pPr eaLnBrk="1" latinLnBrk="1" hangingPunct="1">
              <a:lnSpc>
                <a:spcPct val="140000"/>
              </a:lnSpc>
              <a:buFont typeface="Symbol" panose="05050102010706020507" pitchFamily="18" charset="2"/>
              <a:buNone/>
            </a:pPr>
            <a:r>
              <a:rPr kumimoji="1" lang="en-US" altLang="ko-KR" sz="2000" dirty="0">
                <a:latin typeface="Tahoma" panose="020B0604030504040204" pitchFamily="34" charset="0"/>
              </a:rPr>
              <a:t>       of </a:t>
            </a:r>
            <a:r>
              <a:rPr kumimoji="1" lang="en-US" altLang="ko-KR" sz="2000" i="1" dirty="0">
                <a:latin typeface="Tahoma" panose="020B0604030504040204" pitchFamily="34" charset="0"/>
                <a:sym typeface="Symbol" panose="05050102010706020507" pitchFamily="18" charset="2"/>
              </a:rPr>
              <a:t>x</a:t>
            </a:r>
            <a:r>
              <a:rPr kumimoji="1" lang="en-US" altLang="ko-KR" sz="2000" i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+1</a:t>
            </a:r>
            <a:r>
              <a:rPr kumimoji="1" lang="en-US" altLang="ko-KR" sz="2000" dirty="0">
                <a:latin typeface="Tahoma" panose="020B0604030504040204" pitchFamily="34" charset="0"/>
              </a:rPr>
              <a:t> together. </a:t>
            </a:r>
          </a:p>
          <a:p>
            <a:pPr eaLnBrk="1" latinLnBrk="1" hangingPunct="1">
              <a:lnSpc>
                <a:spcPct val="140000"/>
              </a:lnSpc>
              <a:buFont typeface="Symbol" panose="05050102010706020507" pitchFamily="18" charset="2"/>
              <a:buNone/>
            </a:pPr>
            <a:r>
              <a:rPr kumimoji="1" lang="en-US" altLang="ko-KR" sz="2000" dirty="0">
                <a:solidFill>
                  <a:srgbClr val="0000FF"/>
                </a:solidFill>
                <a:latin typeface="Tahoma" panose="020B0604030504040204" pitchFamily="34" charset="0"/>
                <a:ea typeface="GungsuhChe" panose="02030609000101010101" pitchFamily="49" charset="-127"/>
              </a:rPr>
              <a:t>(IV)</a:t>
            </a:r>
            <a:r>
              <a:rPr kumimoji="1" lang="en-US" altLang="ko-KR" sz="2000" dirty="0">
                <a:latin typeface="Tahoma" panose="020B0604030504040204" pitchFamily="34" charset="0"/>
                <a:ea typeface="GungsuhChe" panose="02030609000101010101" pitchFamily="49" charset="-127"/>
              </a:rPr>
              <a:t> </a:t>
            </a:r>
            <a:r>
              <a:rPr kumimoji="1" lang="en-US" altLang="ko-KR" sz="2000" dirty="0">
                <a:solidFill>
                  <a:srgbClr val="FF0000"/>
                </a:solidFill>
                <a:latin typeface="Tahoma" panose="020B0604030504040204" pitchFamily="34" charset="0"/>
                <a:ea typeface="GungsuhChe" panose="02030609000101010101" pitchFamily="49" charset="-127"/>
              </a:rPr>
              <a:t>Rotate</a:t>
            </a:r>
            <a:r>
              <a:rPr kumimoji="1" lang="en-US" altLang="ko-KR" sz="2000" dirty="0">
                <a:latin typeface="Tahoma" panose="020B0604030504040204" pitchFamily="34" charset="0"/>
                <a:ea typeface="GungsuhChe" panose="02030609000101010101" pitchFamily="49" charset="-127"/>
              </a:rPr>
              <a:t> </a:t>
            </a:r>
            <a:r>
              <a:rPr kumimoji="1" lang="en-US" altLang="ko-KR" sz="2000" i="1" dirty="0" err="1">
                <a:latin typeface="Tahoma" panose="020B0604030504040204" pitchFamily="34" charset="0"/>
                <a:sym typeface="Symbol" panose="05050102010706020507" pitchFamily="18" charset="2"/>
              </a:rPr>
              <a:t>z</a:t>
            </a:r>
            <a:r>
              <a:rPr kumimoji="1" lang="en-US" altLang="ko-KR" sz="1600" i="1" baseline="-25000" dirty="0" err="1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dirty="0">
                <a:latin typeface="Tahoma" panose="020B0604030504040204" pitchFamily="34" charset="0"/>
              </a:rPr>
              <a:t>-axis about </a:t>
            </a:r>
            <a:r>
              <a:rPr kumimoji="1" lang="en-US" altLang="ko-KR" sz="2000" i="1" dirty="0">
                <a:latin typeface="Tahoma" panose="020B0604030504040204" pitchFamily="34" charset="0"/>
                <a:sym typeface="Symbol" panose="05050102010706020507" pitchFamily="18" charset="2"/>
              </a:rPr>
              <a:t>x</a:t>
            </a:r>
            <a:r>
              <a:rPr kumimoji="1" lang="en-US" altLang="ko-KR" sz="1600" i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n+1 </a:t>
            </a:r>
            <a:r>
              <a:rPr kumimoji="1" lang="en-US" altLang="ko-KR" sz="2000" dirty="0">
                <a:latin typeface="Tahoma" panose="020B0604030504040204" pitchFamily="34" charset="0"/>
              </a:rPr>
              <a:t> axis an angle of </a:t>
            </a:r>
            <a:r>
              <a:rPr kumimoji="1" lang="en-US" altLang="ko-KR" sz="2000" i="1" dirty="0">
                <a:latin typeface="Tahoma" panose="020B0604030504040204" pitchFamily="34" charset="0"/>
                <a:sym typeface="Symbol" panose="05050102010706020507" pitchFamily="18" charset="2"/>
              </a:rPr>
              <a:t></a:t>
            </a:r>
            <a:r>
              <a:rPr kumimoji="1" lang="en-US" altLang="ko-KR" sz="1600" i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n+1 </a:t>
            </a:r>
            <a:r>
              <a:rPr kumimoji="1" lang="en-US" altLang="ko-KR" sz="2000" dirty="0">
                <a:latin typeface="Tahoma" panose="020B0604030504040204" pitchFamily="34" charset="0"/>
              </a:rPr>
              <a:t>to align </a:t>
            </a:r>
            <a:r>
              <a:rPr kumimoji="1" lang="en-US" altLang="ko-KR" sz="2000" i="1" dirty="0" err="1">
                <a:latin typeface="Tahoma" panose="020B0604030504040204" pitchFamily="34" charset="0"/>
                <a:sym typeface="Symbol" panose="05050102010706020507" pitchFamily="18" charset="2"/>
              </a:rPr>
              <a:t>z</a:t>
            </a:r>
            <a:r>
              <a:rPr kumimoji="1" lang="en-US" altLang="ko-KR" sz="1600" i="1" baseline="-25000" dirty="0" err="1">
                <a:latin typeface="Tahoma" panose="020B0604030504040204" pitchFamily="34" charset="0"/>
                <a:sym typeface="Symbol" panose="05050102010706020507" pitchFamily="18" charset="2"/>
              </a:rPr>
              <a:t>n</a:t>
            </a:r>
            <a:r>
              <a:rPr kumimoji="1" lang="en-US" altLang="ko-KR" sz="2000" dirty="0">
                <a:latin typeface="Tahoma" panose="020B0604030504040204" pitchFamily="34" charset="0"/>
              </a:rPr>
              <a:t>-axis  </a:t>
            </a:r>
          </a:p>
          <a:p>
            <a:pPr eaLnBrk="1" latinLnBrk="1" hangingPunct="1">
              <a:lnSpc>
                <a:spcPct val="140000"/>
              </a:lnSpc>
              <a:buFont typeface="Symbol" panose="05050102010706020507" pitchFamily="18" charset="2"/>
              <a:buNone/>
            </a:pPr>
            <a:r>
              <a:rPr kumimoji="1" lang="en-US" altLang="ko-KR" sz="2000" dirty="0">
                <a:latin typeface="Tahoma" panose="020B0604030504040204" pitchFamily="34" charset="0"/>
              </a:rPr>
              <a:t>       with </a:t>
            </a:r>
            <a:r>
              <a:rPr kumimoji="1" lang="en-US" altLang="ko-KR" sz="2000" i="1" dirty="0">
                <a:latin typeface="Tahoma" panose="020B0604030504040204" pitchFamily="34" charset="0"/>
                <a:sym typeface="Symbol" panose="05050102010706020507" pitchFamily="18" charset="2"/>
              </a:rPr>
              <a:t>z</a:t>
            </a:r>
            <a:r>
              <a:rPr kumimoji="1" lang="en-US" altLang="ko-KR" sz="1600" i="1" baseline="-25000" dirty="0">
                <a:latin typeface="Tahoma" panose="020B0604030504040204" pitchFamily="34" charset="0"/>
                <a:sym typeface="Symbol" panose="05050102010706020507" pitchFamily="18" charset="2"/>
              </a:rPr>
              <a:t>n+1</a:t>
            </a:r>
            <a:r>
              <a:rPr kumimoji="1" lang="en-US" altLang="ko-KR" sz="2000" dirty="0">
                <a:latin typeface="Tahoma" panose="020B0604030504040204" pitchFamily="34" charset="0"/>
              </a:rPr>
              <a:t>-axis.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2B276F-83ED-477F-BC42-914AE0122FE3}"/>
              </a:ext>
            </a:extLst>
          </p:cNvPr>
          <p:cNvSpPr txBox="1">
            <a:spLocks/>
          </p:cNvSpPr>
          <p:nvPr/>
        </p:nvSpPr>
        <p:spPr bwMode="auto">
          <a:xfrm>
            <a:off x="546099" y="93574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The </a:t>
            </a:r>
            <a:r>
              <a:rPr lang="en-US" altLang="en-US" sz="2000" b="1" dirty="0" err="1">
                <a:latin typeface="+mn-lt"/>
              </a:rPr>
              <a:t>Denavit-Hartenberg</a:t>
            </a:r>
            <a:r>
              <a:rPr lang="en-US" altLang="en-US" sz="2000" b="1" dirty="0">
                <a:latin typeface="+mn-lt"/>
              </a:rPr>
              <a:t> Process</a:t>
            </a:r>
            <a:endParaRPr lang="en-US" altLang="en-US" sz="1800" dirty="0">
              <a:latin typeface="+mn-lt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65816B70-A7EF-44C1-86FA-03DE4A832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099" y="4324063"/>
            <a:ext cx="7864475" cy="157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latinLnBrk="1" hangingPunct="1">
              <a:lnSpc>
                <a:spcPct val="140000"/>
              </a:lnSpc>
              <a:defRPr/>
            </a:pPr>
            <a:r>
              <a:rPr kumimoji="1" lang="en-US" altLang="ko-KR" sz="2400" dirty="0">
                <a:latin typeface="Tahoma" pitchFamily="34" charset="0"/>
                <a:ea typeface="굴림" pitchFamily="50" charset="-127"/>
              </a:rPr>
              <a:t>Note </a:t>
            </a:r>
            <a:r>
              <a:rPr kumimoji="1" lang="en-US" altLang="ko-KR" sz="2400" dirty="0" err="1">
                <a:latin typeface="Tahoma" pitchFamily="34" charset="0"/>
                <a:ea typeface="굴림" pitchFamily="50" charset="-127"/>
              </a:rPr>
              <a:t>the</a:t>
            </a:r>
            <a:r>
              <a:rPr kumimoji="1" lang="en-US" altLang="ko-KR" sz="2400" i="1" dirty="0" err="1">
                <a:solidFill>
                  <a:srgbClr val="FF0000"/>
                </a:solidFill>
                <a:latin typeface="Tahoma" pitchFamily="34" charset="0"/>
                <a:ea typeface="굴림" pitchFamily="50" charset="-127"/>
              </a:rPr>
              <a:t>Y</a:t>
            </a:r>
            <a:r>
              <a:rPr kumimoji="1" lang="en-US" altLang="ko-KR" sz="2400" dirty="0">
                <a:solidFill>
                  <a:srgbClr val="FF0000"/>
                </a:solidFill>
                <a:latin typeface="Tahoma" pitchFamily="34" charset="0"/>
                <a:ea typeface="굴림" pitchFamily="50" charset="-127"/>
              </a:rPr>
              <a:t>-axis is not used </a:t>
            </a:r>
            <a:r>
              <a:rPr kumimoji="1" lang="en-US" altLang="ko-KR" sz="2400" dirty="0">
                <a:latin typeface="Tahoma" pitchFamily="34" charset="0"/>
                <a:ea typeface="굴림" pitchFamily="50" charset="-127"/>
              </a:rPr>
              <a:t>in D-H representation, so if the y-axis forms part of a robots physical movement capability the D-H method cannot be used.</a:t>
            </a:r>
            <a:endParaRPr kumimoji="1" lang="en-US" altLang="ko-KR" sz="2800" dirty="0">
              <a:latin typeface="Tahoma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964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1" grpId="0" autoUpdateAnimBg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Position of End Effector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Hence it is possible to determine the position and orientation of the end effector in space with a manipulator having a full 6 degrees of freedom</a:t>
            </a:r>
            <a:r>
              <a:rPr lang="en-GB" altLang="en-US" sz="2000" spc="-90" dirty="0">
                <a:cs typeface="Times New Roman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5CFC5D42-D879-44E9-8F65-0377BBA5A760}"/>
              </a:ext>
            </a:extLst>
          </p:cNvPr>
          <p:cNvSpPr txBox="1"/>
          <p:nvPr/>
        </p:nvSpPr>
        <p:spPr>
          <a:xfrm>
            <a:off x="453641" y="4463488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Each link requires a translational vector to describe the position of its end joint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8" name="object 77">
            <a:extLst>
              <a:ext uri="{FF2B5EF4-FFF2-40B4-BE49-F238E27FC236}">
                <a16:creationId xmlns:a16="http://schemas.microsoft.com/office/drawing/2014/main" id="{71AD43FF-35A1-4DD0-A7C3-6F235055C4A9}"/>
              </a:ext>
            </a:extLst>
          </p:cNvPr>
          <p:cNvSpPr/>
          <p:nvPr/>
        </p:nvSpPr>
        <p:spPr>
          <a:xfrm>
            <a:off x="2509494" y="1191851"/>
            <a:ext cx="3982516" cy="3258312"/>
          </a:xfrm>
          <a:prstGeom prst="rect">
            <a:avLst/>
          </a:prstGeom>
          <a:blipFill>
            <a:blip r:embed="rId3" cstate="print"/>
            <a:stretch>
              <a:fillRect b="-13534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53404E1-005C-4501-9816-04F33FE78D65}"/>
              </a:ext>
            </a:extLst>
          </p:cNvPr>
          <p:cNvSpPr txBox="1"/>
          <p:nvPr/>
        </p:nvSpPr>
        <p:spPr>
          <a:xfrm>
            <a:off x="421130" y="522276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Each joint requires a rotational matrix to describe the orientation of the next link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693F0836-D80A-47CF-A6AD-4B0E9E793098}"/>
              </a:ext>
            </a:extLst>
          </p:cNvPr>
          <p:cNvSpPr txBox="1"/>
          <p:nvPr/>
        </p:nvSpPr>
        <p:spPr>
          <a:xfrm>
            <a:off x="421129" y="592380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Chaining these together allows the position of the end effector to be found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892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8" grpId="0" animBg="1"/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Forward Kinematics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Forward kinematics is the process by which you determine the position of the end effector given the link dimensions and joint angles</a:t>
            </a:r>
            <a:r>
              <a:rPr lang="en-GB" altLang="en-US" sz="2000" spc="-90" dirty="0">
                <a:cs typeface="Times New Roman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5CFC5D42-D879-44E9-8F65-0377BBA5A760}"/>
              </a:ext>
            </a:extLst>
          </p:cNvPr>
          <p:cNvSpPr txBox="1"/>
          <p:nvPr/>
        </p:nvSpPr>
        <p:spPr>
          <a:xfrm>
            <a:off x="530857" y="1395168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To avoid extensive matrix calculations we will just use simpler trigonometric solutions for a planer  robot (SCARA type)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53404E1-005C-4501-9816-04F33FE78D65}"/>
              </a:ext>
            </a:extLst>
          </p:cNvPr>
          <p:cNvSpPr txBox="1"/>
          <p:nvPr/>
        </p:nvSpPr>
        <p:spPr>
          <a:xfrm>
            <a:off x="421130" y="522276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Knowing the length of each link and its orientation allows the calculation of the position of the end joint 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693F0836-D80A-47CF-A6AD-4B0E9E793098}"/>
              </a:ext>
            </a:extLst>
          </p:cNvPr>
          <p:cNvSpPr txBox="1"/>
          <p:nvPr/>
        </p:nvSpPr>
        <p:spPr>
          <a:xfrm>
            <a:off x="421129" y="592380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Chaining these together for each joint allows the position of the end effector to be found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127743-670C-4795-A08B-84111AF2C3E1}"/>
              </a:ext>
            </a:extLst>
          </p:cNvPr>
          <p:cNvGrpSpPr/>
          <p:nvPr/>
        </p:nvGrpSpPr>
        <p:grpSpPr>
          <a:xfrm>
            <a:off x="2439002" y="2326435"/>
            <a:ext cx="4044251" cy="2511450"/>
            <a:chOff x="2369502" y="2386613"/>
            <a:chExt cx="4044251" cy="25114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4DDA43-CE16-411B-B6D4-85CAD94C4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9502" y="2950845"/>
              <a:ext cx="518795" cy="15646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2" name="Text Box 54">
              <a:extLst>
                <a:ext uri="{FF2B5EF4-FFF2-40B4-BE49-F238E27FC236}">
                  <a16:creationId xmlns:a16="http://schemas.microsoft.com/office/drawing/2014/main" id="{B1861DF4-8E33-4CE3-A138-EAA3CA84E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9732" y="2910766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b="1" dirty="0">
                  <a:cs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0" name="Line 52">
              <a:extLst>
                <a:ext uri="{FF2B5EF4-FFF2-40B4-BE49-F238E27FC236}">
                  <a16:creationId xmlns:a16="http://schemas.microsoft.com/office/drawing/2014/main" id="{FDD15E08-84EA-4AC1-AE6E-855E003B6B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47477" y="3058160"/>
              <a:ext cx="834390" cy="1898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48C1181-D18F-4254-BA64-D8333B6CDC01}"/>
                </a:ext>
              </a:extLst>
            </p:cNvPr>
            <p:cNvGrpSpPr/>
            <p:nvPr/>
          </p:nvGrpSpPr>
          <p:grpSpPr>
            <a:xfrm rot="20030460">
              <a:off x="4621212" y="3014345"/>
              <a:ext cx="570865" cy="304165"/>
              <a:chOff x="0" y="0"/>
              <a:chExt cx="571431" cy="304734"/>
            </a:xfrm>
          </p:grpSpPr>
          <p:sp>
            <p:nvSpPr>
              <p:cNvPr id="14" name="Arc 61">
                <a:extLst>
                  <a:ext uri="{FF2B5EF4-FFF2-40B4-BE49-F238E27FC236}">
                    <a16:creationId xmlns:a16="http://schemas.microsoft.com/office/drawing/2014/main" id="{45EB311C-6DFF-44A4-B498-FCDB9507CD2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1480" y="29856"/>
                <a:ext cx="299951" cy="27487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5" name="Arc 61">
                <a:extLst>
                  <a:ext uri="{FF2B5EF4-FFF2-40B4-BE49-F238E27FC236}">
                    <a16:creationId xmlns:a16="http://schemas.microsoft.com/office/drawing/2014/main" id="{5A89E158-300E-42F0-9754-EB57FDD773A1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>
                <a:off x="-12537" y="12537"/>
                <a:ext cx="299951" cy="27487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17" name="Line 47">
              <a:extLst>
                <a:ext uri="{FF2B5EF4-FFF2-40B4-BE49-F238E27FC236}">
                  <a16:creationId xmlns:a16="http://schemas.microsoft.com/office/drawing/2014/main" id="{15C7F8D8-2EC2-4F73-97DF-9DF9BB28E1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022917" y="3352165"/>
              <a:ext cx="749300" cy="7188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4029A7-B50F-4728-A3BB-5F756E81A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032" y="4008755"/>
              <a:ext cx="191770" cy="2108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19" name="Arc 60">
              <a:extLst>
                <a:ext uri="{FF2B5EF4-FFF2-40B4-BE49-F238E27FC236}">
                  <a16:creationId xmlns:a16="http://schemas.microsoft.com/office/drawing/2014/main" id="{C63B494E-396D-466B-A63E-711621CD4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157" y="3839210"/>
              <a:ext cx="137160" cy="29591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" name="Text Box 55">
              <a:extLst>
                <a:ext uri="{FF2B5EF4-FFF2-40B4-BE49-F238E27FC236}">
                  <a16:creationId xmlns:a16="http://schemas.microsoft.com/office/drawing/2014/main" id="{554693FB-7026-4CAD-9DB0-75AE8DA6D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3028" y="4348788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(0,0)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28FF86A-6F47-4A41-B1D9-588B58D44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802" y="3162300"/>
              <a:ext cx="191770" cy="2108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21" name="Line 56">
              <a:extLst>
                <a:ext uri="{FF2B5EF4-FFF2-40B4-BE49-F238E27FC236}">
                  <a16:creationId xmlns:a16="http://schemas.microsoft.com/office/drawing/2014/main" id="{489DAB03-5558-48DE-AEBD-8B1E0FC338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022917" y="4114165"/>
              <a:ext cx="191770" cy="3594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59">
              <a:extLst>
                <a:ext uri="{FF2B5EF4-FFF2-40B4-BE49-F238E27FC236}">
                  <a16:creationId xmlns:a16="http://schemas.microsoft.com/office/drawing/2014/main" id="{75AEF799-1C18-41BA-9A7B-30E2024ED0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18802" y="4135120"/>
              <a:ext cx="71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" name="Text Box 53">
              <a:extLst>
                <a:ext uri="{FF2B5EF4-FFF2-40B4-BE49-F238E27FC236}">
                  <a16:creationId xmlns:a16="http://schemas.microsoft.com/office/drawing/2014/main" id="{5901C807-1BFB-49A0-8160-304F22F21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829" y="3471217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b="1" dirty="0">
                  <a:cs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Arc 61">
              <a:extLst>
                <a:ext uri="{FF2B5EF4-FFF2-40B4-BE49-F238E27FC236}">
                  <a16:creationId xmlns:a16="http://schemas.microsoft.com/office/drawing/2014/main" id="{3353B51F-A8A1-4C7C-92E5-7C076A5F8EC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76967" y="3246755"/>
              <a:ext cx="480060" cy="274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6" name="Text Box 63">
              <a:extLst>
                <a:ext uri="{FF2B5EF4-FFF2-40B4-BE49-F238E27FC236}">
                  <a16:creationId xmlns:a16="http://schemas.microsoft.com/office/drawing/2014/main" id="{72203525-FDD4-494B-8BCB-076D763C9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828" y="3474075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Θ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Text Box 62">
              <a:extLst>
                <a:ext uri="{FF2B5EF4-FFF2-40B4-BE49-F238E27FC236}">
                  <a16:creationId xmlns:a16="http://schemas.microsoft.com/office/drawing/2014/main" id="{6BF54559-2DC1-4E5A-9BDF-9345D3328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066" y="372490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Θ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18F1E3-7C53-46C6-BE0D-CEB232AA4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7897" y="2926080"/>
              <a:ext cx="191770" cy="2108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26" name="Line 52">
              <a:extLst>
                <a:ext uri="{FF2B5EF4-FFF2-40B4-BE49-F238E27FC236}">
                  <a16:creationId xmlns:a16="http://schemas.microsoft.com/office/drawing/2014/main" id="{1A37C73E-B921-4C41-9C6A-492FFE22BC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58397" y="2607945"/>
              <a:ext cx="394335" cy="37655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Text Box 3">
              <a:extLst>
                <a:ext uri="{FF2B5EF4-FFF2-40B4-BE49-F238E27FC236}">
                  <a16:creationId xmlns:a16="http://schemas.microsoft.com/office/drawing/2014/main" id="{83F90340-B95C-4F8E-8EEE-465CCAB26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653" y="310260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Θ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Text Box 2">
              <a:extLst>
                <a:ext uri="{FF2B5EF4-FFF2-40B4-BE49-F238E27FC236}">
                  <a16:creationId xmlns:a16="http://schemas.microsoft.com/office/drawing/2014/main" id="{31146D3E-FB2D-41E2-A613-F1568C861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2216" y="261883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b="1" dirty="0">
                  <a:cs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093400-97B0-4F91-B9FF-12E3B12D1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462" y="2386613"/>
              <a:ext cx="191770" cy="2279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</p:grp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90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1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Forward Kinematics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Dividing the problem up into successive right angled triangles allow us to do this</a:t>
            </a:r>
            <a:r>
              <a:rPr lang="en-GB" altLang="en-US" sz="2000" spc="-90" dirty="0">
                <a:cs typeface="Times New Roman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693F0836-D80A-47CF-A6AD-4B0E9E793098}"/>
              </a:ext>
            </a:extLst>
          </p:cNvPr>
          <p:cNvSpPr txBox="1"/>
          <p:nvPr/>
        </p:nvSpPr>
        <p:spPr>
          <a:xfrm>
            <a:off x="417857" y="617720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This can be continued for any number of links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21521" name="Group 21520">
            <a:extLst>
              <a:ext uri="{FF2B5EF4-FFF2-40B4-BE49-F238E27FC236}">
                <a16:creationId xmlns:a16="http://schemas.microsoft.com/office/drawing/2014/main" id="{F7316AC0-A093-45FB-A4E6-4C8EE2D69DB6}"/>
              </a:ext>
            </a:extLst>
          </p:cNvPr>
          <p:cNvGrpSpPr/>
          <p:nvPr/>
        </p:nvGrpSpPr>
        <p:grpSpPr>
          <a:xfrm>
            <a:off x="2637057" y="1109725"/>
            <a:ext cx="4459923" cy="2476755"/>
            <a:chOff x="2381629" y="2712593"/>
            <a:chExt cx="4459923" cy="247675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1BAB235-3B34-4899-ADDE-965CE0CB4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629" y="3266948"/>
              <a:ext cx="518795" cy="15646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8" name="Text Box 54">
              <a:extLst>
                <a:ext uri="{FF2B5EF4-FFF2-40B4-BE49-F238E27FC236}">
                  <a16:creationId xmlns:a16="http://schemas.microsoft.com/office/drawing/2014/main" id="{0C8F5FB6-55A9-4A84-93DF-F75BC4DB5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099" y="323196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b="1" dirty="0">
                  <a:cs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34" name="Line 52">
              <a:extLst>
                <a:ext uri="{FF2B5EF4-FFF2-40B4-BE49-F238E27FC236}">
                  <a16:creationId xmlns:a16="http://schemas.microsoft.com/office/drawing/2014/main" id="{641E12B5-BFFF-4D57-9068-C6BB941285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59604" y="3374263"/>
              <a:ext cx="834390" cy="1898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8ACA8D-28F1-4FA9-A0D8-26724F10B532}"/>
                </a:ext>
              </a:extLst>
            </p:cNvPr>
            <p:cNvGrpSpPr/>
            <p:nvPr/>
          </p:nvGrpSpPr>
          <p:grpSpPr>
            <a:xfrm rot="20030460">
              <a:off x="4633339" y="3330448"/>
              <a:ext cx="570865" cy="304165"/>
              <a:chOff x="0" y="0"/>
              <a:chExt cx="571431" cy="304734"/>
            </a:xfrm>
          </p:grpSpPr>
          <p:sp>
            <p:nvSpPr>
              <p:cNvPr id="36" name="Arc 61">
                <a:extLst>
                  <a:ext uri="{FF2B5EF4-FFF2-40B4-BE49-F238E27FC236}">
                    <a16:creationId xmlns:a16="http://schemas.microsoft.com/office/drawing/2014/main" id="{345FC1A1-B5EE-4BE6-855F-B5034DFFBD5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71480" y="29856"/>
                <a:ext cx="299951" cy="27487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37" name="Arc 61">
                <a:extLst>
                  <a:ext uri="{FF2B5EF4-FFF2-40B4-BE49-F238E27FC236}">
                    <a16:creationId xmlns:a16="http://schemas.microsoft.com/office/drawing/2014/main" id="{5D8F5346-15E7-4A6B-B831-94A5E5832243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>
                <a:off x="-12537" y="12537"/>
                <a:ext cx="299951" cy="27487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</p:grpSp>
        <p:cxnSp>
          <p:nvCxnSpPr>
            <p:cNvPr id="38" name="Line 47">
              <a:extLst>
                <a:ext uri="{FF2B5EF4-FFF2-40B4-BE49-F238E27FC236}">
                  <a16:creationId xmlns:a16="http://schemas.microsoft.com/office/drawing/2014/main" id="{A4FD3578-474F-466E-818D-63B81A004F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035044" y="3668268"/>
              <a:ext cx="749300" cy="7188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C37F22B-D85C-4E28-80F0-D13955772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929" y="3478403"/>
              <a:ext cx="191770" cy="2108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6025FBE-9A86-4A18-81D2-3531ED7D8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9159" y="4324858"/>
              <a:ext cx="191770" cy="2108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41" name="Arc 60">
              <a:extLst>
                <a:ext uri="{FF2B5EF4-FFF2-40B4-BE49-F238E27FC236}">
                  <a16:creationId xmlns:a16="http://schemas.microsoft.com/office/drawing/2014/main" id="{B16C4786-AC34-428F-B748-3467BFEC8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4284" y="4155313"/>
              <a:ext cx="137160" cy="29591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21504" name="Text Box 55">
              <a:extLst>
                <a:ext uri="{FF2B5EF4-FFF2-40B4-BE49-F238E27FC236}">
                  <a16:creationId xmlns:a16="http://schemas.microsoft.com/office/drawing/2014/main" id="{F22CA8D4-6FA7-4C6F-87B2-73E642E6B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3314" y="4640073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(0,0)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05" name="Text Box 53">
              <a:extLst>
                <a:ext uri="{FF2B5EF4-FFF2-40B4-BE49-F238E27FC236}">
                  <a16:creationId xmlns:a16="http://schemas.microsoft.com/office/drawing/2014/main" id="{C7E62390-CADC-4FE9-BC60-4E9DC587D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8535" y="3741548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b="1" dirty="0">
                  <a:cs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4" name="Line 56">
              <a:extLst>
                <a:ext uri="{FF2B5EF4-FFF2-40B4-BE49-F238E27FC236}">
                  <a16:creationId xmlns:a16="http://schemas.microsoft.com/office/drawing/2014/main" id="{A9EE615E-558C-45BA-8C19-94FD8C9021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035044" y="4430268"/>
              <a:ext cx="191770" cy="3594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Line 59">
              <a:extLst>
                <a:ext uri="{FF2B5EF4-FFF2-40B4-BE49-F238E27FC236}">
                  <a16:creationId xmlns:a16="http://schemas.microsoft.com/office/drawing/2014/main" id="{C73B5390-0FCF-431A-9662-71ACB3BA71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30929" y="4451223"/>
              <a:ext cx="71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Arc 61">
              <a:extLst>
                <a:ext uri="{FF2B5EF4-FFF2-40B4-BE49-F238E27FC236}">
                  <a16:creationId xmlns:a16="http://schemas.microsoft.com/office/drawing/2014/main" id="{0C563F3B-F3B3-44CC-9E02-16ED5D1279B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89094" y="3562858"/>
              <a:ext cx="480060" cy="274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21507" name="Text Box 63">
              <a:extLst>
                <a:ext uri="{FF2B5EF4-FFF2-40B4-BE49-F238E27FC236}">
                  <a16:creationId xmlns:a16="http://schemas.microsoft.com/office/drawing/2014/main" id="{2095531E-9812-430C-AC97-B3C924AF9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6114" y="376536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Θ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08" name="Text Box 62">
              <a:extLst>
                <a:ext uri="{FF2B5EF4-FFF2-40B4-BE49-F238E27FC236}">
                  <a16:creationId xmlns:a16="http://schemas.microsoft.com/office/drawing/2014/main" id="{D854D18F-93B1-4727-8395-F52BBDA45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6352" y="4016185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Θ</a:t>
              </a:r>
              <a:r>
                <a:rPr kumimoji="0" lang="en-US" altLang="en-US" sz="1100" b="1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503EF66-3C65-4B59-B599-1D1AFC5DD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024" y="3242183"/>
              <a:ext cx="191770" cy="2108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50" name="Line 52">
              <a:extLst>
                <a:ext uri="{FF2B5EF4-FFF2-40B4-BE49-F238E27FC236}">
                  <a16:creationId xmlns:a16="http://schemas.microsoft.com/office/drawing/2014/main" id="{3F210F7E-B40A-4D49-8CC8-D42F3A690B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70524" y="2924048"/>
              <a:ext cx="394335" cy="37655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09" name="Text Box 16">
              <a:extLst>
                <a:ext uri="{FF2B5EF4-FFF2-40B4-BE49-F238E27FC236}">
                  <a16:creationId xmlns:a16="http://schemas.microsoft.com/office/drawing/2014/main" id="{2A5FC904-A9EA-4850-9B87-D658140FF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3064" y="354946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Θ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10" name="Text Box 15">
              <a:extLst>
                <a:ext uri="{FF2B5EF4-FFF2-40B4-BE49-F238E27FC236}">
                  <a16:creationId xmlns:a16="http://schemas.microsoft.com/office/drawing/2014/main" id="{0468D7AB-DFDF-4323-99AD-9FC4B3C30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4967" y="2897519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b="1" dirty="0">
                  <a:cs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3A23D6A-5EF6-4129-9D2F-D8C499E33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699" y="2712593"/>
              <a:ext cx="191770" cy="2279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9E442318-A188-4EC1-97A4-B0411A8D8748}"/>
                </a:ext>
              </a:extLst>
            </p:cNvPr>
            <p:cNvSpPr/>
            <p:nvPr/>
          </p:nvSpPr>
          <p:spPr>
            <a:xfrm flipH="1">
              <a:off x="3041394" y="3602863"/>
              <a:ext cx="820420" cy="834390"/>
            </a:xfrm>
            <a:prstGeom prst="rtTriangle">
              <a:avLst/>
            </a:prstGeom>
            <a:noFill/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55" name="Right Triangle 54">
              <a:extLst>
                <a:ext uri="{FF2B5EF4-FFF2-40B4-BE49-F238E27FC236}">
                  <a16:creationId xmlns:a16="http://schemas.microsoft.com/office/drawing/2014/main" id="{5CAE5C42-D408-4637-9E5E-0D7419307AC9}"/>
                </a:ext>
              </a:extLst>
            </p:cNvPr>
            <p:cNvSpPr/>
            <p:nvPr/>
          </p:nvSpPr>
          <p:spPr>
            <a:xfrm flipH="1">
              <a:off x="3862449" y="3364103"/>
              <a:ext cx="1017905" cy="241935"/>
            </a:xfrm>
            <a:prstGeom prst="rtTriangle">
              <a:avLst/>
            </a:prstGeom>
            <a:noFill/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56" name="Right Triangle 55">
              <a:extLst>
                <a:ext uri="{FF2B5EF4-FFF2-40B4-BE49-F238E27FC236}">
                  <a16:creationId xmlns:a16="http://schemas.microsoft.com/office/drawing/2014/main" id="{C6C6032E-8D7A-4F4E-8866-6B9BA0729711}"/>
                </a:ext>
              </a:extLst>
            </p:cNvPr>
            <p:cNvSpPr/>
            <p:nvPr/>
          </p:nvSpPr>
          <p:spPr>
            <a:xfrm flipH="1">
              <a:off x="4867019" y="2934208"/>
              <a:ext cx="505460" cy="421640"/>
            </a:xfrm>
            <a:prstGeom prst="rtTriangle">
              <a:avLst/>
            </a:prstGeom>
            <a:noFill/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21511" name="Text Box 10">
              <a:extLst>
                <a:ext uri="{FF2B5EF4-FFF2-40B4-BE49-F238E27FC236}">
                  <a16:creationId xmlns:a16="http://schemas.microsoft.com/office/drawing/2014/main" id="{583E0C36-B4B7-49A6-9692-606DED126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9689" y="3800285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Θ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12" name="Text Box 9">
              <a:extLst>
                <a:ext uri="{FF2B5EF4-FFF2-40B4-BE49-F238E27FC236}">
                  <a16:creationId xmlns:a16="http://schemas.microsoft.com/office/drawing/2014/main" id="{AD1D7996-A64E-4075-9A64-51E965DEC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3452" y="313671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Θ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D4960AF-44B2-4FCB-8912-D9F7FB20AE26}"/>
                </a:ext>
              </a:extLst>
            </p:cNvPr>
            <p:cNvCxnSpPr/>
            <p:nvPr/>
          </p:nvCxnSpPr>
          <p:spPr>
            <a:xfrm flipH="1" flipV="1">
              <a:off x="4201539" y="3568573"/>
              <a:ext cx="474345" cy="266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0D33491-0C6E-453A-98CA-5146FE008563}"/>
                </a:ext>
              </a:extLst>
            </p:cNvPr>
            <p:cNvCxnSpPr/>
            <p:nvPr/>
          </p:nvCxnSpPr>
          <p:spPr>
            <a:xfrm flipH="1">
              <a:off x="5060694" y="3211703"/>
              <a:ext cx="515620" cy="895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3" name="Text Box 6">
              <a:extLst>
                <a:ext uri="{FF2B5EF4-FFF2-40B4-BE49-F238E27FC236}">
                  <a16:creationId xmlns:a16="http://schemas.microsoft.com/office/drawing/2014/main" id="{C3847026-916B-472D-AE71-3FE0684A1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9689" y="4481323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14" name="Text Box 5">
              <a:extLst>
                <a:ext uri="{FF2B5EF4-FFF2-40B4-BE49-F238E27FC236}">
                  <a16:creationId xmlns:a16="http://schemas.microsoft.com/office/drawing/2014/main" id="{CF5C6CB6-864C-42BE-B12F-571B78AAD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4114" y="3601848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15" name="Text Box 4">
              <a:extLst>
                <a:ext uri="{FF2B5EF4-FFF2-40B4-BE49-F238E27FC236}">
                  <a16:creationId xmlns:a16="http://schemas.microsoft.com/office/drawing/2014/main" id="{359263EC-0C91-44B1-9AF9-AD7AD34B1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177" y="337166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x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16" name="Text Box 3">
              <a:extLst>
                <a:ext uri="{FF2B5EF4-FFF2-40B4-BE49-F238E27FC236}">
                  <a16:creationId xmlns:a16="http://schemas.microsoft.com/office/drawing/2014/main" id="{189878F6-B589-4A5A-AA1C-BC133AB42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052" y="4003485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y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17" name="Text Box 2">
              <a:extLst>
                <a:ext uri="{FF2B5EF4-FFF2-40B4-BE49-F238E27FC236}">
                  <a16:creationId xmlns:a16="http://schemas.microsoft.com/office/drawing/2014/main" id="{C263388F-6D2E-49F5-9BBF-F9A0ABD6D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1777" y="341611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y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518" name="Text Box 1">
              <a:extLst>
                <a:ext uri="{FF2B5EF4-FFF2-40B4-BE49-F238E27FC236}">
                  <a16:creationId xmlns:a16="http://schemas.microsoft.com/office/drawing/2014/main" id="{F9A3EF72-F02B-4BB5-8314-5A461FD2D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9777" y="3022410"/>
              <a:ext cx="13081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y</a:t>
              </a:r>
              <a:r>
                <a:rPr kumimoji="0" lang="en-US" altLang="en-US" sz="1100" b="1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1519" name="Rectangle 36">
            <a:extLst>
              <a:ext uri="{FF2B5EF4-FFF2-40B4-BE49-F238E27FC236}">
                <a16:creationId xmlns:a16="http://schemas.microsoft.com/office/drawing/2014/main" id="{92BA987F-B931-4173-9233-E859D2EDE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89" y="-68084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1520" name="Rectangle 52">
            <a:extLst>
              <a:ext uri="{FF2B5EF4-FFF2-40B4-BE49-F238E27FC236}">
                <a16:creationId xmlns:a16="http://schemas.microsoft.com/office/drawing/2014/main" id="{42FC7406-0E6D-447D-9F17-8F9AAC9D3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4" y="-22364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1522" name="Rectangle 21521">
            <a:extLst>
              <a:ext uri="{FF2B5EF4-FFF2-40B4-BE49-F238E27FC236}">
                <a16:creationId xmlns:a16="http://schemas.microsoft.com/office/drawing/2014/main" id="{494BE5E3-CB0F-4B7C-BDEF-09B3817EEDF5}"/>
              </a:ext>
            </a:extLst>
          </p:cNvPr>
          <p:cNvSpPr/>
          <p:nvPr/>
        </p:nvSpPr>
        <p:spPr>
          <a:xfrm>
            <a:off x="251838" y="3385586"/>
            <a:ext cx="7539037" cy="249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algn="just">
              <a:lnSpc>
                <a:spcPct val="115000"/>
              </a:lnSpc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=a cos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sz="3200" baseline="-30000" dirty="0"/>
              <a:t>,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y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=a sin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  <a:p>
            <a:pPr marL="269875" algn="just">
              <a:lnSpc>
                <a:spcPct val="115000"/>
              </a:lnSpc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=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– 90 – (180-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- 90)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69875" algn="just">
              <a:lnSpc>
                <a:spcPct val="115000"/>
              </a:lnSpc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=b cos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altLang="en-US" sz="3200" baseline="-30000" dirty="0"/>
              <a:t>,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y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=b sin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  <a:p>
            <a:pPr marL="269875" algn="just">
              <a:lnSpc>
                <a:spcPct val="115000"/>
              </a:lnSpc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=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– 90 – (180-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- 90)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algn="just">
              <a:lnSpc>
                <a:spcPct val="115000"/>
              </a:lnSpc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=c cos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altLang="en-US" sz="3200" baseline="-30000" dirty="0"/>
              <a:t>,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y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=b sin θ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</a:p>
          <a:p>
            <a:pPr marL="269875" algn="just">
              <a:lnSpc>
                <a:spcPct val="115000"/>
              </a:lnSpc>
              <a:spcAft>
                <a:spcPts val="0"/>
              </a:spcAft>
            </a:pPr>
            <a:endParaRPr lang="en-GB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algn="just">
              <a:lnSpc>
                <a:spcPct val="115000"/>
              </a:lnSpc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Final co-ordinate: (x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+ x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+ x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, y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+ y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+ y</a:t>
            </a:r>
            <a:r>
              <a:rPr lang="en-GB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63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215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Inverse Kinematics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Inverse kinematics is more useful ( and harder ) as the process by which you determine the joint angles based on the required co-ordinates of the end effector</a:t>
            </a:r>
            <a:r>
              <a:rPr lang="en-GB" altLang="en-US" sz="2000" spc="-90" dirty="0">
                <a:cs typeface="Times New Roman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5CFC5D42-D879-44E9-8F65-0377BBA5A760}"/>
              </a:ext>
            </a:extLst>
          </p:cNvPr>
          <p:cNvSpPr txBox="1"/>
          <p:nvPr/>
        </p:nvSpPr>
        <p:spPr>
          <a:xfrm>
            <a:off x="530857" y="1395168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Again to avoid extensive matrix calculations we will just use simpler trigonometric solutions for a planer  robot (SCARA type)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53404E1-005C-4501-9816-04F33FE78D65}"/>
              </a:ext>
            </a:extLst>
          </p:cNvPr>
          <p:cNvSpPr txBox="1"/>
          <p:nvPr/>
        </p:nvSpPr>
        <p:spPr>
          <a:xfrm>
            <a:off x="421130" y="522276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Knowing the length of each link allows us to work back from the end effector to construct a geometric solution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CC0412-995F-440F-904E-A533792D0F44}"/>
              </a:ext>
            </a:extLst>
          </p:cNvPr>
          <p:cNvSpPr/>
          <p:nvPr/>
        </p:nvSpPr>
        <p:spPr>
          <a:xfrm>
            <a:off x="1850028" y="2023545"/>
            <a:ext cx="4911090" cy="285940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Text Box 45">
            <a:extLst>
              <a:ext uri="{FF2B5EF4-FFF2-40B4-BE49-F238E27FC236}">
                <a16:creationId xmlns:a16="http://schemas.microsoft.com/office/drawing/2014/main" id="{24265720-5BD2-4618-BF5B-B2C20870A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08" y="396866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100" b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3085888-A95E-438E-BD73-E53C336C5B07}"/>
              </a:ext>
            </a:extLst>
          </p:cNvPr>
          <p:cNvGrpSpPr/>
          <p:nvPr/>
        </p:nvGrpSpPr>
        <p:grpSpPr>
          <a:xfrm>
            <a:off x="2817428" y="2458051"/>
            <a:ext cx="4251331" cy="1914815"/>
            <a:chOff x="967400" y="406583"/>
            <a:chExt cx="2808043" cy="115009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3F99E2A-8C38-4A4E-A166-210000762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400" y="439080"/>
              <a:ext cx="342900" cy="9398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39" name="Line 47">
              <a:extLst>
                <a:ext uri="{FF2B5EF4-FFF2-40B4-BE49-F238E27FC236}">
                  <a16:creationId xmlns:a16="http://schemas.microsoft.com/office/drawing/2014/main" id="{8CCD830C-1363-45D7-89E4-CDC3632005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99200" y="680380"/>
              <a:ext cx="495300" cy="431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8473F8B-059A-4E92-9383-ED71705BB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5700" y="426380"/>
              <a:ext cx="127000" cy="1270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41" name="Line 52">
              <a:extLst>
                <a:ext uri="{FF2B5EF4-FFF2-40B4-BE49-F238E27FC236}">
                  <a16:creationId xmlns:a16="http://schemas.microsoft.com/office/drawing/2014/main" id="{33D716EE-9398-4EF0-9030-CAF2FF9BEF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08800" y="489880"/>
              <a:ext cx="660400" cy="1270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Text Box 54">
              <a:extLst>
                <a:ext uri="{FF2B5EF4-FFF2-40B4-BE49-F238E27FC236}">
                  <a16:creationId xmlns:a16="http://schemas.microsoft.com/office/drawing/2014/main" id="{D08D79DF-FFF9-41A6-953D-2A3AA1DD9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8716" y="406583"/>
              <a:ext cx="863600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 dirty="0">
                  <a:ea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3B63951-595F-4244-BB52-0F147EF10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800" y="566080"/>
              <a:ext cx="127000" cy="127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44" name="Line 58">
              <a:extLst>
                <a:ext uri="{FF2B5EF4-FFF2-40B4-BE49-F238E27FC236}">
                  <a16:creationId xmlns:a16="http://schemas.microsoft.com/office/drawing/2014/main" id="{F3F04673-A601-42EB-B097-6E992D2CB7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681900" y="502580"/>
              <a:ext cx="127000" cy="292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Text Box 53">
              <a:extLst>
                <a:ext uri="{FF2B5EF4-FFF2-40B4-BE49-F238E27FC236}">
                  <a16:creationId xmlns:a16="http://schemas.microsoft.com/office/drawing/2014/main" id="{71DC83C3-DEED-4FD7-8A58-C7E6382A8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629" y="742407"/>
              <a:ext cx="863600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 dirty="0">
                  <a:ea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" name="Text Box 57">
              <a:extLst>
                <a:ext uri="{FF2B5EF4-FFF2-40B4-BE49-F238E27FC236}">
                  <a16:creationId xmlns:a16="http://schemas.microsoft.com/office/drawing/2014/main" id="{B06090BE-3C73-4FF3-A52B-6AEB745DF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943" y="767787"/>
              <a:ext cx="1079500" cy="524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GB" sz="10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GB" sz="1000" b="1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x,y</a:t>
              </a:r>
              <a:r>
                <a:rPr lang="en-GB" sz="10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7" name="Arc 61">
              <a:extLst>
                <a:ext uri="{FF2B5EF4-FFF2-40B4-BE49-F238E27FC236}">
                  <a16:creationId xmlns:a16="http://schemas.microsoft.com/office/drawing/2014/main" id="{7979EA5A-18BF-45C7-8A32-4F6B8C45EF4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31000" y="616880"/>
              <a:ext cx="317500" cy="1651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1FB1EE4-919C-4E3B-BAA6-4CF157BA6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700" y="1074080"/>
              <a:ext cx="127000" cy="127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49" name="Text Box 55">
              <a:extLst>
                <a:ext uri="{FF2B5EF4-FFF2-40B4-BE49-F238E27FC236}">
                  <a16:creationId xmlns:a16="http://schemas.microsoft.com/office/drawing/2014/main" id="{B465A343-4F2F-45EE-B441-F8FC53D19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5400" y="1226480"/>
              <a:ext cx="863600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(0,0)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50" name="Line 56">
              <a:extLst>
                <a:ext uri="{FF2B5EF4-FFF2-40B4-BE49-F238E27FC236}">
                  <a16:creationId xmlns:a16="http://schemas.microsoft.com/office/drawing/2014/main" id="{9CE6E439-7A6D-4B9A-8ECD-5ABF531121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399200" y="1137580"/>
              <a:ext cx="127000" cy="215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Line 59">
              <a:extLst>
                <a:ext uri="{FF2B5EF4-FFF2-40B4-BE49-F238E27FC236}">
                  <a16:creationId xmlns:a16="http://schemas.microsoft.com/office/drawing/2014/main" id="{F6336BAB-7CB3-40C1-A664-A50D9D91D3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62700" y="1150280"/>
              <a:ext cx="4699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Arc 60">
              <a:extLst>
                <a:ext uri="{FF2B5EF4-FFF2-40B4-BE49-F238E27FC236}">
                  <a16:creationId xmlns:a16="http://schemas.microsoft.com/office/drawing/2014/main" id="{96B7A442-DD11-4FD6-B705-FB258F86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000" y="972480"/>
              <a:ext cx="90805" cy="1778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54" name="Text Box 63">
              <a:extLst>
                <a:ext uri="{FF2B5EF4-FFF2-40B4-BE49-F238E27FC236}">
                  <a16:creationId xmlns:a16="http://schemas.microsoft.com/office/drawing/2014/main" id="{2E1D5D7F-024B-4750-A44C-0A264C77D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7347" y="705779"/>
              <a:ext cx="863600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Θ</a:t>
              </a:r>
              <a:r>
                <a:rPr lang="en-GB" sz="1100" b="1" baseline="-25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893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Inverse Kinematics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For this problem we need to construct  linking triangles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CC0412-995F-440F-904E-A533792D0F44}"/>
              </a:ext>
            </a:extLst>
          </p:cNvPr>
          <p:cNvSpPr/>
          <p:nvPr/>
        </p:nvSpPr>
        <p:spPr>
          <a:xfrm>
            <a:off x="1850028" y="2023545"/>
            <a:ext cx="4911090" cy="285940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Text Box 45">
            <a:extLst>
              <a:ext uri="{FF2B5EF4-FFF2-40B4-BE49-F238E27FC236}">
                <a16:creationId xmlns:a16="http://schemas.microsoft.com/office/drawing/2014/main" id="{24265720-5BD2-4618-BF5B-B2C20870A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08" y="396866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100" b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F08F84-7B5B-4CF4-97A2-50B0AB3084A9}"/>
              </a:ext>
            </a:extLst>
          </p:cNvPr>
          <p:cNvGrpSpPr/>
          <p:nvPr/>
        </p:nvGrpSpPr>
        <p:grpSpPr>
          <a:xfrm>
            <a:off x="2423539" y="1401496"/>
            <a:ext cx="4902835" cy="2256564"/>
            <a:chOff x="2423539" y="1401496"/>
            <a:chExt cx="4902835" cy="225656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E0CE7FD-83EA-4F09-A441-BAB1279DB2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3539" y="1401496"/>
              <a:ext cx="4902835" cy="2015490"/>
              <a:chOff x="3179" y="12418"/>
              <a:chExt cx="7721" cy="317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84DF1E1B-6D2D-4476-BE29-DD18D4EEB0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9" y="12418"/>
                <a:ext cx="7721" cy="3174"/>
                <a:chOff x="5820" y="12612"/>
                <a:chExt cx="4377" cy="1796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2DBBFADB-B87C-4D64-8AF5-7A73EDC181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20" y="12648"/>
                  <a:ext cx="540" cy="1480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59" name="Line 69">
                  <a:extLst>
                    <a:ext uri="{FF2B5EF4-FFF2-40B4-BE49-F238E27FC236}">
                      <a16:creationId xmlns:a16="http://schemas.microsoft.com/office/drawing/2014/main" id="{F25889FA-4A3E-4B2D-9CFE-E61D698CE8D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6500" y="13028"/>
                  <a:ext cx="780" cy="68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7FC9108-0D55-45DF-A730-3D2A0F8D5E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00" y="13648"/>
                  <a:ext cx="200" cy="200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58939727-46E5-431B-9AF6-0B278118D7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60" y="12848"/>
                  <a:ext cx="200" cy="200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A984711A-9A76-4BBB-BDF5-579F584B0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0" y="12628"/>
                  <a:ext cx="200" cy="200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63" name="Line 73">
                  <a:extLst>
                    <a:ext uri="{FF2B5EF4-FFF2-40B4-BE49-F238E27FC236}">
                      <a16:creationId xmlns:a16="http://schemas.microsoft.com/office/drawing/2014/main" id="{35D52D17-EBDE-42AB-AA2B-A42A697709D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7460" y="12728"/>
                  <a:ext cx="1040" cy="20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4" name="Text Box 74">
                  <a:extLst>
                    <a:ext uri="{FF2B5EF4-FFF2-40B4-BE49-F238E27FC236}">
                      <a16:creationId xmlns:a16="http://schemas.microsoft.com/office/drawing/2014/main" id="{619E5FFD-3182-4EF5-A846-C2FD0D3BFB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80" y="13065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</a:t>
                  </a:r>
                  <a:r>
                    <a:rPr lang="en-GB" sz="1100" b="1" baseline="-25000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GB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Text Box 75">
                  <a:extLst>
                    <a:ext uri="{FF2B5EF4-FFF2-40B4-BE49-F238E27FC236}">
                      <a16:creationId xmlns:a16="http://schemas.microsoft.com/office/drawing/2014/main" id="{C6903D10-D66B-4100-A721-1602F893EC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0" y="12612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</a:t>
                  </a:r>
                  <a:r>
                    <a:rPr lang="en-GB" sz="1100" b="1" baseline="-25000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GB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Text Box 76">
                  <a:extLst>
                    <a:ext uri="{FF2B5EF4-FFF2-40B4-BE49-F238E27FC236}">
                      <a16:creationId xmlns:a16="http://schemas.microsoft.com/office/drawing/2014/main" id="{CF4AF1C1-2D2F-4F1F-B4CC-808BB0E4AD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20" y="13888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(0,0)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7" name="Line 77">
                  <a:extLst>
                    <a:ext uri="{FF2B5EF4-FFF2-40B4-BE49-F238E27FC236}">
                      <a16:creationId xmlns:a16="http://schemas.microsoft.com/office/drawing/2014/main" id="{A7EC33D3-2358-4277-8852-5E18537D505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6500" y="13748"/>
                  <a:ext cx="200" cy="3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8" name="Text Box 78">
                  <a:extLst>
                    <a:ext uri="{FF2B5EF4-FFF2-40B4-BE49-F238E27FC236}">
                      <a16:creationId xmlns:a16="http://schemas.microsoft.com/office/drawing/2014/main" id="{044D5A7F-C713-4C0A-986D-A1013EA047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97" y="13149"/>
                  <a:ext cx="170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(X,Y)</a:t>
                  </a:r>
                  <a:endParaRPr lang="en-GB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9" name="Line 79">
                  <a:extLst>
                    <a:ext uri="{FF2B5EF4-FFF2-40B4-BE49-F238E27FC236}">
                      <a16:creationId xmlns:a16="http://schemas.microsoft.com/office/drawing/2014/main" id="{63550DFC-9D4C-4495-8345-218528A4E6B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8520" y="12748"/>
                  <a:ext cx="200" cy="4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0" name="Line 80">
                  <a:extLst>
                    <a:ext uri="{FF2B5EF4-FFF2-40B4-BE49-F238E27FC236}">
                      <a16:creationId xmlns:a16="http://schemas.microsoft.com/office/drawing/2014/main" id="{E3CF6CC4-4719-414D-BB20-F903D77BDCC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600" y="13768"/>
                  <a:ext cx="74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1" name="Arc 81">
                  <a:extLst>
                    <a:ext uri="{FF2B5EF4-FFF2-40B4-BE49-F238E27FC236}">
                      <a16:creationId xmlns:a16="http://schemas.microsoft.com/office/drawing/2014/main" id="{F82D139C-865F-4101-9B15-13B9FA84E7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0" y="13488"/>
                  <a:ext cx="143" cy="2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2" name="Arc 82">
                  <a:extLst>
                    <a:ext uri="{FF2B5EF4-FFF2-40B4-BE49-F238E27FC236}">
                      <a16:creationId xmlns:a16="http://schemas.microsoft.com/office/drawing/2014/main" id="{9DB1C4CB-7C27-4ADC-BFBE-327DAF4E81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180" y="12928"/>
                  <a:ext cx="500" cy="26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3" name="Text Box 83">
                  <a:extLst>
                    <a:ext uri="{FF2B5EF4-FFF2-40B4-BE49-F238E27FC236}">
                      <a16:creationId xmlns:a16="http://schemas.microsoft.com/office/drawing/2014/main" id="{C8952DE0-3377-4070-8E80-A83128155E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00" y="13308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GB" sz="1100" b="1" baseline="-2500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Text Box 84">
                  <a:extLst>
                    <a:ext uri="{FF2B5EF4-FFF2-40B4-BE49-F238E27FC236}">
                      <a16:creationId xmlns:a16="http://schemas.microsoft.com/office/drawing/2014/main" id="{E311E33C-3C4C-4789-8E6D-6DDA5556AF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40" y="12988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GB" sz="1100" b="1" baseline="-25000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GB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33" name="Line 85">
                <a:extLst>
                  <a:ext uri="{FF2B5EF4-FFF2-40B4-BE49-F238E27FC236}">
                    <a16:creationId xmlns:a16="http://schemas.microsoft.com/office/drawing/2014/main" id="{1263017E-6DEA-470C-9259-737DA2E78A8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380" y="12640"/>
                <a:ext cx="3540" cy="18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4" name="Text Box 86">
                <a:extLst>
                  <a:ext uri="{FF2B5EF4-FFF2-40B4-BE49-F238E27FC236}">
                    <a16:creationId xmlns:a16="http://schemas.microsoft.com/office/drawing/2014/main" id="{440BC7C0-2012-4ADC-A30B-01531B3A6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0" y="13540"/>
                <a:ext cx="1440" cy="1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 Box 87">
                <a:extLst>
                  <a:ext uri="{FF2B5EF4-FFF2-40B4-BE49-F238E27FC236}">
                    <a16:creationId xmlns:a16="http://schemas.microsoft.com/office/drawing/2014/main" id="{A97C74C5-8C98-4356-89D4-DD9201A789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0" y="14060"/>
                <a:ext cx="1440" cy="1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GB" sz="1100" b="1" baseline="-2500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5" name="Line 88">
                <a:extLst>
                  <a:ext uri="{FF2B5EF4-FFF2-40B4-BE49-F238E27FC236}">
                    <a16:creationId xmlns:a16="http://schemas.microsoft.com/office/drawing/2014/main" id="{BBB1302D-6857-46B3-99F3-475EDA5CF5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4860" y="14120"/>
                <a:ext cx="76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" name="Line 89">
                <a:extLst>
                  <a:ext uri="{FF2B5EF4-FFF2-40B4-BE49-F238E27FC236}">
                    <a16:creationId xmlns:a16="http://schemas.microsoft.com/office/drawing/2014/main" id="{3D4F0291-E08A-4F61-9076-2924B31A44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4920" y="14340"/>
                <a:ext cx="680" cy="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1" name="Text Box 90">
              <a:extLst>
                <a:ext uri="{FF2B5EF4-FFF2-40B4-BE49-F238E27FC236}">
                  <a16:creationId xmlns:a16="http://schemas.microsoft.com/office/drawing/2014/main" id="{8DA02ADA-7031-4CFA-BCB7-EBE38C680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100" y="2743660"/>
              <a:ext cx="9144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K</a:t>
              </a:r>
              <a:r>
                <a:rPr lang="en-GB" sz="1100" b="1" baseline="-25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3EFBE90B-11AD-446B-ADC9-4FC0FAC58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890" y="2629539"/>
                <a:ext cx="8485950" cy="41304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From this: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kumimoji="0" lang="en-GB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r>
                  <a:rPr kumimoji="0" lang="en-GB" altLang="en-US" sz="20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= X</a:t>
                </a:r>
                <a:r>
                  <a:rPr kumimoji="0" lang="en-GB" altLang="en-US" sz="20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+Y</a:t>
                </a:r>
                <a:r>
                  <a:rPr kumimoji="0" lang="en-GB" altLang="en-US" sz="20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endParaRPr kumimoji="0" lang="en-GB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:r>
                  <a:rPr kumimoji="0" lang="fr-F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K</a:t>
                </a:r>
                <a:r>
                  <a:rPr kumimoji="0" lang="fr-FR" altLang="en-US" sz="20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kumimoji="0" lang="fr-F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=tan</a:t>
                </a:r>
                <a:r>
                  <a:rPr kumimoji="0" lang="fr-FR" altLang="en-US" sz="20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-1</a:t>
                </a:r>
                <a:r>
                  <a:rPr kumimoji="0" lang="fr-F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(Y/X)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:r>
                  <a:rPr kumimoji="0" lang="fr-FR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:r>
                  <a:rPr kumimoji="0" lang="fr-FR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(A=K</a:t>
                </a:r>
                <a:r>
                  <a:rPr kumimoji="0" lang="fr-FR" altLang="en-US" sz="11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2,</a:t>
                </a:r>
                <a:r>
                  <a:rPr kumimoji="0" lang="fr-FR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 b=L</a:t>
                </a:r>
                <a:r>
                  <a:rPr kumimoji="0" lang="fr-FR" altLang="en-US" sz="11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kumimoji="0" lang="fr-FR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, a = L</a:t>
                </a:r>
                <a:r>
                  <a:rPr kumimoji="0" lang="fr-FR" altLang="en-US" sz="12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fr-FR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, c = B) 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:endParaRPr lang="fr-FR" altLang="en-US" sz="2000" dirty="0">
                  <a:solidFill>
                    <a:srgbClr val="FF0000"/>
                  </a:solidFill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GB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GB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kumimoji="0" lang="en-US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⁡</m:t>
                      </m:r>
                      <m:sSub>
                        <m:sSubPr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GB" altLang="en-US" sz="2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endParaRPr>
              </a:p>
              <a:p>
                <a:pPr lvl="0" algn="just" defTabSz="914400"/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       </a:t>
                </a:r>
                <a:endParaRPr lang="en-US" altLang="en-US" sz="20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0" algn="just" defTabSz="914400"/>
                <a:endParaRPr lang="en-US" altLang="en-US" sz="20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0" algn="just" defTabSz="9144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= </a:t>
                </a:r>
                <a:r>
                  <a:rPr lang="fr-FR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(L</a:t>
                </a:r>
                <a:r>
                  <a:rPr lang="fr-FR" altLang="en-US" sz="2000" baseline="-30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lang="fr-FR" altLang="en-US" sz="2000" baseline="30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-L</a:t>
                </a:r>
                <a:r>
                  <a:rPr lang="fr-FR" altLang="en-US" sz="2000" baseline="-30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baseline="30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+B</a:t>
                </a:r>
                <a:r>
                  <a:rPr lang="fr-FR" altLang="en-US" sz="2000" baseline="30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)/2L</a:t>
                </a:r>
                <a:r>
                  <a:rPr lang="fr-FR" altLang="en-US" sz="2000" baseline="-30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lang="fr-FR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r>
                  <a:rPr kumimoji="0" lang="en-GB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 </a:t>
                </a:r>
              </a:p>
              <a:p>
                <a:pPr lvl="0" algn="just" defTabSz="914400"/>
                <a:endParaRPr lang="fr-FR" altLang="en-US" sz="2000" dirty="0">
                  <a:solidFill>
                    <a:srgbClr val="FF0000"/>
                  </a:solidFill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lvl="0" algn="just" defTabSz="914400"/>
                <a:r>
                  <a:rPr lang="fr-FR" altLang="en-US" sz="2000" dirty="0">
                    <a:ea typeface="Calibri" panose="020F0502020204030204" pitchFamily="34" charset="0"/>
                    <a:cs typeface="Arial" panose="020B0604020202020204" pitchFamily="34" charset="0"/>
                  </a:rPr>
                  <a:t>K</a:t>
                </a:r>
                <a:r>
                  <a:rPr lang="fr-FR" altLang="en-US" sz="2000" baseline="-30000" dirty="0"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dirty="0">
                    <a:ea typeface="Calibri" panose="020F0502020204030204" pitchFamily="34" charset="0"/>
                    <a:cs typeface="Arial" panose="020B0604020202020204" pitchFamily="34" charset="0"/>
                  </a:rPr>
                  <a:t>=cos</a:t>
                </a:r>
                <a:r>
                  <a:rPr lang="fr-FR" altLang="en-US" sz="2000" baseline="30000" dirty="0">
                    <a:ea typeface="Calibri" panose="020F0502020204030204" pitchFamily="34" charset="0"/>
                    <a:cs typeface="Arial" panose="020B0604020202020204" pitchFamily="34" charset="0"/>
                  </a:rPr>
                  <a:t>-1</a:t>
                </a:r>
                <a:r>
                  <a:rPr lang="fr-FR" altLang="en-US" sz="2000" dirty="0">
                    <a:ea typeface="Calibri" panose="020F0502020204030204" pitchFamily="34" charset="0"/>
                    <a:cs typeface="Arial" panose="020B0604020202020204" pitchFamily="34" charset="0"/>
                  </a:rPr>
                  <a:t>((L</a:t>
                </a:r>
                <a:r>
                  <a:rPr lang="fr-FR" altLang="en-US" sz="2000" baseline="-30000" dirty="0"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lang="fr-FR" altLang="en-US" sz="2000" baseline="30000" dirty="0"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dirty="0">
                    <a:ea typeface="Calibri" panose="020F0502020204030204" pitchFamily="34" charset="0"/>
                    <a:cs typeface="Arial" panose="020B0604020202020204" pitchFamily="34" charset="0"/>
                  </a:rPr>
                  <a:t>-L</a:t>
                </a:r>
                <a:r>
                  <a:rPr lang="fr-FR" altLang="en-US" sz="2000" baseline="-30000" dirty="0"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baseline="30000" dirty="0"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dirty="0">
                    <a:ea typeface="Calibri" panose="020F0502020204030204" pitchFamily="34" charset="0"/>
                    <a:cs typeface="Arial" panose="020B0604020202020204" pitchFamily="34" charset="0"/>
                  </a:rPr>
                  <a:t>+B</a:t>
                </a:r>
                <a:r>
                  <a:rPr lang="fr-FR" altLang="en-US" sz="2000" baseline="30000" dirty="0"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fr-FR" altLang="en-US" sz="2000" dirty="0">
                    <a:ea typeface="Calibri" panose="020F0502020204030204" pitchFamily="34" charset="0"/>
                    <a:cs typeface="Arial" panose="020B0604020202020204" pitchFamily="34" charset="0"/>
                  </a:rPr>
                  <a:t>)/2L</a:t>
                </a:r>
                <a:r>
                  <a:rPr lang="fr-FR" altLang="en-US" sz="2000" baseline="-30000" dirty="0"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lang="fr-FR" altLang="en-US" sz="2000" dirty="0">
                    <a:ea typeface="Calibri" panose="020F0502020204030204" pitchFamily="34" charset="0"/>
                    <a:cs typeface="Arial" panose="020B0604020202020204" pitchFamily="34" charset="0"/>
                  </a:rPr>
                  <a:t>B)</a:t>
                </a:r>
                <a:endParaRPr kumimoji="0" lang="en-GB" altLang="en-US" sz="2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3EFBE90B-11AD-446B-ADC9-4FC0FAC58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890" y="2629539"/>
                <a:ext cx="8485950" cy="4130490"/>
              </a:xfrm>
              <a:prstGeom prst="rect">
                <a:avLst/>
              </a:prstGeom>
              <a:blipFill>
                <a:blip r:embed="rId3"/>
                <a:stretch>
                  <a:fillRect l="-718" t="-147" b="-25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79DE71B-1350-ED86-8532-3042C94341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129" t="8129" r="1841" b="7158"/>
          <a:stretch/>
        </p:blipFill>
        <p:spPr>
          <a:xfrm>
            <a:off x="6187218" y="1374767"/>
            <a:ext cx="2847808" cy="172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786AD6-E255-FCA0-C849-A4E55C333C7D}"/>
              </a:ext>
            </a:extLst>
          </p:cNvPr>
          <p:cNvSpPr txBox="1"/>
          <p:nvPr/>
        </p:nvSpPr>
        <p:spPr>
          <a:xfrm>
            <a:off x="5154844" y="6294526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n-GB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Θ</a:t>
            </a:r>
            <a:r>
              <a:rPr kumimoji="0" lang="pt-PT" altLang="en-US" sz="18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kumimoji="0" lang="pt-PT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</a:t>
            </a:r>
            <a:r>
              <a:rPr kumimoji="0" lang="pt-PT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</a:t>
            </a:r>
            <a:r>
              <a:rPr kumimoji="0" lang="pt-PT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kumimoji="0" lang="pt-PT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+ K</a:t>
            </a:r>
            <a:r>
              <a:rPr kumimoji="0" lang="pt-PT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677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833C-1726-5953-BFC8-68858C342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9C649588-EB5E-499C-3C11-1F9E83141B0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Inverse Kinematics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9D2F525-6110-824D-EEEF-3F5129C67FD3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For this problem we need to construct  linking triangles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E286472B-F6ED-4B24-E11F-99F198A2BAFD}"/>
              </a:ext>
            </a:extLst>
          </p:cNvPr>
          <p:cNvSpPr txBox="1"/>
          <p:nvPr/>
        </p:nvSpPr>
        <p:spPr>
          <a:xfrm>
            <a:off x="347216" y="6315332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This may need to be done for intermediate links for longer link chains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070F8769-2038-F0F1-F01E-858EE7817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FD77423A-6961-2F37-C72B-1319DB5A5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BB71FC-24F9-640B-80BB-D36C0AB5DCCF}"/>
              </a:ext>
            </a:extLst>
          </p:cNvPr>
          <p:cNvSpPr/>
          <p:nvPr/>
        </p:nvSpPr>
        <p:spPr>
          <a:xfrm>
            <a:off x="1850028" y="2023545"/>
            <a:ext cx="4911090" cy="285940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Text Box 45">
            <a:extLst>
              <a:ext uri="{FF2B5EF4-FFF2-40B4-BE49-F238E27FC236}">
                <a16:creationId xmlns:a16="http://schemas.microsoft.com/office/drawing/2014/main" id="{C2C67CE5-3C3C-AF44-CB4F-5C401B881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08" y="396866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100" b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A55695-E0F8-CB12-5B5A-1A1CB39FEC8C}"/>
              </a:ext>
            </a:extLst>
          </p:cNvPr>
          <p:cNvGrpSpPr/>
          <p:nvPr/>
        </p:nvGrpSpPr>
        <p:grpSpPr>
          <a:xfrm>
            <a:off x="2423539" y="1401496"/>
            <a:ext cx="4902835" cy="2256564"/>
            <a:chOff x="2423539" y="1401496"/>
            <a:chExt cx="4902835" cy="225656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A66BBF2-7519-B39E-0911-866C56E89C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3539" y="1401496"/>
              <a:ext cx="4902835" cy="2015490"/>
              <a:chOff x="3179" y="12418"/>
              <a:chExt cx="7721" cy="317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1E67030-538C-5BFC-21BA-ACA1DA11A0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9" y="12418"/>
                <a:ext cx="7721" cy="3174"/>
                <a:chOff x="5820" y="12612"/>
                <a:chExt cx="4377" cy="1796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FBEA8B14-3CC7-B750-A5E6-1B7E101060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20" y="12648"/>
                  <a:ext cx="540" cy="1480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59" name="Line 69">
                  <a:extLst>
                    <a:ext uri="{FF2B5EF4-FFF2-40B4-BE49-F238E27FC236}">
                      <a16:creationId xmlns:a16="http://schemas.microsoft.com/office/drawing/2014/main" id="{F5195B2E-2A74-048C-3A2D-191DDF49284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6500" y="13028"/>
                  <a:ext cx="780" cy="68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50F16ACD-9E23-0FB5-9ADD-7D3A52CBE7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00" y="13648"/>
                  <a:ext cx="200" cy="200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0AE23AFA-2820-F6E4-5BCD-829AE548B7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60" y="12848"/>
                  <a:ext cx="200" cy="200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7E533B4B-B533-28F8-E93D-A940C511ED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0" y="12628"/>
                  <a:ext cx="200" cy="200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63" name="Line 73">
                  <a:extLst>
                    <a:ext uri="{FF2B5EF4-FFF2-40B4-BE49-F238E27FC236}">
                      <a16:creationId xmlns:a16="http://schemas.microsoft.com/office/drawing/2014/main" id="{FBA3422F-B73B-8EB9-4264-07C86F419E6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7460" y="12728"/>
                  <a:ext cx="1040" cy="20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4" name="Text Box 74">
                  <a:extLst>
                    <a:ext uri="{FF2B5EF4-FFF2-40B4-BE49-F238E27FC236}">
                      <a16:creationId xmlns:a16="http://schemas.microsoft.com/office/drawing/2014/main" id="{25DCEC12-F27F-508B-DF6E-2EE8753487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80" y="13065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</a:t>
                  </a:r>
                  <a:r>
                    <a:rPr lang="en-GB" sz="1100" b="1" baseline="-25000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GB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Text Box 75">
                  <a:extLst>
                    <a:ext uri="{FF2B5EF4-FFF2-40B4-BE49-F238E27FC236}">
                      <a16:creationId xmlns:a16="http://schemas.microsoft.com/office/drawing/2014/main" id="{1C4EF62A-0C5A-6A94-2B9B-B8AC28C6FD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0" y="12612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</a:t>
                  </a:r>
                  <a:r>
                    <a:rPr lang="en-GB" sz="1100" b="1" baseline="-25000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GB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Text Box 76">
                  <a:extLst>
                    <a:ext uri="{FF2B5EF4-FFF2-40B4-BE49-F238E27FC236}">
                      <a16:creationId xmlns:a16="http://schemas.microsoft.com/office/drawing/2014/main" id="{7DE1A251-4567-39FC-BA2C-9A57D2C651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20" y="13888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(0,0)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7" name="Line 77">
                  <a:extLst>
                    <a:ext uri="{FF2B5EF4-FFF2-40B4-BE49-F238E27FC236}">
                      <a16:creationId xmlns:a16="http://schemas.microsoft.com/office/drawing/2014/main" id="{C9945A3B-4E29-7B48-B8EE-5BFA01EA5F3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6500" y="13748"/>
                  <a:ext cx="200" cy="3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8" name="Text Box 78">
                  <a:extLst>
                    <a:ext uri="{FF2B5EF4-FFF2-40B4-BE49-F238E27FC236}">
                      <a16:creationId xmlns:a16="http://schemas.microsoft.com/office/drawing/2014/main" id="{42C528CB-027A-4C1C-2332-A8F9FBEBD9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97" y="13149"/>
                  <a:ext cx="170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(X,Y)</a:t>
                  </a:r>
                  <a:endParaRPr lang="en-GB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9" name="Line 79">
                  <a:extLst>
                    <a:ext uri="{FF2B5EF4-FFF2-40B4-BE49-F238E27FC236}">
                      <a16:creationId xmlns:a16="http://schemas.microsoft.com/office/drawing/2014/main" id="{CB95D594-84F3-6594-8501-B9F524043C2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8520" y="12748"/>
                  <a:ext cx="200" cy="4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0" name="Line 80">
                  <a:extLst>
                    <a:ext uri="{FF2B5EF4-FFF2-40B4-BE49-F238E27FC236}">
                      <a16:creationId xmlns:a16="http://schemas.microsoft.com/office/drawing/2014/main" id="{7C43C07F-9658-4052-3775-EEEE4D244D5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600" y="13768"/>
                  <a:ext cx="74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1" name="Arc 81">
                  <a:extLst>
                    <a:ext uri="{FF2B5EF4-FFF2-40B4-BE49-F238E27FC236}">
                      <a16:creationId xmlns:a16="http://schemas.microsoft.com/office/drawing/2014/main" id="{3999308D-5482-4FEA-AA1E-C4FD4F5213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80" y="13488"/>
                  <a:ext cx="143" cy="2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2" name="Arc 82">
                  <a:extLst>
                    <a:ext uri="{FF2B5EF4-FFF2-40B4-BE49-F238E27FC236}">
                      <a16:creationId xmlns:a16="http://schemas.microsoft.com/office/drawing/2014/main" id="{C7967CC3-185C-AE37-6213-2026F5E1E8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180" y="12928"/>
                  <a:ext cx="500" cy="26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3" name="Text Box 83">
                  <a:extLst>
                    <a:ext uri="{FF2B5EF4-FFF2-40B4-BE49-F238E27FC236}">
                      <a16:creationId xmlns:a16="http://schemas.microsoft.com/office/drawing/2014/main" id="{65ACB511-FEB3-7E0D-0AD4-CA3BA69F83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00" y="13308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GB" sz="1100" b="1" baseline="-2500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Text Box 84">
                  <a:extLst>
                    <a:ext uri="{FF2B5EF4-FFF2-40B4-BE49-F238E27FC236}">
                      <a16:creationId xmlns:a16="http://schemas.microsoft.com/office/drawing/2014/main" id="{211B8B01-4E35-5CAA-D43C-52D49E45D7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40" y="12988"/>
                  <a:ext cx="1360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 b="1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GB" sz="1100" b="1" baseline="-25000" dirty="0">
                      <a:effectLst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GB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33" name="Line 85">
                <a:extLst>
                  <a:ext uri="{FF2B5EF4-FFF2-40B4-BE49-F238E27FC236}">
                    <a16:creationId xmlns:a16="http://schemas.microsoft.com/office/drawing/2014/main" id="{5FC17620-05AA-1319-0445-17B128D2CD0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380" y="12640"/>
                <a:ext cx="3540" cy="18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4" name="Text Box 86">
                <a:extLst>
                  <a:ext uri="{FF2B5EF4-FFF2-40B4-BE49-F238E27FC236}">
                    <a16:creationId xmlns:a16="http://schemas.microsoft.com/office/drawing/2014/main" id="{E41F361B-8672-C05B-B181-3BBA20A58B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0" y="13540"/>
                <a:ext cx="1440" cy="1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 Box 87">
                <a:extLst>
                  <a:ext uri="{FF2B5EF4-FFF2-40B4-BE49-F238E27FC236}">
                    <a16:creationId xmlns:a16="http://schemas.microsoft.com/office/drawing/2014/main" id="{2EA40CF9-D118-006F-4118-0E9C5FCA6F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80" y="14060"/>
                <a:ext cx="1440" cy="1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 b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GB" sz="1100" b="1" baseline="-2500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5" name="Line 88">
                <a:extLst>
                  <a:ext uri="{FF2B5EF4-FFF2-40B4-BE49-F238E27FC236}">
                    <a16:creationId xmlns:a16="http://schemas.microsoft.com/office/drawing/2014/main" id="{AE8B2907-BE52-E323-B595-5EA62EB10AA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4860" y="14120"/>
                <a:ext cx="76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" name="Line 89">
                <a:extLst>
                  <a:ext uri="{FF2B5EF4-FFF2-40B4-BE49-F238E27FC236}">
                    <a16:creationId xmlns:a16="http://schemas.microsoft.com/office/drawing/2014/main" id="{831E0571-3FB7-EDF3-DC9B-8EFDF2E1BF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4920" y="14340"/>
                <a:ext cx="680" cy="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1" name="Text Box 90">
              <a:extLst>
                <a:ext uri="{FF2B5EF4-FFF2-40B4-BE49-F238E27FC236}">
                  <a16:creationId xmlns:a16="http://schemas.microsoft.com/office/drawing/2014/main" id="{1A6F0483-2BFA-78CC-4869-819A23403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100" y="2743660"/>
              <a:ext cx="9144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K</a:t>
              </a:r>
              <a:r>
                <a:rPr lang="en-GB" sz="1100" b="1" baseline="-25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36046E0C-F8F6-DB4A-C521-DC11B28CB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37" y="3198745"/>
                <a:ext cx="7047473" cy="29179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144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just" defTabSz="914400"/>
                <a:r>
                  <a:rPr lang="pt-PT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(A=</a:t>
                </a:r>
                <a:r>
                  <a:rPr lang="el-GR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Θ</a:t>
                </a:r>
                <a:r>
                  <a:rPr lang="en-GB" altLang="en-US" sz="14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2, </a:t>
                </a:r>
                <a:r>
                  <a:rPr lang="en-GB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b = L</a:t>
                </a:r>
                <a:r>
                  <a:rPr lang="en-GB" altLang="en-US" sz="14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lang="en-GB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, c = L</a:t>
                </a:r>
                <a:r>
                  <a:rPr lang="en-GB" altLang="en-US" sz="14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lang="en-GB" altLang="en-US" sz="2000" dirty="0">
                    <a:solidFill>
                      <a:srgbClr val="FF0000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, a = B)</a:t>
                </a:r>
              </a:p>
              <a:p>
                <a:pPr lvl="0" algn="just" defTabSz="914400"/>
                <a:endParaRPr kumimoji="0" lang="en-GB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lvl="0" algn="just"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GB" altLang="en-US" sz="2000" dirty="0">
                              <a:solidFill>
                                <a:srgbClr val="FF0000"/>
                              </a:solidFill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en-GB" altLang="en-US" sz="1400" dirty="0">
                              <a:solidFill>
                                <a:srgbClr val="FF0000"/>
                              </a:solidFill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GB" altLang="en-US" sz="2000" dirty="0">
                          <a:solidFill>
                            <a:srgbClr val="FF0000"/>
                          </a:solidFill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GB" altLang="en-US" sz="1400" dirty="0">
                          <a:solidFill>
                            <a:srgbClr val="FF0000"/>
                          </a:solidFill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en-US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m:rPr>
                          <m:nor/>
                        </m:rPr>
                        <a:rPr lang="el-GR" altLang="en-US" sz="2000" dirty="0">
                          <a:solidFill>
                            <a:srgbClr val="FF0000"/>
                          </a:solidFill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GB" altLang="en-US" sz="1400" dirty="0">
                          <a:solidFill>
                            <a:srgbClr val="FF0000"/>
                          </a:solidFill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kumimoji="0" lang="en-GB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lvl="0" algn="just" defTabSz="914400"/>
                <a:endParaRPr lang="en-GB" altLang="en-US" sz="2000" dirty="0"/>
              </a:p>
              <a:p>
                <a:pPr algn="just" defTabSz="914400"/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GB" altLang="en-US" sz="2000" dirty="0">
                        <a:solidFill>
                          <a:srgbClr val="FF0000"/>
                        </a:solidFill>
                        <a:ea typeface="Calibri" panose="020F0502020204030204" pitchFamily="34" charset="0"/>
                        <a:cs typeface="Arial" panose="020B0604020202020204" pitchFamily="34" charset="0"/>
                      </a:rPr>
                      <m:t>L</m:t>
                    </m:r>
                    <m:r>
                      <m:rPr>
                        <m:nor/>
                      </m:rPr>
                      <a:rPr lang="en-GB" altLang="en-US" sz="1400" dirty="0">
                        <a:solidFill>
                          <a:srgbClr val="FF0000"/>
                        </a:solidFill>
                        <a:ea typeface="Calibri" panose="020F0502020204030204" pitchFamily="34" charset="0"/>
                        <a:cs typeface="Arial" panose="020B0604020202020204" pitchFamily="34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m:rPr>
                        <m:nor/>
                      </m:rPr>
                      <a:rPr lang="el-GR" altLang="en-US" sz="2000" dirty="0">
                        <a:solidFill>
                          <a:srgbClr val="FF0000"/>
                        </a:solidFill>
                        <a:ea typeface="Calibri" panose="020F0502020204030204" pitchFamily="34" charset="0"/>
                        <a:cs typeface="Arial" panose="020B0604020202020204" pitchFamily="34" charset="0"/>
                      </a:rPr>
                      <m:t>Θ</m:t>
                    </m:r>
                    <m:r>
                      <m:rPr>
                        <m:nor/>
                      </m:rPr>
                      <a:rPr lang="en-GB" altLang="en-US" sz="1400" dirty="0">
                        <a:solidFill>
                          <a:srgbClr val="FF0000"/>
                        </a:solidFill>
                        <a:ea typeface="Calibri" panose="020F0502020204030204" pitchFamily="34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GB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altLang="en-US" sz="2000" dirty="0">
                            <a:solidFill>
                              <a:srgbClr val="FF0000"/>
                            </a:solidFill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GB" altLang="en-US" sz="1400" dirty="0">
                            <a:solidFill>
                              <a:srgbClr val="FF0000"/>
                            </a:solidFill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altLang="en-US" sz="2000" dirty="0"/>
              </a:p>
              <a:p>
                <a:pPr lvl="0" algn="just" defTabSz="914400"/>
                <a:endParaRPr kumimoji="0" lang="en-GB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algn="just" defTabSz="9144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m:rPr>
                        <m:nor/>
                      </m:rPr>
                      <a:rPr lang="el-GR" altLang="en-US" sz="2000" dirty="0">
                        <a:solidFill>
                          <a:srgbClr val="FF0000"/>
                        </a:solidFill>
                        <a:ea typeface="Calibri" panose="020F0502020204030204" pitchFamily="34" charset="0"/>
                        <a:cs typeface="Arial" panose="020B0604020202020204" pitchFamily="34" charset="0"/>
                      </a:rPr>
                      <m:t>Θ</m:t>
                    </m:r>
                    <m:r>
                      <m:rPr>
                        <m:nor/>
                      </m:rPr>
                      <a:rPr lang="en-GB" altLang="en-US" sz="1400" dirty="0">
                        <a:solidFill>
                          <a:srgbClr val="FF0000"/>
                        </a:solidFill>
                        <a:ea typeface="Calibri" panose="020F0502020204030204" pitchFamily="34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GB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altLang="en-US" sz="2000" dirty="0">
                            <a:solidFill>
                              <a:srgbClr val="FF0000"/>
                            </a:solidFill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GB" altLang="en-US" sz="1400" dirty="0">
                            <a:solidFill>
                              <a:srgbClr val="FF0000"/>
                            </a:solidFill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altLang="en-US" sz="2000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pt-PT" altLang="en-US" sz="2000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/2L1 L2</a:t>
                </a:r>
                <a:endParaRPr lang="en-GB" altLang="en-US" sz="20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0" algn="just" defTabSz="914400"/>
                <a:endParaRPr kumimoji="0" lang="en-GB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914400" algn="l"/>
                  </a:tabLst>
                </a:pPr>
                <a:r>
                  <a:rPr kumimoji="0" lang="en-GB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Θ</a:t>
                </a:r>
                <a:r>
                  <a:rPr kumimoji="0" lang="pt-PT" altLang="en-US" sz="20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2</a:t>
                </a:r>
                <a:r>
                  <a:rPr kumimoji="0" lang="pt-PT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=cos</a:t>
                </a:r>
                <a:r>
                  <a:rPr kumimoji="0" lang="pt-PT" altLang="en-US" sz="20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-1</a:t>
                </a:r>
                <a:r>
                  <a:rPr kumimoji="0" lang="pt-PT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((L</a:t>
                </a:r>
                <a:r>
                  <a:rPr kumimoji="0" lang="pt-PT" altLang="en-US" sz="20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kumimoji="0" lang="pt-PT" altLang="en-US" sz="20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pt-PT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+L</a:t>
                </a:r>
                <a:r>
                  <a:rPr kumimoji="0" lang="pt-PT" altLang="en-US" sz="20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pt-PT" altLang="en-US" sz="20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pt-PT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-B</a:t>
                </a:r>
                <a:r>
                  <a:rPr kumimoji="0" lang="pt-PT" altLang="en-US" sz="2000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pt-PT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)/2L</a:t>
                </a:r>
                <a:r>
                  <a:rPr kumimoji="0" lang="pt-PT" altLang="en-US" sz="20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r>
                  <a:rPr kumimoji="0" lang="pt-PT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L</a:t>
                </a:r>
                <a:r>
                  <a:rPr kumimoji="0" lang="pt-PT" altLang="en-US" sz="2000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pt-PT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)</a:t>
                </a:r>
                <a:endParaRPr kumimoji="0" lang="pt-PT" altLang="en-US" sz="2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36046E0C-F8F6-DB4A-C521-DC11B28CB5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137" y="3198745"/>
                <a:ext cx="7047473" cy="2917915"/>
              </a:xfrm>
              <a:prstGeom prst="rect">
                <a:avLst/>
              </a:prstGeom>
              <a:blipFill>
                <a:blip r:embed="rId3"/>
                <a:stretch>
                  <a:fillRect l="-952" t="-628" b="-37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6340559-0A9C-91B6-A31B-A9A189FC5C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129" t="8129" r="1841" b="7158"/>
          <a:stretch/>
        </p:blipFill>
        <p:spPr>
          <a:xfrm>
            <a:off x="6187218" y="1374767"/>
            <a:ext cx="2847808" cy="1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Other Considerations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There are a few other things to account for when solving kinematic problems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53404E1-005C-4501-9816-04F33FE78D65}"/>
              </a:ext>
            </a:extLst>
          </p:cNvPr>
          <p:cNvSpPr txBox="1"/>
          <p:nvPr/>
        </p:nvSpPr>
        <p:spPr>
          <a:xfrm>
            <a:off x="604582" y="1323251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Most joints will have restrictions which need to be accounted for in the controller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CC0412-995F-440F-904E-A533792D0F44}"/>
              </a:ext>
            </a:extLst>
          </p:cNvPr>
          <p:cNvSpPr/>
          <p:nvPr/>
        </p:nvSpPr>
        <p:spPr>
          <a:xfrm>
            <a:off x="1850028" y="2023545"/>
            <a:ext cx="4911090" cy="285940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Text Box 45">
            <a:extLst>
              <a:ext uri="{FF2B5EF4-FFF2-40B4-BE49-F238E27FC236}">
                <a16:creationId xmlns:a16="http://schemas.microsoft.com/office/drawing/2014/main" id="{24265720-5BD2-4618-BF5B-B2C20870A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08" y="396866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100" b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FDE425A-705B-4A1D-9337-BB424B4A46A9}"/>
              </a:ext>
            </a:extLst>
          </p:cNvPr>
          <p:cNvSpPr txBox="1"/>
          <p:nvPr/>
        </p:nvSpPr>
        <p:spPr>
          <a:xfrm>
            <a:off x="604582" y="2111032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Most inverse kinematic solutions may have more than one solution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2799A70E-19C5-4F13-B307-A6772EFF072C}"/>
              </a:ext>
            </a:extLst>
          </p:cNvPr>
          <p:cNvSpPr txBox="1"/>
          <p:nvPr/>
        </p:nvSpPr>
        <p:spPr>
          <a:xfrm>
            <a:off x="604582" y="2860286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Calculation complexity rises as the number of degrees of freedom increase.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42" name="object 4">
            <a:extLst>
              <a:ext uri="{FF2B5EF4-FFF2-40B4-BE49-F238E27FC236}">
                <a16:creationId xmlns:a16="http://schemas.microsoft.com/office/drawing/2014/main" id="{ECB0550F-1DFB-4C2F-896A-B6DC5768A119}"/>
              </a:ext>
            </a:extLst>
          </p:cNvPr>
          <p:cNvSpPr txBox="1"/>
          <p:nvPr/>
        </p:nvSpPr>
        <p:spPr>
          <a:xfrm>
            <a:off x="411162" y="380836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Use restricted DOF manipulator where possible to reduce control complexity</a:t>
            </a:r>
            <a:endParaRPr lang="en-US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520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40" grpId="0"/>
      <p:bldP spid="41" grpId="0"/>
      <p:bldP spid="4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Trajectory Planning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For a robot to operate efficiently it must be  able to move from point to point in space.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53404E1-005C-4501-9816-04F33FE78D65}"/>
              </a:ext>
            </a:extLst>
          </p:cNvPr>
          <p:cNvSpPr txBox="1"/>
          <p:nvPr/>
        </p:nvSpPr>
        <p:spPr>
          <a:xfrm>
            <a:off x="604582" y="1323251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A  joint cannot instantly start moving at a constant velocity, there will be periods of acceleration and </a:t>
            </a:r>
            <a:r>
              <a:rPr lang="en-GB" sz="2000" spc="-5" dirty="0" err="1">
                <a:latin typeface="+mn-lt"/>
                <a:cs typeface="Times New Roman"/>
              </a:rPr>
              <a:t>decceleration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CC0412-995F-440F-904E-A533792D0F44}"/>
              </a:ext>
            </a:extLst>
          </p:cNvPr>
          <p:cNvSpPr/>
          <p:nvPr/>
        </p:nvSpPr>
        <p:spPr>
          <a:xfrm>
            <a:off x="1850028" y="2023545"/>
            <a:ext cx="4911090" cy="285940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Text Box 45">
            <a:extLst>
              <a:ext uri="{FF2B5EF4-FFF2-40B4-BE49-F238E27FC236}">
                <a16:creationId xmlns:a16="http://schemas.microsoft.com/office/drawing/2014/main" id="{24265720-5BD2-4618-BF5B-B2C20870A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08" y="396866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100" b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FDE425A-705B-4A1D-9337-BB424B4A46A9}"/>
              </a:ext>
            </a:extLst>
          </p:cNvPr>
          <p:cNvSpPr txBox="1"/>
          <p:nvPr/>
        </p:nvSpPr>
        <p:spPr>
          <a:xfrm>
            <a:off x="604582" y="2111032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So to provide an accurate position of any joint at any time the motion must be planned taking this into account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2799A70E-19C5-4F13-B307-A6772EFF072C}"/>
              </a:ext>
            </a:extLst>
          </p:cNvPr>
          <p:cNvSpPr txBox="1"/>
          <p:nvPr/>
        </p:nvSpPr>
        <p:spPr>
          <a:xfrm>
            <a:off x="553401" y="3827041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A trajectory is a time history of position,  velocity and acceleration for each joint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42" name="object 4">
            <a:extLst>
              <a:ext uri="{FF2B5EF4-FFF2-40B4-BE49-F238E27FC236}">
                <a16:creationId xmlns:a16="http://schemas.microsoft.com/office/drawing/2014/main" id="{ECB0550F-1DFB-4C2F-896A-B6DC5768A119}"/>
              </a:ext>
            </a:extLst>
          </p:cNvPr>
          <p:cNvSpPr txBox="1"/>
          <p:nvPr/>
        </p:nvSpPr>
        <p:spPr>
          <a:xfrm>
            <a:off x="453643" y="3081703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This is known as the trajectory.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9EC3AA11-F896-4351-889D-5A53B9EA1D17}"/>
              </a:ext>
            </a:extLst>
          </p:cNvPr>
          <p:cNvSpPr txBox="1"/>
          <p:nvPr/>
        </p:nvSpPr>
        <p:spPr>
          <a:xfrm>
            <a:off x="553400" y="4736506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Trajectories are computed at run time and  updated at a certain rate - the Path Update  Rate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491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40" grpId="0"/>
      <p:bldP spid="41" grpId="0"/>
      <p:bldP spid="42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Joint Space Trajectory Planning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Take this simple example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53404E1-005C-4501-9816-04F33FE78D65}"/>
              </a:ext>
            </a:extLst>
          </p:cNvPr>
          <p:cNvSpPr txBox="1"/>
          <p:nvPr/>
        </p:nvSpPr>
        <p:spPr>
          <a:xfrm>
            <a:off x="787462" y="1123330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Consider a robot with only one link moving from A to B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FDE425A-705B-4A1D-9337-BB424B4A46A9}"/>
              </a:ext>
            </a:extLst>
          </p:cNvPr>
          <p:cNvSpPr txBox="1"/>
          <p:nvPr/>
        </p:nvSpPr>
        <p:spPr>
          <a:xfrm>
            <a:off x="485508" y="4897829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Kinematics gives one  configuration for B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2799A70E-19C5-4F13-B307-A6772EFF072C}"/>
              </a:ext>
            </a:extLst>
          </p:cNvPr>
          <p:cNvSpPr txBox="1"/>
          <p:nvPr/>
        </p:nvSpPr>
        <p:spPr>
          <a:xfrm>
            <a:off x="485509" y="5399449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There is a choice of two trajectories to get there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9EC3AA11-F896-4351-889D-5A53B9EA1D17}"/>
              </a:ext>
            </a:extLst>
          </p:cNvPr>
          <p:cNvSpPr txBox="1"/>
          <p:nvPr/>
        </p:nvSpPr>
        <p:spPr>
          <a:xfrm>
            <a:off x="485509" y="5910770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Sometimes a via point is required to force a trajectory or an algorithm for shortest route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6C58D1-7ACD-4233-BD6D-24E9D4C4B165}"/>
              </a:ext>
            </a:extLst>
          </p:cNvPr>
          <p:cNvGrpSpPr/>
          <p:nvPr/>
        </p:nvGrpSpPr>
        <p:grpSpPr>
          <a:xfrm>
            <a:off x="1850028" y="1564640"/>
            <a:ext cx="4911090" cy="3302853"/>
            <a:chOff x="1850028" y="1564640"/>
            <a:chExt cx="4911090" cy="330285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CC0412-995F-440F-904E-A533792D0F44}"/>
                </a:ext>
              </a:extLst>
            </p:cNvPr>
            <p:cNvSpPr/>
            <p:nvPr/>
          </p:nvSpPr>
          <p:spPr>
            <a:xfrm>
              <a:off x="1850028" y="2008088"/>
              <a:ext cx="4911090" cy="2859405"/>
            </a:xfrm>
            <a:prstGeom prst="rect">
              <a:avLst/>
            </a:prstGeom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object 3">
              <a:extLst>
                <a:ext uri="{FF2B5EF4-FFF2-40B4-BE49-F238E27FC236}">
                  <a16:creationId xmlns:a16="http://schemas.microsoft.com/office/drawing/2014/main" id="{2F7659AD-AF3A-440B-925A-C2952AD6E995}"/>
                </a:ext>
              </a:extLst>
            </p:cNvPr>
            <p:cNvSpPr/>
            <p:nvPr/>
          </p:nvSpPr>
          <p:spPr>
            <a:xfrm>
              <a:off x="3086441" y="2053589"/>
              <a:ext cx="2744002" cy="26056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dirty="0">
                <a:latin typeface="Calibri"/>
                <a:ea typeface="+mn-ea"/>
              </a:endParaRPr>
            </a:p>
          </p:txBody>
        </p:sp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CC5701B3-0C9A-4A21-913F-CCD48B01776D}"/>
                </a:ext>
              </a:extLst>
            </p:cNvPr>
            <p:cNvSpPr txBox="1"/>
            <p:nvPr/>
          </p:nvSpPr>
          <p:spPr>
            <a:xfrm>
              <a:off x="5979094" y="3773170"/>
              <a:ext cx="229235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B</a:t>
              </a:r>
              <a:endParaRPr sz="2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5FE41053-29AE-48ED-9C03-26AE751F3B8B}"/>
                </a:ext>
              </a:extLst>
            </p:cNvPr>
            <p:cNvSpPr txBox="1"/>
            <p:nvPr/>
          </p:nvSpPr>
          <p:spPr>
            <a:xfrm>
              <a:off x="2641533" y="1564640"/>
              <a:ext cx="955107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spc="-5" dirty="0">
                  <a:latin typeface="Times New Roman"/>
                  <a:ea typeface="+mn-ea"/>
                  <a:cs typeface="Times New Roman"/>
                </a:rPr>
                <a:t>(</a:t>
              </a:r>
              <a:r>
                <a:rPr sz="2400" spc="-5" dirty="0">
                  <a:latin typeface="Symbol"/>
                  <a:ea typeface="+mn-ea"/>
                  <a:cs typeface="Symbol"/>
                </a:rPr>
                <a:t></a:t>
              </a:r>
              <a:r>
                <a:rPr sz="2100" spc="-7" baseline="-23809" dirty="0">
                  <a:latin typeface="Times New Roman"/>
                  <a:ea typeface="+mn-ea"/>
                  <a:cs typeface="Times New Roman"/>
                </a:rPr>
                <a:t>0 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, </a:t>
              </a:r>
              <a:r>
                <a:rPr sz="2400" spc="-5" dirty="0">
                  <a:latin typeface="Times New Roman"/>
                  <a:ea typeface="+mn-ea"/>
                  <a:cs typeface="Times New Roman"/>
                </a:rPr>
                <a:t>t</a:t>
              </a:r>
              <a:r>
                <a:rPr sz="2100" spc="-7" baseline="-23809" dirty="0">
                  <a:latin typeface="Times New Roman"/>
                  <a:ea typeface="+mn-ea"/>
                  <a:cs typeface="Times New Roman"/>
                </a:rPr>
                <a:t>0</a:t>
              </a:r>
              <a:r>
                <a:rPr sz="2400" spc="-5" dirty="0">
                  <a:latin typeface="Times New Roman"/>
                  <a:ea typeface="+mn-ea"/>
                  <a:cs typeface="Times New Roman"/>
                </a:rPr>
                <a:t>)</a:t>
              </a:r>
              <a:endParaRPr sz="3600" baseline="-13888" dirty="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46BE8F7E-C6C3-49D8-8300-9CD210C6EAD2}"/>
                </a:ext>
              </a:extLst>
            </p:cNvPr>
            <p:cNvSpPr txBox="1"/>
            <p:nvPr/>
          </p:nvSpPr>
          <p:spPr>
            <a:xfrm>
              <a:off x="6174674" y="4434840"/>
              <a:ext cx="426084" cy="226985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143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90"/>
                </a:spcBef>
                <a:spcAft>
                  <a:spcPts val="0"/>
                </a:spcAft>
                <a:tabLst>
                  <a:tab pos="353695" algn="l"/>
                </a:tabLst>
              </a:pPr>
              <a:r>
                <a:rPr sz="1400" spc="-5" dirty="0">
                  <a:latin typeface="Times New Roman"/>
                  <a:ea typeface="+mn-ea"/>
                  <a:cs typeface="Times New Roman"/>
                </a:rPr>
                <a:t>f	f</a:t>
              </a:r>
              <a:endParaRPr sz="1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4B420D3F-EDEE-4CE0-AB39-390149D3F86D}"/>
                </a:ext>
              </a:extLst>
            </p:cNvPr>
            <p:cNvSpPr txBox="1"/>
            <p:nvPr/>
          </p:nvSpPr>
          <p:spPr>
            <a:xfrm>
              <a:off x="5914324" y="4230370"/>
              <a:ext cx="788670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(</a:t>
              </a:r>
              <a:r>
                <a:rPr sz="2400" dirty="0">
                  <a:latin typeface="Symbol"/>
                  <a:ea typeface="+mn-ea"/>
                  <a:cs typeface="Symbol"/>
                </a:rPr>
                <a:t>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 , t</a:t>
              </a:r>
              <a:r>
                <a:rPr sz="2400" spc="-10" dirty="0">
                  <a:latin typeface="Times New Roman"/>
                  <a:ea typeface="+mn-ea"/>
                  <a:cs typeface="Times New Roman"/>
                </a:rPr>
                <a:t> 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)</a:t>
              </a:r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6FD0D2C1-E2A9-46DD-A698-A526FC6AFC9E}"/>
                </a:ext>
              </a:extLst>
            </p:cNvPr>
            <p:cNvSpPr/>
            <p:nvPr/>
          </p:nvSpPr>
          <p:spPr>
            <a:xfrm>
              <a:off x="3903914" y="1657350"/>
              <a:ext cx="383540" cy="318770"/>
            </a:xfrm>
            <a:custGeom>
              <a:avLst/>
              <a:gdLst/>
              <a:ahLst/>
              <a:cxnLst/>
              <a:rect l="l" t="t" r="r" b="b"/>
              <a:pathLst>
                <a:path w="383539" h="318769">
                  <a:moveTo>
                    <a:pt x="237490" y="0"/>
                  </a:moveTo>
                  <a:lnTo>
                    <a:pt x="266700" y="71120"/>
                  </a:lnTo>
                  <a:lnTo>
                    <a:pt x="0" y="176529"/>
                  </a:lnTo>
                  <a:lnTo>
                    <a:pt x="57150" y="318770"/>
                  </a:lnTo>
                  <a:lnTo>
                    <a:pt x="322579" y="213360"/>
                  </a:lnTo>
                  <a:lnTo>
                    <a:pt x="363823" y="213360"/>
                  </a:lnTo>
                  <a:lnTo>
                    <a:pt x="383540" y="107950"/>
                  </a:lnTo>
                  <a:lnTo>
                    <a:pt x="237490" y="0"/>
                  </a:lnTo>
                  <a:close/>
                </a:path>
                <a:path w="383539" h="318769">
                  <a:moveTo>
                    <a:pt x="363823" y="213360"/>
                  </a:moveTo>
                  <a:lnTo>
                    <a:pt x="322579" y="213360"/>
                  </a:lnTo>
                  <a:lnTo>
                    <a:pt x="350520" y="284479"/>
                  </a:lnTo>
                  <a:lnTo>
                    <a:pt x="363823" y="213360"/>
                  </a:lnTo>
                  <a:close/>
                </a:path>
              </a:pathLst>
            </a:custGeom>
            <a:solidFill>
              <a:srgbClr val="CC98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19" name="object 9">
              <a:extLst>
                <a:ext uri="{FF2B5EF4-FFF2-40B4-BE49-F238E27FC236}">
                  <a16:creationId xmlns:a16="http://schemas.microsoft.com/office/drawing/2014/main" id="{71C748E8-57B7-4EF5-835F-75A83391EC90}"/>
                </a:ext>
              </a:extLst>
            </p:cNvPr>
            <p:cNvSpPr/>
            <p:nvPr/>
          </p:nvSpPr>
          <p:spPr>
            <a:xfrm>
              <a:off x="3903914" y="1657350"/>
              <a:ext cx="383540" cy="318770"/>
            </a:xfrm>
            <a:custGeom>
              <a:avLst/>
              <a:gdLst/>
              <a:ahLst/>
              <a:cxnLst/>
              <a:rect l="l" t="t" r="r" b="b"/>
              <a:pathLst>
                <a:path w="383539" h="318769">
                  <a:moveTo>
                    <a:pt x="0" y="176529"/>
                  </a:moveTo>
                  <a:lnTo>
                    <a:pt x="266700" y="71120"/>
                  </a:lnTo>
                  <a:lnTo>
                    <a:pt x="237490" y="0"/>
                  </a:lnTo>
                  <a:lnTo>
                    <a:pt x="383540" y="107950"/>
                  </a:lnTo>
                  <a:lnTo>
                    <a:pt x="350520" y="284479"/>
                  </a:lnTo>
                  <a:lnTo>
                    <a:pt x="322579" y="213360"/>
                  </a:lnTo>
                  <a:lnTo>
                    <a:pt x="57150" y="318770"/>
                  </a:lnTo>
                  <a:lnTo>
                    <a:pt x="0" y="176529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20" name="object 5">
              <a:extLst>
                <a:ext uri="{FF2B5EF4-FFF2-40B4-BE49-F238E27FC236}">
                  <a16:creationId xmlns:a16="http://schemas.microsoft.com/office/drawing/2014/main" id="{753BFB04-8994-4554-BF51-AE58FA429436}"/>
                </a:ext>
              </a:extLst>
            </p:cNvPr>
            <p:cNvSpPr txBox="1"/>
            <p:nvPr/>
          </p:nvSpPr>
          <p:spPr>
            <a:xfrm>
              <a:off x="3468858" y="1844209"/>
              <a:ext cx="339445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lang="en-GB" sz="2400" spc="-5" dirty="0">
                  <a:latin typeface="Times New Roman"/>
                  <a:ea typeface="+mn-ea"/>
                  <a:cs typeface="Times New Roman"/>
                </a:rPr>
                <a:t>A</a:t>
              </a:r>
              <a:endParaRPr sz="3600" baseline="-13888" dirty="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1CB687F-0A32-4C77-9C9C-1EDC55E72B1C}"/>
                </a:ext>
              </a:extLst>
            </p:cNvPr>
            <p:cNvSpPr/>
            <p:nvPr/>
          </p:nvSpPr>
          <p:spPr>
            <a:xfrm>
              <a:off x="3748087" y="3989652"/>
              <a:ext cx="823913" cy="6695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F3B5C9D-C656-4CCC-8D7B-E73DBFAEE827}"/>
                </a:ext>
              </a:extLst>
            </p:cNvPr>
            <p:cNvSpPr/>
            <p:nvPr/>
          </p:nvSpPr>
          <p:spPr>
            <a:xfrm>
              <a:off x="3226803" y="2369312"/>
              <a:ext cx="2418139" cy="2137071"/>
            </a:xfrm>
            <a:custGeom>
              <a:avLst/>
              <a:gdLst>
                <a:gd name="connsiteX0" fmla="*/ 422669 w 2418139"/>
                <a:gd name="connsiteY0" fmla="*/ 0 h 2137071"/>
                <a:gd name="connsiteX1" fmla="*/ 170701 w 2418139"/>
                <a:gd name="connsiteY1" fmla="*/ 304800 h 2137071"/>
                <a:gd name="connsiteX2" fmla="*/ 13 w 2418139"/>
                <a:gd name="connsiteY2" fmla="*/ 910336 h 2137071"/>
                <a:gd name="connsiteX3" fmla="*/ 178829 w 2418139"/>
                <a:gd name="connsiteY3" fmla="*/ 1524000 h 2137071"/>
                <a:gd name="connsiteX4" fmla="*/ 650253 w 2418139"/>
                <a:gd name="connsiteY4" fmla="*/ 2007616 h 2137071"/>
                <a:gd name="connsiteX5" fmla="*/ 1365517 w 2418139"/>
                <a:gd name="connsiteY5" fmla="*/ 2133600 h 2137071"/>
                <a:gd name="connsiteX6" fmla="*/ 1983245 w 2418139"/>
                <a:gd name="connsiteY6" fmla="*/ 1910080 h 2137071"/>
                <a:gd name="connsiteX7" fmla="*/ 2377453 w 2418139"/>
                <a:gd name="connsiteY7" fmla="*/ 1503680 h 2137071"/>
                <a:gd name="connsiteX8" fmla="*/ 2385581 w 2418139"/>
                <a:gd name="connsiteY8" fmla="*/ 1499616 h 213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8139" h="2137071">
                  <a:moveTo>
                    <a:pt x="422669" y="0"/>
                  </a:moveTo>
                  <a:cubicBezTo>
                    <a:pt x="331906" y="76538"/>
                    <a:pt x="241144" y="153077"/>
                    <a:pt x="170701" y="304800"/>
                  </a:cubicBezTo>
                  <a:cubicBezTo>
                    <a:pt x="100258" y="456523"/>
                    <a:pt x="-1342" y="707136"/>
                    <a:pt x="13" y="910336"/>
                  </a:cubicBezTo>
                  <a:cubicBezTo>
                    <a:pt x="1368" y="1113536"/>
                    <a:pt x="70456" y="1341120"/>
                    <a:pt x="178829" y="1524000"/>
                  </a:cubicBezTo>
                  <a:cubicBezTo>
                    <a:pt x="287202" y="1706880"/>
                    <a:pt x="452472" y="1906016"/>
                    <a:pt x="650253" y="2007616"/>
                  </a:cubicBezTo>
                  <a:cubicBezTo>
                    <a:pt x="848034" y="2109216"/>
                    <a:pt x="1143352" y="2149856"/>
                    <a:pt x="1365517" y="2133600"/>
                  </a:cubicBezTo>
                  <a:cubicBezTo>
                    <a:pt x="1587682" y="2117344"/>
                    <a:pt x="1814589" y="2015067"/>
                    <a:pt x="1983245" y="1910080"/>
                  </a:cubicBezTo>
                  <a:cubicBezTo>
                    <a:pt x="2151901" y="1805093"/>
                    <a:pt x="2310397" y="1572091"/>
                    <a:pt x="2377453" y="1503680"/>
                  </a:cubicBezTo>
                  <a:cubicBezTo>
                    <a:pt x="2444509" y="1435269"/>
                    <a:pt x="2415045" y="1467442"/>
                    <a:pt x="2385581" y="149961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01E675-D0E1-4CB1-BEE9-A66798E9E8B1}"/>
                </a:ext>
              </a:extLst>
            </p:cNvPr>
            <p:cNvSpPr/>
            <p:nvPr/>
          </p:nvSpPr>
          <p:spPr>
            <a:xfrm>
              <a:off x="3893312" y="2052311"/>
              <a:ext cx="1857900" cy="1548393"/>
            </a:xfrm>
            <a:custGeom>
              <a:avLst/>
              <a:gdLst>
                <a:gd name="connsiteX0" fmla="*/ 0 w 1857900"/>
                <a:gd name="connsiteY0" fmla="*/ 166633 h 1548393"/>
                <a:gd name="connsiteX1" fmla="*/ 264160 w 1857900"/>
                <a:gd name="connsiteY1" fmla="*/ 60969 h 1548393"/>
                <a:gd name="connsiteX2" fmla="*/ 617728 w 1857900"/>
                <a:gd name="connsiteY2" fmla="*/ 9 h 1548393"/>
                <a:gd name="connsiteX3" fmla="*/ 999744 w 1857900"/>
                <a:gd name="connsiteY3" fmla="*/ 65033 h 1548393"/>
                <a:gd name="connsiteX4" fmla="*/ 1312672 w 1857900"/>
                <a:gd name="connsiteY4" fmla="*/ 211337 h 1548393"/>
                <a:gd name="connsiteX5" fmla="*/ 1580896 w 1857900"/>
                <a:gd name="connsiteY5" fmla="*/ 467369 h 1548393"/>
                <a:gd name="connsiteX6" fmla="*/ 1788160 w 1857900"/>
                <a:gd name="connsiteY6" fmla="*/ 829065 h 1548393"/>
                <a:gd name="connsiteX7" fmla="*/ 1857248 w 1857900"/>
                <a:gd name="connsiteY7" fmla="*/ 1247657 h 1548393"/>
                <a:gd name="connsiteX8" fmla="*/ 1824736 w 1857900"/>
                <a:gd name="connsiteY8" fmla="*/ 1548393 h 1548393"/>
                <a:gd name="connsiteX9" fmla="*/ 1824736 w 1857900"/>
                <a:gd name="connsiteY9" fmla="*/ 1548393 h 1548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7900" h="1548393">
                  <a:moveTo>
                    <a:pt x="0" y="166633"/>
                  </a:moveTo>
                  <a:cubicBezTo>
                    <a:pt x="80602" y="127686"/>
                    <a:pt x="161205" y="88740"/>
                    <a:pt x="264160" y="60969"/>
                  </a:cubicBezTo>
                  <a:cubicBezTo>
                    <a:pt x="367115" y="33198"/>
                    <a:pt x="495131" y="-668"/>
                    <a:pt x="617728" y="9"/>
                  </a:cubicBezTo>
                  <a:cubicBezTo>
                    <a:pt x="740325" y="686"/>
                    <a:pt x="883920" y="29812"/>
                    <a:pt x="999744" y="65033"/>
                  </a:cubicBezTo>
                  <a:cubicBezTo>
                    <a:pt x="1115568" y="100254"/>
                    <a:pt x="1215813" y="144281"/>
                    <a:pt x="1312672" y="211337"/>
                  </a:cubicBezTo>
                  <a:cubicBezTo>
                    <a:pt x="1409531" y="278393"/>
                    <a:pt x="1501648" y="364414"/>
                    <a:pt x="1580896" y="467369"/>
                  </a:cubicBezTo>
                  <a:cubicBezTo>
                    <a:pt x="1660144" y="570324"/>
                    <a:pt x="1742101" y="699017"/>
                    <a:pt x="1788160" y="829065"/>
                  </a:cubicBezTo>
                  <a:cubicBezTo>
                    <a:pt x="1834219" y="959113"/>
                    <a:pt x="1851152" y="1127769"/>
                    <a:pt x="1857248" y="1247657"/>
                  </a:cubicBezTo>
                  <a:cubicBezTo>
                    <a:pt x="1863344" y="1367545"/>
                    <a:pt x="1824736" y="1548393"/>
                    <a:pt x="1824736" y="1548393"/>
                  </a:cubicBezTo>
                  <a:lnTo>
                    <a:pt x="1824736" y="1548393"/>
                  </a:lnTo>
                </a:path>
              </a:pathLst>
            </a:custGeom>
            <a:noFill/>
            <a:ln w="28575">
              <a:solidFill>
                <a:srgbClr val="92D050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23BBDA-6B42-4A47-9C52-4D640D165E71}"/>
                </a:ext>
              </a:extLst>
            </p:cNvPr>
            <p:cNvCxnSpPr/>
            <p:nvPr/>
          </p:nvCxnSpPr>
          <p:spPr>
            <a:xfrm>
              <a:off x="3852672" y="2409952"/>
              <a:ext cx="617728" cy="8778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CBE7BA1-848D-4E8B-8243-6289761EC0C8}"/>
                </a:ext>
              </a:extLst>
            </p:cNvPr>
            <p:cNvCxnSpPr>
              <a:cxnSpLocks/>
            </p:cNvCxnSpPr>
            <p:nvPr/>
          </p:nvCxnSpPr>
          <p:spPr>
            <a:xfrm>
              <a:off x="4459225" y="3265928"/>
              <a:ext cx="1075874" cy="4251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533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40" grpId="0"/>
      <p:bldP spid="41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Joint Space Trajectory Planning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The trajectory from A to B as a function of time could be described by a number of functions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FDE425A-705B-4A1D-9337-BB424B4A46A9}"/>
              </a:ext>
            </a:extLst>
          </p:cNvPr>
          <p:cNvSpPr txBox="1"/>
          <p:nvPr/>
        </p:nvSpPr>
        <p:spPr>
          <a:xfrm>
            <a:off x="526148" y="5117000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We can use the start and end constraints to construct a function for this</a:t>
            </a:r>
            <a:r>
              <a:rPr lang="en-GB" sz="2000" dirty="0">
                <a:latin typeface="+mn-lt"/>
                <a:cs typeface="Times New Roman"/>
              </a:rPr>
              <a:t>	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21510" name="Group 21509">
            <a:extLst>
              <a:ext uri="{FF2B5EF4-FFF2-40B4-BE49-F238E27FC236}">
                <a16:creationId xmlns:a16="http://schemas.microsoft.com/office/drawing/2014/main" id="{140F842D-021A-47C8-A6B4-8293BB442145}"/>
              </a:ext>
            </a:extLst>
          </p:cNvPr>
          <p:cNvGrpSpPr/>
          <p:nvPr/>
        </p:nvGrpSpPr>
        <p:grpSpPr>
          <a:xfrm>
            <a:off x="846328" y="376696"/>
            <a:ext cx="8078470" cy="4544985"/>
            <a:chOff x="846328" y="376696"/>
            <a:chExt cx="8078470" cy="4544985"/>
          </a:xfrm>
        </p:grpSpPr>
        <p:sp>
          <p:nvSpPr>
            <p:cNvPr id="25" name="object 3">
              <a:extLst>
                <a:ext uri="{FF2B5EF4-FFF2-40B4-BE49-F238E27FC236}">
                  <a16:creationId xmlns:a16="http://schemas.microsoft.com/office/drawing/2014/main" id="{A4AEB339-FDDB-44FF-815C-2194B737030C}"/>
                </a:ext>
              </a:extLst>
            </p:cNvPr>
            <p:cNvSpPr/>
            <p:nvPr/>
          </p:nvSpPr>
          <p:spPr>
            <a:xfrm>
              <a:off x="1814069" y="17902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26" name="object 4">
              <a:extLst>
                <a:ext uri="{FF2B5EF4-FFF2-40B4-BE49-F238E27FC236}">
                  <a16:creationId xmlns:a16="http://schemas.microsoft.com/office/drawing/2014/main" id="{E9BA9CFA-CC30-4F7E-8332-20EF886A3127}"/>
                </a:ext>
              </a:extLst>
            </p:cNvPr>
            <p:cNvSpPr/>
            <p:nvPr/>
          </p:nvSpPr>
          <p:spPr>
            <a:xfrm>
              <a:off x="1852169" y="1851165"/>
              <a:ext cx="0" cy="2301240"/>
            </a:xfrm>
            <a:custGeom>
              <a:avLst/>
              <a:gdLst/>
              <a:ahLst/>
              <a:cxnLst/>
              <a:rect l="l" t="t" r="r" b="b"/>
              <a:pathLst>
                <a:path h="2301240">
                  <a:moveTo>
                    <a:pt x="0" y="0"/>
                  </a:moveTo>
                  <a:lnTo>
                    <a:pt x="0" y="2301240"/>
                  </a:lnTo>
                </a:path>
              </a:pathLst>
            </a:custGeom>
            <a:ln w="10160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29" name="object 5">
              <a:extLst>
                <a:ext uri="{FF2B5EF4-FFF2-40B4-BE49-F238E27FC236}">
                  <a16:creationId xmlns:a16="http://schemas.microsoft.com/office/drawing/2014/main" id="{8E569305-7391-4D70-AD27-BA5A53827A2F}"/>
                </a:ext>
              </a:extLst>
            </p:cNvPr>
            <p:cNvSpPr/>
            <p:nvPr/>
          </p:nvSpPr>
          <p:spPr>
            <a:xfrm>
              <a:off x="6728969" y="411430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31" name="object 6">
              <a:extLst>
                <a:ext uri="{FF2B5EF4-FFF2-40B4-BE49-F238E27FC236}">
                  <a16:creationId xmlns:a16="http://schemas.microsoft.com/office/drawing/2014/main" id="{FE13BE06-DA7C-4697-B69C-2B5BB2ABD983}"/>
                </a:ext>
              </a:extLst>
            </p:cNvPr>
            <p:cNvSpPr/>
            <p:nvPr/>
          </p:nvSpPr>
          <p:spPr>
            <a:xfrm>
              <a:off x="1852169" y="4152406"/>
              <a:ext cx="4892040" cy="0"/>
            </a:xfrm>
            <a:custGeom>
              <a:avLst/>
              <a:gdLst/>
              <a:ahLst/>
              <a:cxnLst/>
              <a:rect l="l" t="t" r="r" b="b"/>
              <a:pathLst>
                <a:path w="4892040">
                  <a:moveTo>
                    <a:pt x="0" y="0"/>
                  </a:moveTo>
                  <a:lnTo>
                    <a:pt x="4892040" y="0"/>
                  </a:lnTo>
                </a:path>
              </a:pathLst>
            </a:custGeom>
            <a:ln w="10160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32" name="object 7">
              <a:extLst>
                <a:ext uri="{FF2B5EF4-FFF2-40B4-BE49-F238E27FC236}">
                  <a16:creationId xmlns:a16="http://schemas.microsoft.com/office/drawing/2014/main" id="{90DC5A0F-2D8C-4FCB-910E-EC9C6A19FD50}"/>
                </a:ext>
              </a:extLst>
            </p:cNvPr>
            <p:cNvSpPr/>
            <p:nvPr/>
          </p:nvSpPr>
          <p:spPr>
            <a:xfrm>
              <a:off x="1852169" y="2552206"/>
              <a:ext cx="4876800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ln w="10160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33" name="object 8">
              <a:extLst>
                <a:ext uri="{FF2B5EF4-FFF2-40B4-BE49-F238E27FC236}">
                  <a16:creationId xmlns:a16="http://schemas.microsoft.com/office/drawing/2014/main" id="{3D684FEE-AD52-4412-8E2B-52AC97CF837D}"/>
                </a:ext>
              </a:extLst>
            </p:cNvPr>
            <p:cNvSpPr/>
            <p:nvPr/>
          </p:nvSpPr>
          <p:spPr>
            <a:xfrm>
              <a:off x="1852169" y="1774556"/>
              <a:ext cx="4572000" cy="2378075"/>
            </a:xfrm>
            <a:custGeom>
              <a:avLst/>
              <a:gdLst/>
              <a:ahLst/>
              <a:cxnLst/>
              <a:rect l="l" t="t" r="r" b="b"/>
              <a:pathLst>
                <a:path w="4572000" h="2378075">
                  <a:moveTo>
                    <a:pt x="0" y="2377849"/>
                  </a:moveTo>
                  <a:lnTo>
                    <a:pt x="32083" y="2326050"/>
                  </a:lnTo>
                  <a:lnTo>
                    <a:pt x="64161" y="2274272"/>
                  </a:lnTo>
                  <a:lnTo>
                    <a:pt x="96230" y="2222538"/>
                  </a:lnTo>
                  <a:lnTo>
                    <a:pt x="128284" y="2170868"/>
                  </a:lnTo>
                  <a:lnTo>
                    <a:pt x="160318" y="2119285"/>
                  </a:lnTo>
                  <a:lnTo>
                    <a:pt x="192327" y="2067810"/>
                  </a:lnTo>
                  <a:lnTo>
                    <a:pt x="224307" y="2016465"/>
                  </a:lnTo>
                  <a:lnTo>
                    <a:pt x="256252" y="1965271"/>
                  </a:lnTo>
                  <a:lnTo>
                    <a:pt x="288157" y="1914249"/>
                  </a:lnTo>
                  <a:lnTo>
                    <a:pt x="320019" y="1863423"/>
                  </a:lnTo>
                  <a:lnTo>
                    <a:pt x="351831" y="1812812"/>
                  </a:lnTo>
                  <a:lnTo>
                    <a:pt x="383588" y="1762438"/>
                  </a:lnTo>
                  <a:lnTo>
                    <a:pt x="415286" y="1712324"/>
                  </a:lnTo>
                  <a:lnTo>
                    <a:pt x="446920" y="1662491"/>
                  </a:lnTo>
                  <a:lnTo>
                    <a:pt x="478485" y="1612960"/>
                  </a:lnTo>
                  <a:lnTo>
                    <a:pt x="509976" y="1563753"/>
                  </a:lnTo>
                  <a:lnTo>
                    <a:pt x="541388" y="1514892"/>
                  </a:lnTo>
                  <a:lnTo>
                    <a:pt x="572716" y="1466398"/>
                  </a:lnTo>
                  <a:lnTo>
                    <a:pt x="603955" y="1418293"/>
                  </a:lnTo>
                  <a:lnTo>
                    <a:pt x="635100" y="1370598"/>
                  </a:lnTo>
                  <a:lnTo>
                    <a:pt x="666147" y="1323336"/>
                  </a:lnTo>
                  <a:lnTo>
                    <a:pt x="697090" y="1276527"/>
                  </a:lnTo>
                  <a:lnTo>
                    <a:pt x="727924" y="1230193"/>
                  </a:lnTo>
                  <a:lnTo>
                    <a:pt x="758644" y="1184356"/>
                  </a:lnTo>
                  <a:lnTo>
                    <a:pt x="789247" y="1139037"/>
                  </a:lnTo>
                  <a:lnTo>
                    <a:pt x="819725" y="1094259"/>
                  </a:lnTo>
                  <a:lnTo>
                    <a:pt x="850076" y="1050042"/>
                  </a:lnTo>
                  <a:lnTo>
                    <a:pt x="880293" y="1006409"/>
                  </a:lnTo>
                  <a:lnTo>
                    <a:pt x="910371" y="963380"/>
                  </a:lnTo>
                  <a:lnTo>
                    <a:pt x="940307" y="920978"/>
                  </a:lnTo>
                  <a:lnTo>
                    <a:pt x="970094" y="879223"/>
                  </a:lnTo>
                  <a:lnTo>
                    <a:pt x="999729" y="838139"/>
                  </a:lnTo>
                  <a:lnTo>
                    <a:pt x="1029205" y="797746"/>
                  </a:lnTo>
                  <a:lnTo>
                    <a:pt x="1058518" y="758065"/>
                  </a:lnTo>
                  <a:lnTo>
                    <a:pt x="1087664" y="719119"/>
                  </a:lnTo>
                  <a:lnTo>
                    <a:pt x="1116637" y="680929"/>
                  </a:lnTo>
                  <a:lnTo>
                    <a:pt x="1145432" y="643517"/>
                  </a:lnTo>
                  <a:lnTo>
                    <a:pt x="1174044" y="606904"/>
                  </a:lnTo>
                  <a:lnTo>
                    <a:pt x="1202469" y="571112"/>
                  </a:lnTo>
                  <a:lnTo>
                    <a:pt x="1230701" y="536162"/>
                  </a:lnTo>
                  <a:lnTo>
                    <a:pt x="1258735" y="502077"/>
                  </a:lnTo>
                  <a:lnTo>
                    <a:pt x="1286567" y="468877"/>
                  </a:lnTo>
                  <a:lnTo>
                    <a:pt x="1314192" y="436584"/>
                  </a:lnTo>
                  <a:lnTo>
                    <a:pt x="1341605" y="405221"/>
                  </a:lnTo>
                  <a:lnTo>
                    <a:pt x="1368800" y="374807"/>
                  </a:lnTo>
                  <a:lnTo>
                    <a:pt x="1395773" y="345366"/>
                  </a:lnTo>
                  <a:lnTo>
                    <a:pt x="1422519" y="316919"/>
                  </a:lnTo>
                  <a:lnTo>
                    <a:pt x="1449033" y="289486"/>
                  </a:lnTo>
                  <a:lnTo>
                    <a:pt x="1501344" y="237754"/>
                  </a:lnTo>
                  <a:lnTo>
                    <a:pt x="1552669" y="190342"/>
                  </a:lnTo>
                  <a:lnTo>
                    <a:pt x="1602966" y="147424"/>
                  </a:lnTo>
                  <a:lnTo>
                    <a:pt x="1652196" y="109171"/>
                  </a:lnTo>
                  <a:lnTo>
                    <a:pt x="1718532" y="64719"/>
                  </a:lnTo>
                  <a:lnTo>
                    <a:pt x="1759260" y="42689"/>
                  </a:lnTo>
                  <a:lnTo>
                    <a:pt x="1798666" y="25500"/>
                  </a:lnTo>
                  <a:lnTo>
                    <a:pt x="1836836" y="12895"/>
                  </a:lnTo>
                  <a:lnTo>
                    <a:pt x="1909799" y="403"/>
                  </a:lnTo>
                  <a:lnTo>
                    <a:pt x="1944760" y="0"/>
                  </a:lnTo>
                  <a:lnTo>
                    <a:pt x="1978818" y="3147"/>
                  </a:lnTo>
                  <a:lnTo>
                    <a:pt x="2044563" y="19062"/>
                  </a:lnTo>
                  <a:lnTo>
                    <a:pt x="2107703" y="46084"/>
                  </a:lnTo>
                  <a:lnTo>
                    <a:pt x="2168909" y="82147"/>
                  </a:lnTo>
                  <a:lnTo>
                    <a:pt x="2228850" y="125186"/>
                  </a:lnTo>
                  <a:lnTo>
                    <a:pt x="2288195" y="173137"/>
                  </a:lnTo>
                  <a:lnTo>
                    <a:pt x="2317853" y="198308"/>
                  </a:lnTo>
                  <a:lnTo>
                    <a:pt x="2347614" y="223934"/>
                  </a:lnTo>
                  <a:lnTo>
                    <a:pt x="2377561" y="249754"/>
                  </a:lnTo>
                  <a:lnTo>
                    <a:pt x="2407778" y="275512"/>
                  </a:lnTo>
                  <a:lnTo>
                    <a:pt x="2438348" y="300949"/>
                  </a:lnTo>
                  <a:lnTo>
                    <a:pt x="2469356" y="325806"/>
                  </a:lnTo>
                  <a:lnTo>
                    <a:pt x="2500884" y="349827"/>
                  </a:lnTo>
                  <a:lnTo>
                    <a:pt x="2533017" y="372752"/>
                  </a:lnTo>
                  <a:lnTo>
                    <a:pt x="2565838" y="394324"/>
                  </a:lnTo>
                  <a:lnTo>
                    <a:pt x="2599432" y="414285"/>
                  </a:lnTo>
                  <a:lnTo>
                    <a:pt x="2633881" y="432375"/>
                  </a:lnTo>
                  <a:lnTo>
                    <a:pt x="2669269" y="448338"/>
                  </a:lnTo>
                  <a:lnTo>
                    <a:pt x="2705681" y="461915"/>
                  </a:lnTo>
                  <a:lnTo>
                    <a:pt x="2743200" y="472849"/>
                  </a:lnTo>
                  <a:lnTo>
                    <a:pt x="2789369" y="484033"/>
                  </a:lnTo>
                  <a:lnTo>
                    <a:pt x="2837444" y="495008"/>
                  </a:lnTo>
                  <a:lnTo>
                    <a:pt x="2887237" y="505774"/>
                  </a:lnTo>
                  <a:lnTo>
                    <a:pt x="2938564" y="516332"/>
                  </a:lnTo>
                  <a:lnTo>
                    <a:pt x="2991238" y="526680"/>
                  </a:lnTo>
                  <a:lnTo>
                    <a:pt x="3045073" y="536819"/>
                  </a:lnTo>
                  <a:lnTo>
                    <a:pt x="3099883" y="546749"/>
                  </a:lnTo>
                  <a:lnTo>
                    <a:pt x="3155484" y="556470"/>
                  </a:lnTo>
                  <a:lnTo>
                    <a:pt x="3211688" y="565982"/>
                  </a:lnTo>
                  <a:lnTo>
                    <a:pt x="3268311" y="575285"/>
                  </a:lnTo>
                  <a:lnTo>
                    <a:pt x="3325166" y="584379"/>
                  </a:lnTo>
                  <a:lnTo>
                    <a:pt x="3382067" y="593263"/>
                  </a:lnTo>
                  <a:lnTo>
                    <a:pt x="3438829" y="601939"/>
                  </a:lnTo>
                  <a:lnTo>
                    <a:pt x="3495266" y="610406"/>
                  </a:lnTo>
                  <a:lnTo>
                    <a:pt x="3551191" y="618663"/>
                  </a:lnTo>
                  <a:lnTo>
                    <a:pt x="3606420" y="626712"/>
                  </a:lnTo>
                  <a:lnTo>
                    <a:pt x="3660766" y="634551"/>
                  </a:lnTo>
                  <a:lnTo>
                    <a:pt x="3714044" y="642182"/>
                  </a:lnTo>
                  <a:lnTo>
                    <a:pt x="3766067" y="649603"/>
                  </a:lnTo>
                  <a:lnTo>
                    <a:pt x="3816650" y="656816"/>
                  </a:lnTo>
                  <a:lnTo>
                    <a:pt x="3865608" y="663819"/>
                  </a:lnTo>
                  <a:lnTo>
                    <a:pt x="3912753" y="670613"/>
                  </a:lnTo>
                  <a:lnTo>
                    <a:pt x="3957901" y="677198"/>
                  </a:lnTo>
                  <a:lnTo>
                    <a:pt x="4000865" y="683574"/>
                  </a:lnTo>
                  <a:lnTo>
                    <a:pt x="4041460" y="689742"/>
                  </a:lnTo>
                  <a:lnTo>
                    <a:pt x="4079500" y="695700"/>
                  </a:lnTo>
                  <a:lnTo>
                    <a:pt x="4208246" y="717023"/>
                  </a:lnTo>
                  <a:lnTo>
                    <a:pt x="4286641" y="730089"/>
                  </a:lnTo>
                  <a:lnTo>
                    <a:pt x="4351866" y="740960"/>
                  </a:lnTo>
                  <a:lnTo>
                    <a:pt x="4405802" y="749949"/>
                  </a:lnTo>
                  <a:lnTo>
                    <a:pt x="4450330" y="757370"/>
                  </a:lnTo>
                  <a:lnTo>
                    <a:pt x="4487333" y="763537"/>
                  </a:lnTo>
                  <a:lnTo>
                    <a:pt x="4518691" y="768764"/>
                  </a:lnTo>
                  <a:lnTo>
                    <a:pt x="4546286" y="773363"/>
                  </a:lnTo>
                  <a:lnTo>
                    <a:pt x="4572000" y="777649"/>
                  </a:lnTo>
                </a:path>
              </a:pathLst>
            </a:custGeom>
            <a:ln w="9344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BA2B6F26-AEB0-4060-9122-AF40B9348F4D}"/>
                </a:ext>
              </a:extLst>
            </p:cNvPr>
            <p:cNvSpPr/>
            <p:nvPr/>
          </p:nvSpPr>
          <p:spPr>
            <a:xfrm>
              <a:off x="1852169" y="2552206"/>
              <a:ext cx="4495800" cy="1600200"/>
            </a:xfrm>
            <a:custGeom>
              <a:avLst/>
              <a:gdLst/>
              <a:ahLst/>
              <a:cxnLst/>
              <a:rect l="l" t="t" r="r" b="b"/>
              <a:pathLst>
                <a:path w="4495800" h="1600200">
                  <a:moveTo>
                    <a:pt x="0" y="1600200"/>
                  </a:moveTo>
                  <a:lnTo>
                    <a:pt x="56523" y="1593641"/>
                  </a:lnTo>
                  <a:lnTo>
                    <a:pt x="113036" y="1587078"/>
                  </a:lnTo>
                  <a:lnTo>
                    <a:pt x="169528" y="1580509"/>
                  </a:lnTo>
                  <a:lnTo>
                    <a:pt x="225988" y="1573929"/>
                  </a:lnTo>
                  <a:lnTo>
                    <a:pt x="282406" y="1567335"/>
                  </a:lnTo>
                  <a:lnTo>
                    <a:pt x="338771" y="1560723"/>
                  </a:lnTo>
                  <a:lnTo>
                    <a:pt x="395073" y="1554091"/>
                  </a:lnTo>
                  <a:lnTo>
                    <a:pt x="451300" y="1547433"/>
                  </a:lnTo>
                  <a:lnTo>
                    <a:pt x="507443" y="1540747"/>
                  </a:lnTo>
                  <a:lnTo>
                    <a:pt x="563491" y="1534030"/>
                  </a:lnTo>
                  <a:lnTo>
                    <a:pt x="619433" y="1527277"/>
                  </a:lnTo>
                  <a:lnTo>
                    <a:pt x="675259" y="1520486"/>
                  </a:lnTo>
                  <a:lnTo>
                    <a:pt x="730958" y="1513652"/>
                  </a:lnTo>
                  <a:lnTo>
                    <a:pt x="786519" y="1506773"/>
                  </a:lnTo>
                  <a:lnTo>
                    <a:pt x="841932" y="1499844"/>
                  </a:lnTo>
                  <a:lnTo>
                    <a:pt x="897187" y="1492862"/>
                  </a:lnTo>
                  <a:lnTo>
                    <a:pt x="952272" y="1485824"/>
                  </a:lnTo>
                  <a:lnTo>
                    <a:pt x="1007178" y="1478726"/>
                  </a:lnTo>
                  <a:lnTo>
                    <a:pt x="1061893" y="1471564"/>
                  </a:lnTo>
                  <a:lnTo>
                    <a:pt x="1116408" y="1464336"/>
                  </a:lnTo>
                  <a:lnTo>
                    <a:pt x="1170711" y="1457037"/>
                  </a:lnTo>
                  <a:lnTo>
                    <a:pt x="1224792" y="1449664"/>
                  </a:lnTo>
                  <a:lnTo>
                    <a:pt x="1278640" y="1442213"/>
                  </a:lnTo>
                  <a:lnTo>
                    <a:pt x="1332245" y="1434681"/>
                  </a:lnTo>
                  <a:lnTo>
                    <a:pt x="1385596" y="1427065"/>
                  </a:lnTo>
                  <a:lnTo>
                    <a:pt x="1438683" y="1419361"/>
                  </a:lnTo>
                  <a:lnTo>
                    <a:pt x="1491495" y="1411565"/>
                  </a:lnTo>
                  <a:lnTo>
                    <a:pt x="1544021" y="1403673"/>
                  </a:lnTo>
                  <a:lnTo>
                    <a:pt x="1596251" y="1395683"/>
                  </a:lnTo>
                  <a:lnTo>
                    <a:pt x="1648175" y="1387591"/>
                  </a:lnTo>
                  <a:lnTo>
                    <a:pt x="1699781" y="1379393"/>
                  </a:lnTo>
                  <a:lnTo>
                    <a:pt x="1751060" y="1371086"/>
                  </a:lnTo>
                  <a:lnTo>
                    <a:pt x="1802000" y="1362666"/>
                  </a:lnTo>
                  <a:lnTo>
                    <a:pt x="1852591" y="1354130"/>
                  </a:lnTo>
                  <a:lnTo>
                    <a:pt x="1902822" y="1345474"/>
                  </a:lnTo>
                  <a:lnTo>
                    <a:pt x="1952684" y="1336694"/>
                  </a:lnTo>
                  <a:lnTo>
                    <a:pt x="2002165" y="1327788"/>
                  </a:lnTo>
                  <a:lnTo>
                    <a:pt x="2051254" y="1318751"/>
                  </a:lnTo>
                  <a:lnTo>
                    <a:pt x="2099942" y="1309580"/>
                  </a:lnTo>
                  <a:lnTo>
                    <a:pt x="2148217" y="1300272"/>
                  </a:lnTo>
                  <a:lnTo>
                    <a:pt x="2196069" y="1290823"/>
                  </a:lnTo>
                  <a:lnTo>
                    <a:pt x="2243488" y="1281229"/>
                  </a:lnTo>
                  <a:lnTo>
                    <a:pt x="2290462" y="1271487"/>
                  </a:lnTo>
                  <a:lnTo>
                    <a:pt x="2336982" y="1261594"/>
                  </a:lnTo>
                  <a:lnTo>
                    <a:pt x="2383037" y="1251545"/>
                  </a:lnTo>
                  <a:lnTo>
                    <a:pt x="2428615" y="1241338"/>
                  </a:lnTo>
                  <a:lnTo>
                    <a:pt x="2473708" y="1230969"/>
                  </a:lnTo>
                  <a:lnTo>
                    <a:pt x="2518303" y="1220434"/>
                  </a:lnTo>
                  <a:lnTo>
                    <a:pt x="2562390" y="1209730"/>
                  </a:lnTo>
                  <a:lnTo>
                    <a:pt x="2605960" y="1198853"/>
                  </a:lnTo>
                  <a:lnTo>
                    <a:pt x="2649000" y="1187800"/>
                  </a:lnTo>
                  <a:lnTo>
                    <a:pt x="2691502" y="1176567"/>
                  </a:lnTo>
                  <a:lnTo>
                    <a:pt x="2733453" y="1165151"/>
                  </a:lnTo>
                  <a:lnTo>
                    <a:pt x="2774844" y="1153548"/>
                  </a:lnTo>
                  <a:lnTo>
                    <a:pt x="2815664" y="1141754"/>
                  </a:lnTo>
                  <a:lnTo>
                    <a:pt x="2855902" y="1129767"/>
                  </a:lnTo>
                  <a:lnTo>
                    <a:pt x="2895548" y="1117582"/>
                  </a:lnTo>
                  <a:lnTo>
                    <a:pt x="2934592" y="1105197"/>
                  </a:lnTo>
                  <a:lnTo>
                    <a:pt x="2973022" y="1092607"/>
                  </a:lnTo>
                  <a:lnTo>
                    <a:pt x="3010828" y="1079809"/>
                  </a:lnTo>
                  <a:lnTo>
                    <a:pt x="3048000" y="1066800"/>
                  </a:lnTo>
                  <a:lnTo>
                    <a:pt x="3108115" y="1044412"/>
                  </a:lnTo>
                  <a:lnTo>
                    <a:pt x="3166959" y="1020560"/>
                  </a:lnTo>
                  <a:lnTo>
                    <a:pt x="3224541" y="995340"/>
                  </a:lnTo>
                  <a:lnTo>
                    <a:pt x="3280870" y="968845"/>
                  </a:lnTo>
                  <a:lnTo>
                    <a:pt x="3335955" y="941171"/>
                  </a:lnTo>
                  <a:lnTo>
                    <a:pt x="3389805" y="912412"/>
                  </a:lnTo>
                  <a:lnTo>
                    <a:pt x="3442429" y="882664"/>
                  </a:lnTo>
                  <a:lnTo>
                    <a:pt x="3493836" y="852020"/>
                  </a:lnTo>
                  <a:lnTo>
                    <a:pt x="3544034" y="820576"/>
                  </a:lnTo>
                  <a:lnTo>
                    <a:pt x="3593034" y="788426"/>
                  </a:lnTo>
                  <a:lnTo>
                    <a:pt x="3640844" y="755666"/>
                  </a:lnTo>
                  <a:lnTo>
                    <a:pt x="3687473" y="722390"/>
                  </a:lnTo>
                  <a:lnTo>
                    <a:pt x="3732930" y="688692"/>
                  </a:lnTo>
                  <a:lnTo>
                    <a:pt x="3777224" y="654668"/>
                  </a:lnTo>
                  <a:lnTo>
                    <a:pt x="3820364" y="620413"/>
                  </a:lnTo>
                  <a:lnTo>
                    <a:pt x="3862360" y="586020"/>
                  </a:lnTo>
                  <a:lnTo>
                    <a:pt x="3903220" y="551586"/>
                  </a:lnTo>
                  <a:lnTo>
                    <a:pt x="3942953" y="517204"/>
                  </a:lnTo>
                  <a:lnTo>
                    <a:pt x="3981568" y="482969"/>
                  </a:lnTo>
                  <a:lnTo>
                    <a:pt x="4019075" y="448977"/>
                  </a:lnTo>
                  <a:lnTo>
                    <a:pt x="4055481" y="415321"/>
                  </a:lnTo>
                  <a:lnTo>
                    <a:pt x="4090798" y="382098"/>
                  </a:lnTo>
                  <a:lnTo>
                    <a:pt x="4125032" y="349401"/>
                  </a:lnTo>
                  <a:lnTo>
                    <a:pt x="4158194" y="317325"/>
                  </a:lnTo>
                  <a:lnTo>
                    <a:pt x="4190292" y="285965"/>
                  </a:lnTo>
                  <a:lnTo>
                    <a:pt x="4221336" y="255416"/>
                  </a:lnTo>
                  <a:lnTo>
                    <a:pt x="4251335" y="225773"/>
                  </a:lnTo>
                  <a:lnTo>
                    <a:pt x="4280296" y="197130"/>
                  </a:lnTo>
                  <a:lnTo>
                    <a:pt x="4308231" y="169582"/>
                  </a:lnTo>
                  <a:lnTo>
                    <a:pt x="4361053" y="118151"/>
                  </a:lnTo>
                  <a:lnTo>
                    <a:pt x="4409874" y="72239"/>
                  </a:lnTo>
                  <a:lnTo>
                    <a:pt x="4454765" y="32602"/>
                  </a:lnTo>
                  <a:lnTo>
                    <a:pt x="4475760" y="15374"/>
                  </a:lnTo>
                  <a:lnTo>
                    <a:pt x="4495800" y="0"/>
                  </a:lnTo>
                </a:path>
              </a:pathLst>
            </a:custGeom>
            <a:ln w="9344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36" name="object 10">
              <a:extLst>
                <a:ext uri="{FF2B5EF4-FFF2-40B4-BE49-F238E27FC236}">
                  <a16:creationId xmlns:a16="http://schemas.microsoft.com/office/drawing/2014/main" id="{E2FEEE8D-B62A-4314-88BA-B5DB5A46C1EE}"/>
                </a:ext>
              </a:extLst>
            </p:cNvPr>
            <p:cNvSpPr txBox="1"/>
            <p:nvPr/>
          </p:nvSpPr>
          <p:spPr>
            <a:xfrm>
              <a:off x="6728969" y="4339096"/>
              <a:ext cx="56959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ti</a:t>
              </a:r>
              <a:r>
                <a:rPr sz="2400" spc="5" dirty="0">
                  <a:latin typeface="Times New Roman"/>
                  <a:ea typeface="+mn-ea"/>
                  <a:cs typeface="Times New Roman"/>
                </a:rPr>
                <a:t>m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e</a:t>
              </a:r>
              <a:endParaRPr sz="2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37" name="object 11">
              <a:extLst>
                <a:ext uri="{FF2B5EF4-FFF2-40B4-BE49-F238E27FC236}">
                  <a16:creationId xmlns:a16="http://schemas.microsoft.com/office/drawing/2014/main" id="{97160EAF-5ACE-42E9-9AD1-C0DE13E48E90}"/>
                </a:ext>
              </a:extLst>
            </p:cNvPr>
            <p:cNvSpPr/>
            <p:nvPr/>
          </p:nvSpPr>
          <p:spPr>
            <a:xfrm>
              <a:off x="1852169" y="2552206"/>
              <a:ext cx="4495800" cy="1600200"/>
            </a:xfrm>
            <a:custGeom>
              <a:avLst/>
              <a:gdLst/>
              <a:ahLst/>
              <a:cxnLst/>
              <a:rect l="l" t="t" r="r" b="b"/>
              <a:pathLst>
                <a:path w="4495800" h="1600200">
                  <a:moveTo>
                    <a:pt x="0" y="1600200"/>
                  </a:moveTo>
                  <a:lnTo>
                    <a:pt x="41802" y="1565279"/>
                  </a:lnTo>
                  <a:lnTo>
                    <a:pt x="83598" y="1530382"/>
                  </a:lnTo>
                  <a:lnTo>
                    <a:pt x="125379" y="1495535"/>
                  </a:lnTo>
                  <a:lnTo>
                    <a:pt x="167138" y="1460761"/>
                  </a:lnTo>
                  <a:lnTo>
                    <a:pt x="208867" y="1426085"/>
                  </a:lnTo>
                  <a:lnTo>
                    <a:pt x="250560" y="1391531"/>
                  </a:lnTo>
                  <a:lnTo>
                    <a:pt x="292209" y="1357125"/>
                  </a:lnTo>
                  <a:lnTo>
                    <a:pt x="333806" y="1322890"/>
                  </a:lnTo>
                  <a:lnTo>
                    <a:pt x="375344" y="1288851"/>
                  </a:lnTo>
                  <a:lnTo>
                    <a:pt x="416816" y="1255033"/>
                  </a:lnTo>
                  <a:lnTo>
                    <a:pt x="458215" y="1221459"/>
                  </a:lnTo>
                  <a:lnTo>
                    <a:pt x="499533" y="1188155"/>
                  </a:lnTo>
                  <a:lnTo>
                    <a:pt x="540763" y="1155145"/>
                  </a:lnTo>
                  <a:lnTo>
                    <a:pt x="581897" y="1122453"/>
                  </a:lnTo>
                  <a:lnTo>
                    <a:pt x="622928" y="1090105"/>
                  </a:lnTo>
                  <a:lnTo>
                    <a:pt x="663849" y="1058124"/>
                  </a:lnTo>
                  <a:lnTo>
                    <a:pt x="704652" y="1026535"/>
                  </a:lnTo>
                  <a:lnTo>
                    <a:pt x="745331" y="995362"/>
                  </a:lnTo>
                  <a:lnTo>
                    <a:pt x="785877" y="964630"/>
                  </a:lnTo>
                  <a:lnTo>
                    <a:pt x="826283" y="934364"/>
                  </a:lnTo>
                  <a:lnTo>
                    <a:pt x="866543" y="904588"/>
                  </a:lnTo>
                  <a:lnTo>
                    <a:pt x="906648" y="875326"/>
                  </a:lnTo>
                  <a:lnTo>
                    <a:pt x="946592" y="846603"/>
                  </a:lnTo>
                  <a:lnTo>
                    <a:pt x="986366" y="818444"/>
                  </a:lnTo>
                  <a:lnTo>
                    <a:pt x="1025964" y="790873"/>
                  </a:lnTo>
                  <a:lnTo>
                    <a:pt x="1065379" y="763914"/>
                  </a:lnTo>
                  <a:lnTo>
                    <a:pt x="1104602" y="737592"/>
                  </a:lnTo>
                  <a:lnTo>
                    <a:pt x="1143627" y="711931"/>
                  </a:lnTo>
                  <a:lnTo>
                    <a:pt x="1182446" y="686957"/>
                  </a:lnTo>
                  <a:lnTo>
                    <a:pt x="1221052" y="662693"/>
                  </a:lnTo>
                  <a:lnTo>
                    <a:pt x="1259437" y="639163"/>
                  </a:lnTo>
                  <a:lnTo>
                    <a:pt x="1297595" y="616394"/>
                  </a:lnTo>
                  <a:lnTo>
                    <a:pt x="1335517" y="594408"/>
                  </a:lnTo>
                  <a:lnTo>
                    <a:pt x="1373197" y="573231"/>
                  </a:lnTo>
                  <a:lnTo>
                    <a:pt x="1410627" y="552886"/>
                  </a:lnTo>
                  <a:lnTo>
                    <a:pt x="1447800" y="533400"/>
                  </a:lnTo>
                  <a:lnTo>
                    <a:pt x="1500313" y="507104"/>
                  </a:lnTo>
                  <a:lnTo>
                    <a:pt x="1551280" y="482993"/>
                  </a:lnTo>
                  <a:lnTo>
                    <a:pt x="1600863" y="460935"/>
                  </a:lnTo>
                  <a:lnTo>
                    <a:pt x="1649221" y="440799"/>
                  </a:lnTo>
                  <a:lnTo>
                    <a:pt x="1696516" y="422452"/>
                  </a:lnTo>
                  <a:lnTo>
                    <a:pt x="1742909" y="405764"/>
                  </a:lnTo>
                  <a:lnTo>
                    <a:pt x="1788561" y="390602"/>
                  </a:lnTo>
                  <a:lnTo>
                    <a:pt x="1833632" y="376835"/>
                  </a:lnTo>
                  <a:lnTo>
                    <a:pt x="1878284" y="364331"/>
                  </a:lnTo>
                  <a:lnTo>
                    <a:pt x="1922678" y="352958"/>
                  </a:lnTo>
                  <a:lnTo>
                    <a:pt x="1966974" y="342585"/>
                  </a:lnTo>
                  <a:lnTo>
                    <a:pt x="2011333" y="333080"/>
                  </a:lnTo>
                  <a:lnTo>
                    <a:pt x="2055917" y="324312"/>
                  </a:lnTo>
                  <a:lnTo>
                    <a:pt x="2100886" y="316148"/>
                  </a:lnTo>
                  <a:lnTo>
                    <a:pt x="2146401" y="308457"/>
                  </a:lnTo>
                  <a:lnTo>
                    <a:pt x="2192623" y="301108"/>
                  </a:lnTo>
                  <a:lnTo>
                    <a:pt x="2239714" y="293968"/>
                  </a:lnTo>
                  <a:lnTo>
                    <a:pt x="2287833" y="286907"/>
                  </a:lnTo>
                  <a:lnTo>
                    <a:pt x="2337143" y="279791"/>
                  </a:lnTo>
                  <a:lnTo>
                    <a:pt x="2387803" y="272491"/>
                  </a:lnTo>
                  <a:lnTo>
                    <a:pt x="2439975" y="264873"/>
                  </a:lnTo>
                  <a:lnTo>
                    <a:pt x="2493819" y="256807"/>
                  </a:lnTo>
                  <a:lnTo>
                    <a:pt x="2549498" y="248160"/>
                  </a:lnTo>
                  <a:lnTo>
                    <a:pt x="2607171" y="238802"/>
                  </a:lnTo>
                  <a:lnTo>
                    <a:pt x="2667000" y="228600"/>
                  </a:lnTo>
                  <a:lnTo>
                    <a:pt x="2710483" y="221163"/>
                  </a:lnTo>
                  <a:lnTo>
                    <a:pt x="2756161" y="213678"/>
                  </a:lnTo>
                  <a:lnTo>
                    <a:pt x="2803877" y="206154"/>
                  </a:lnTo>
                  <a:lnTo>
                    <a:pt x="2853475" y="198600"/>
                  </a:lnTo>
                  <a:lnTo>
                    <a:pt x="2904798" y="191027"/>
                  </a:lnTo>
                  <a:lnTo>
                    <a:pt x="2957688" y="183444"/>
                  </a:lnTo>
                  <a:lnTo>
                    <a:pt x="3011990" y="175861"/>
                  </a:lnTo>
                  <a:lnTo>
                    <a:pt x="3067546" y="168288"/>
                  </a:lnTo>
                  <a:lnTo>
                    <a:pt x="3124200" y="160734"/>
                  </a:lnTo>
                  <a:lnTo>
                    <a:pt x="3181794" y="153210"/>
                  </a:lnTo>
                  <a:lnTo>
                    <a:pt x="3240172" y="145724"/>
                  </a:lnTo>
                  <a:lnTo>
                    <a:pt x="3299177" y="138288"/>
                  </a:lnTo>
                  <a:lnTo>
                    <a:pt x="3358653" y="130911"/>
                  </a:lnTo>
                  <a:lnTo>
                    <a:pt x="3418442" y="123602"/>
                  </a:lnTo>
                  <a:lnTo>
                    <a:pt x="3478388" y="116372"/>
                  </a:lnTo>
                  <a:lnTo>
                    <a:pt x="3538334" y="109230"/>
                  </a:lnTo>
                  <a:lnTo>
                    <a:pt x="3598124" y="102186"/>
                  </a:lnTo>
                  <a:lnTo>
                    <a:pt x="3657599" y="95249"/>
                  </a:lnTo>
                  <a:lnTo>
                    <a:pt x="3716605" y="88431"/>
                  </a:lnTo>
                  <a:lnTo>
                    <a:pt x="3774983" y="81739"/>
                  </a:lnTo>
                  <a:lnTo>
                    <a:pt x="3832577" y="75185"/>
                  </a:lnTo>
                  <a:lnTo>
                    <a:pt x="3889231" y="68778"/>
                  </a:lnTo>
                  <a:lnTo>
                    <a:pt x="3944787" y="62528"/>
                  </a:lnTo>
                  <a:lnTo>
                    <a:pt x="3999088" y="56444"/>
                  </a:lnTo>
                  <a:lnTo>
                    <a:pt x="4051979" y="50537"/>
                  </a:lnTo>
                  <a:lnTo>
                    <a:pt x="4103302" y="44815"/>
                  </a:lnTo>
                  <a:lnTo>
                    <a:pt x="4152899" y="39290"/>
                  </a:lnTo>
                  <a:lnTo>
                    <a:pt x="4200616" y="33971"/>
                  </a:lnTo>
                  <a:lnTo>
                    <a:pt x="4246294" y="28867"/>
                  </a:lnTo>
                  <a:lnTo>
                    <a:pt x="4289777" y="23988"/>
                  </a:lnTo>
                  <a:lnTo>
                    <a:pt x="4330909" y="19345"/>
                  </a:lnTo>
                  <a:lnTo>
                    <a:pt x="4369531" y="14947"/>
                  </a:lnTo>
                  <a:lnTo>
                    <a:pt x="4438623" y="6924"/>
                  </a:lnTo>
                  <a:lnTo>
                    <a:pt x="4468779" y="3320"/>
                  </a:lnTo>
                  <a:lnTo>
                    <a:pt x="4495800" y="0"/>
                  </a:lnTo>
                </a:path>
              </a:pathLst>
            </a:custGeom>
            <a:ln w="9344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E641F0F0-F5E8-4179-BC12-69F8ECE54085}"/>
                </a:ext>
              </a:extLst>
            </p:cNvPr>
            <p:cNvSpPr/>
            <p:nvPr/>
          </p:nvSpPr>
          <p:spPr>
            <a:xfrm>
              <a:off x="6347969" y="1942606"/>
              <a:ext cx="0" cy="2434590"/>
            </a:xfrm>
            <a:custGeom>
              <a:avLst/>
              <a:gdLst/>
              <a:ahLst/>
              <a:cxnLst/>
              <a:rect l="l" t="t" r="r" b="b"/>
              <a:pathLst>
                <a:path h="2434590">
                  <a:moveTo>
                    <a:pt x="0" y="0"/>
                  </a:moveTo>
                  <a:lnTo>
                    <a:pt x="0" y="2434590"/>
                  </a:lnTo>
                </a:path>
              </a:pathLst>
            </a:custGeom>
            <a:ln w="10159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39" name="object 13">
              <a:extLst>
                <a:ext uri="{FF2B5EF4-FFF2-40B4-BE49-F238E27FC236}">
                  <a16:creationId xmlns:a16="http://schemas.microsoft.com/office/drawing/2014/main" id="{3B34FBE3-FEC5-4CD7-9EA5-22AFFDE32426}"/>
                </a:ext>
              </a:extLst>
            </p:cNvPr>
            <p:cNvSpPr txBox="1"/>
            <p:nvPr/>
          </p:nvSpPr>
          <p:spPr>
            <a:xfrm>
              <a:off x="1778508" y="4490226"/>
              <a:ext cx="17780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0</a:t>
              </a:r>
              <a:endParaRPr sz="2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42" name="object 14">
              <a:extLst>
                <a:ext uri="{FF2B5EF4-FFF2-40B4-BE49-F238E27FC236}">
                  <a16:creationId xmlns:a16="http://schemas.microsoft.com/office/drawing/2014/main" id="{A32BD014-D37D-4DAE-B691-6B091C9F9271}"/>
                </a:ext>
              </a:extLst>
            </p:cNvPr>
            <p:cNvSpPr txBox="1"/>
            <p:nvPr/>
          </p:nvSpPr>
          <p:spPr>
            <a:xfrm>
              <a:off x="6278119" y="4490226"/>
              <a:ext cx="110489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t</a:t>
              </a:r>
              <a:endParaRPr sz="2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43" name="object 15">
              <a:extLst>
                <a:ext uri="{FF2B5EF4-FFF2-40B4-BE49-F238E27FC236}">
                  <a16:creationId xmlns:a16="http://schemas.microsoft.com/office/drawing/2014/main" id="{D022AE96-198D-43B5-8169-DF4CF17C134B}"/>
                </a:ext>
              </a:extLst>
            </p:cNvPr>
            <p:cNvSpPr txBox="1"/>
            <p:nvPr/>
          </p:nvSpPr>
          <p:spPr>
            <a:xfrm>
              <a:off x="6363209" y="4694696"/>
              <a:ext cx="84455" cy="22698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90"/>
                </a:spcBef>
                <a:spcAft>
                  <a:spcPts val="0"/>
                </a:spcAft>
              </a:pPr>
              <a:r>
                <a:rPr sz="1400" spc="-5" dirty="0">
                  <a:latin typeface="Times New Roman"/>
                  <a:ea typeface="+mn-ea"/>
                  <a:cs typeface="Times New Roman"/>
                </a:rPr>
                <a:t>f</a:t>
              </a:r>
              <a:endParaRPr sz="1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44" name="object 16">
              <a:extLst>
                <a:ext uri="{FF2B5EF4-FFF2-40B4-BE49-F238E27FC236}">
                  <a16:creationId xmlns:a16="http://schemas.microsoft.com/office/drawing/2014/main" id="{3564BD35-7CA8-46A0-A41C-933607AACF69}"/>
                </a:ext>
              </a:extLst>
            </p:cNvPr>
            <p:cNvSpPr/>
            <p:nvPr/>
          </p:nvSpPr>
          <p:spPr>
            <a:xfrm>
              <a:off x="1852169" y="2552206"/>
              <a:ext cx="4572000" cy="1600200"/>
            </a:xfrm>
            <a:custGeom>
              <a:avLst/>
              <a:gdLst/>
              <a:ahLst/>
              <a:cxnLst/>
              <a:rect l="l" t="t" r="r" b="b"/>
              <a:pathLst>
                <a:path w="4572000" h="1600200">
                  <a:moveTo>
                    <a:pt x="0" y="1600200"/>
                  </a:moveTo>
                  <a:lnTo>
                    <a:pt x="55817" y="1596211"/>
                  </a:lnTo>
                  <a:lnTo>
                    <a:pt x="111615" y="1592212"/>
                  </a:lnTo>
                  <a:lnTo>
                    <a:pt x="167372" y="1588193"/>
                  </a:lnTo>
                  <a:lnTo>
                    <a:pt x="223069" y="1584143"/>
                  </a:lnTo>
                  <a:lnTo>
                    <a:pt x="278685" y="1580054"/>
                  </a:lnTo>
                  <a:lnTo>
                    <a:pt x="334201" y="1575914"/>
                  </a:lnTo>
                  <a:lnTo>
                    <a:pt x="389595" y="1571714"/>
                  </a:lnTo>
                  <a:lnTo>
                    <a:pt x="444849" y="1567443"/>
                  </a:lnTo>
                  <a:lnTo>
                    <a:pt x="499942" y="1563092"/>
                  </a:lnTo>
                  <a:lnTo>
                    <a:pt x="554854" y="1558650"/>
                  </a:lnTo>
                  <a:lnTo>
                    <a:pt x="609565" y="1554108"/>
                  </a:lnTo>
                  <a:lnTo>
                    <a:pt x="664054" y="1549455"/>
                  </a:lnTo>
                  <a:lnTo>
                    <a:pt x="718302" y="1544681"/>
                  </a:lnTo>
                  <a:lnTo>
                    <a:pt x="772288" y="1539776"/>
                  </a:lnTo>
                  <a:lnTo>
                    <a:pt x="825992" y="1534731"/>
                  </a:lnTo>
                  <a:lnTo>
                    <a:pt x="879395" y="1529534"/>
                  </a:lnTo>
                  <a:lnTo>
                    <a:pt x="932475" y="1524177"/>
                  </a:lnTo>
                  <a:lnTo>
                    <a:pt x="985213" y="1518648"/>
                  </a:lnTo>
                  <a:lnTo>
                    <a:pt x="1037589" y="1512939"/>
                  </a:lnTo>
                  <a:lnTo>
                    <a:pt x="1089583" y="1507038"/>
                  </a:lnTo>
                  <a:lnTo>
                    <a:pt x="1141174" y="1500935"/>
                  </a:lnTo>
                  <a:lnTo>
                    <a:pt x="1192342" y="1494622"/>
                  </a:lnTo>
                  <a:lnTo>
                    <a:pt x="1243068" y="1488087"/>
                  </a:lnTo>
                  <a:lnTo>
                    <a:pt x="1293330" y="1481321"/>
                  </a:lnTo>
                  <a:lnTo>
                    <a:pt x="1343110" y="1474313"/>
                  </a:lnTo>
                  <a:lnTo>
                    <a:pt x="1392386" y="1467053"/>
                  </a:lnTo>
                  <a:lnTo>
                    <a:pt x="1441140" y="1459532"/>
                  </a:lnTo>
                  <a:lnTo>
                    <a:pt x="1489349" y="1451740"/>
                  </a:lnTo>
                  <a:lnTo>
                    <a:pt x="1536995" y="1443665"/>
                  </a:lnTo>
                  <a:lnTo>
                    <a:pt x="1584058" y="1435299"/>
                  </a:lnTo>
                  <a:lnTo>
                    <a:pt x="1630517" y="1426630"/>
                  </a:lnTo>
                  <a:lnTo>
                    <a:pt x="1676352" y="1417650"/>
                  </a:lnTo>
                  <a:lnTo>
                    <a:pt x="1721542" y="1408348"/>
                  </a:lnTo>
                  <a:lnTo>
                    <a:pt x="1766069" y="1398713"/>
                  </a:lnTo>
                  <a:lnTo>
                    <a:pt x="1809911" y="1388737"/>
                  </a:lnTo>
                  <a:lnTo>
                    <a:pt x="1853049" y="1378408"/>
                  </a:lnTo>
                  <a:lnTo>
                    <a:pt x="1895462" y="1367717"/>
                  </a:lnTo>
                  <a:lnTo>
                    <a:pt x="1937131" y="1356654"/>
                  </a:lnTo>
                  <a:lnTo>
                    <a:pt x="1978035" y="1345208"/>
                  </a:lnTo>
                  <a:lnTo>
                    <a:pt x="2018154" y="1333370"/>
                  </a:lnTo>
                  <a:lnTo>
                    <a:pt x="2057468" y="1321129"/>
                  </a:lnTo>
                  <a:lnTo>
                    <a:pt x="2095956" y="1308476"/>
                  </a:lnTo>
                  <a:lnTo>
                    <a:pt x="2133600" y="1295400"/>
                  </a:lnTo>
                  <a:lnTo>
                    <a:pt x="2189741" y="1273993"/>
                  </a:lnTo>
                  <a:lnTo>
                    <a:pt x="2243915" y="1250690"/>
                  </a:lnTo>
                  <a:lnTo>
                    <a:pt x="2296193" y="1225639"/>
                  </a:lnTo>
                  <a:lnTo>
                    <a:pt x="2346648" y="1198983"/>
                  </a:lnTo>
                  <a:lnTo>
                    <a:pt x="2395355" y="1170870"/>
                  </a:lnTo>
                  <a:lnTo>
                    <a:pt x="2442384" y="1141444"/>
                  </a:lnTo>
                  <a:lnTo>
                    <a:pt x="2487810" y="1110853"/>
                  </a:lnTo>
                  <a:lnTo>
                    <a:pt x="2531706" y="1079240"/>
                  </a:lnTo>
                  <a:lnTo>
                    <a:pt x="2574143" y="1046753"/>
                  </a:lnTo>
                  <a:lnTo>
                    <a:pt x="2615195" y="1013537"/>
                  </a:lnTo>
                  <a:lnTo>
                    <a:pt x="2654935" y="979738"/>
                  </a:lnTo>
                  <a:lnTo>
                    <a:pt x="2693436" y="945502"/>
                  </a:lnTo>
                  <a:lnTo>
                    <a:pt x="2730771" y="910973"/>
                  </a:lnTo>
                  <a:lnTo>
                    <a:pt x="2767012" y="876300"/>
                  </a:lnTo>
                  <a:lnTo>
                    <a:pt x="2802233" y="841626"/>
                  </a:lnTo>
                  <a:lnTo>
                    <a:pt x="2836506" y="807097"/>
                  </a:lnTo>
                  <a:lnTo>
                    <a:pt x="2869904" y="772861"/>
                  </a:lnTo>
                  <a:lnTo>
                    <a:pt x="2902500" y="739062"/>
                  </a:lnTo>
                  <a:lnTo>
                    <a:pt x="2934368" y="705846"/>
                  </a:lnTo>
                  <a:lnTo>
                    <a:pt x="2965579" y="673359"/>
                  </a:lnTo>
                  <a:lnTo>
                    <a:pt x="2996207" y="641746"/>
                  </a:lnTo>
                  <a:lnTo>
                    <a:pt x="3026325" y="611155"/>
                  </a:lnTo>
                  <a:lnTo>
                    <a:pt x="3056006" y="581729"/>
                  </a:lnTo>
                  <a:lnTo>
                    <a:pt x="3085322" y="553616"/>
                  </a:lnTo>
                  <a:lnTo>
                    <a:pt x="3114346" y="526960"/>
                  </a:lnTo>
                  <a:lnTo>
                    <a:pt x="3143152" y="501909"/>
                  </a:lnTo>
                  <a:lnTo>
                    <a:pt x="3200400" y="457200"/>
                  </a:lnTo>
                  <a:lnTo>
                    <a:pt x="3262555" y="412639"/>
                  </a:lnTo>
                  <a:lnTo>
                    <a:pt x="3316640" y="373768"/>
                  </a:lnTo>
                  <a:lnTo>
                    <a:pt x="3364110" y="339923"/>
                  </a:lnTo>
                  <a:lnTo>
                    <a:pt x="3406422" y="310444"/>
                  </a:lnTo>
                  <a:lnTo>
                    <a:pt x="3445029" y="284669"/>
                  </a:lnTo>
                  <a:lnTo>
                    <a:pt x="3481387" y="261937"/>
                  </a:lnTo>
                  <a:lnTo>
                    <a:pt x="3516951" y="241586"/>
                  </a:lnTo>
                  <a:lnTo>
                    <a:pt x="3553177" y="222955"/>
                  </a:lnTo>
                  <a:lnTo>
                    <a:pt x="3591520" y="205382"/>
                  </a:lnTo>
                  <a:lnTo>
                    <a:pt x="3633434" y="188206"/>
                  </a:lnTo>
                  <a:lnTo>
                    <a:pt x="3680376" y="170766"/>
                  </a:lnTo>
                  <a:lnTo>
                    <a:pt x="3733800" y="152400"/>
                  </a:lnTo>
                  <a:lnTo>
                    <a:pt x="3774916" y="139340"/>
                  </a:lnTo>
                  <a:lnTo>
                    <a:pt x="3817522" y="127025"/>
                  </a:lnTo>
                  <a:lnTo>
                    <a:pt x="3861523" y="115408"/>
                  </a:lnTo>
                  <a:lnTo>
                    <a:pt x="3906828" y="104443"/>
                  </a:lnTo>
                  <a:lnTo>
                    <a:pt x="3953342" y="94082"/>
                  </a:lnTo>
                  <a:lnTo>
                    <a:pt x="4000973" y="84280"/>
                  </a:lnTo>
                  <a:lnTo>
                    <a:pt x="4049627" y="74990"/>
                  </a:lnTo>
                  <a:lnTo>
                    <a:pt x="4099212" y="66165"/>
                  </a:lnTo>
                  <a:lnTo>
                    <a:pt x="4149635" y="57758"/>
                  </a:lnTo>
                  <a:lnTo>
                    <a:pt x="4200802" y="49724"/>
                  </a:lnTo>
                  <a:lnTo>
                    <a:pt x="4252620" y="42016"/>
                  </a:lnTo>
                  <a:lnTo>
                    <a:pt x="4304997" y="34587"/>
                  </a:lnTo>
                  <a:lnTo>
                    <a:pt x="4357839" y="27390"/>
                  </a:lnTo>
                  <a:lnTo>
                    <a:pt x="4411054" y="20379"/>
                  </a:lnTo>
                  <a:lnTo>
                    <a:pt x="4464547" y="13509"/>
                  </a:lnTo>
                  <a:lnTo>
                    <a:pt x="4518227" y="6731"/>
                  </a:lnTo>
                  <a:lnTo>
                    <a:pt x="4572000" y="0"/>
                  </a:lnTo>
                </a:path>
              </a:pathLst>
            </a:custGeom>
            <a:ln w="28393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45" name="object 17">
              <a:extLst>
                <a:ext uri="{FF2B5EF4-FFF2-40B4-BE49-F238E27FC236}">
                  <a16:creationId xmlns:a16="http://schemas.microsoft.com/office/drawing/2014/main" id="{90EDAAE6-CF1D-4F45-94C5-78B3031CBBCF}"/>
                </a:ext>
              </a:extLst>
            </p:cNvPr>
            <p:cNvSpPr txBox="1"/>
            <p:nvPr/>
          </p:nvSpPr>
          <p:spPr>
            <a:xfrm>
              <a:off x="846328" y="376696"/>
              <a:ext cx="8078470" cy="4037003"/>
            </a:xfrm>
            <a:prstGeom prst="rect">
              <a:avLst/>
            </a:prstGeom>
          </p:spPr>
          <p:txBody>
            <a:bodyPr vert="horz" wrap="square" lIns="0" tIns="7620" rIns="0" bIns="0" rtlCol="0">
              <a:spAutoFit/>
            </a:bodyPr>
            <a:lstStyle/>
            <a:p>
              <a:pPr marR="7383145" algn="ctr" defTabSz="914400" eaLnBrk="1" fontAlgn="auto" hangingPunct="1">
                <a:spcBef>
                  <a:spcPts val="2200"/>
                </a:spcBef>
                <a:spcAft>
                  <a:spcPts val="0"/>
                </a:spcAft>
              </a:pPr>
              <a:endParaRPr lang="en-GB" sz="2400" dirty="0">
                <a:latin typeface="Times New Roman"/>
                <a:ea typeface="+mn-ea"/>
                <a:cs typeface="Times New Roman"/>
              </a:endParaRPr>
            </a:p>
            <a:p>
              <a:pPr marR="7383145" algn="ctr" defTabSz="914400" eaLnBrk="1" fontAlgn="auto" hangingPunct="1">
                <a:spcBef>
                  <a:spcPts val="2200"/>
                </a:spcBef>
                <a:spcAft>
                  <a:spcPts val="0"/>
                </a:spcAft>
              </a:pPr>
              <a:endParaRPr lang="en-GB" sz="2400" dirty="0">
                <a:latin typeface="Times New Roman"/>
                <a:ea typeface="+mn-ea"/>
                <a:cs typeface="Times New Roman"/>
              </a:endParaRPr>
            </a:p>
            <a:p>
              <a:pPr marR="7383145" algn="ctr" defTabSz="914400" eaLnBrk="1" fontAlgn="auto" hangingPunct="1">
                <a:spcBef>
                  <a:spcPts val="22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angle</a:t>
              </a:r>
            </a:p>
            <a:p>
              <a:pPr defTabSz="914400" eaLnBrk="1" fontAlgn="auto" hangingPunct="1">
                <a:spcBef>
                  <a:spcPts val="40"/>
                </a:spcBef>
                <a:spcAft>
                  <a:spcPts val="0"/>
                </a:spcAft>
              </a:pPr>
              <a:endParaRPr sz="2400" dirty="0">
                <a:latin typeface="Times New Roman"/>
                <a:ea typeface="+mn-ea"/>
                <a:cs typeface="Times New Roman"/>
              </a:endParaRPr>
            </a:p>
            <a:p>
              <a:pPr marR="7326630" algn="ctr"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sz="2400" spc="-5" dirty="0">
                  <a:latin typeface="Symbol"/>
                  <a:ea typeface="+mn-ea"/>
                  <a:cs typeface="Symbol"/>
                </a:rPr>
                <a:t></a:t>
              </a:r>
              <a:r>
                <a:rPr sz="2100" spc="-7" baseline="-23809" dirty="0">
                  <a:latin typeface="Times New Roman"/>
                  <a:ea typeface="+mn-ea"/>
                  <a:cs typeface="Times New Roman"/>
                </a:rPr>
                <a:t>f</a:t>
              </a:r>
              <a:endParaRPr sz="2100" baseline="-23809" dirty="0">
                <a:latin typeface="Times New Roman"/>
                <a:ea typeface="+mn-ea"/>
                <a:cs typeface="Times New Roman"/>
              </a:endParaRPr>
            </a:p>
            <a:p>
              <a:pPr marL="6200140" marR="5080" defTabSz="914400" eaLnBrk="1" fontAlgn="auto" hangingPunct="1">
                <a:spcBef>
                  <a:spcPts val="120"/>
                </a:spcBef>
                <a:spcAft>
                  <a:spcPts val="0"/>
                </a:spcAft>
              </a:pPr>
              <a:r>
                <a:rPr sz="2400" spc="-5" dirty="0">
                  <a:latin typeface="Times New Roman"/>
                  <a:ea typeface="+mn-ea"/>
                  <a:cs typeface="Times New Roman"/>
                </a:rPr>
                <a:t>Lots 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of</a:t>
              </a:r>
              <a:r>
                <a:rPr sz="2400" spc="-40" dirty="0">
                  <a:latin typeface="Times New Roman"/>
                  <a:ea typeface="+mn-ea"/>
                  <a:cs typeface="Times New Roman"/>
                </a:rPr>
                <a:t> </a:t>
              </a:r>
              <a:r>
                <a:rPr sz="2400" spc="-5" dirty="0">
                  <a:latin typeface="Times New Roman"/>
                  <a:ea typeface="+mn-ea"/>
                  <a:cs typeface="Times New Roman"/>
                </a:rPr>
                <a:t>choices  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for continuous  functions</a:t>
              </a:r>
            </a:p>
            <a:p>
              <a:pPr marR="7292340" algn="ctr" defTabSz="914400" eaLnBrk="1" fontAlgn="auto" hangingPunct="1">
                <a:spcBef>
                  <a:spcPts val="960"/>
                </a:spcBef>
                <a:spcAft>
                  <a:spcPts val="0"/>
                </a:spcAft>
              </a:pPr>
              <a:r>
                <a:rPr sz="2400" spc="-5" dirty="0">
                  <a:latin typeface="Symbol"/>
                  <a:ea typeface="+mn-ea"/>
                  <a:cs typeface="Symbol"/>
                </a:rPr>
                <a:t></a:t>
              </a:r>
              <a:r>
                <a:rPr sz="2100" spc="-7" baseline="-23809" dirty="0">
                  <a:latin typeface="Times New Roman"/>
                  <a:ea typeface="+mn-ea"/>
                  <a:cs typeface="Times New Roman"/>
                </a:rPr>
                <a:t>0</a:t>
              </a:r>
              <a:endParaRPr sz="2100" baseline="-23809" dirty="0">
                <a:latin typeface="Times New Roman"/>
                <a:ea typeface="+mn-ea"/>
                <a:cs typeface="Times New Roman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B4C703-DFC9-43E8-B892-A5EEA0EDB087}"/>
                </a:ext>
              </a:extLst>
            </p:cNvPr>
            <p:cNvCxnSpPr/>
            <p:nvPr/>
          </p:nvCxnSpPr>
          <p:spPr>
            <a:xfrm flipV="1">
              <a:off x="1852169" y="1790206"/>
              <a:ext cx="0" cy="23624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5C2E1B4-D5BE-4C1E-B7E4-8DBC2043C686}"/>
                </a:ext>
              </a:extLst>
            </p:cNvPr>
            <p:cNvCxnSpPr/>
            <p:nvPr/>
          </p:nvCxnSpPr>
          <p:spPr>
            <a:xfrm>
              <a:off x="1852169" y="4152631"/>
              <a:ext cx="4953000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FDB40E0-0472-4762-A7C8-AC5304D34FE2}"/>
                </a:ext>
              </a:extLst>
            </p:cNvPr>
            <p:cNvCxnSpPr/>
            <p:nvPr/>
          </p:nvCxnSpPr>
          <p:spPr>
            <a:xfrm>
              <a:off x="1852169" y="2552206"/>
              <a:ext cx="4914900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4" name="Straight Connector 21503">
              <a:extLst>
                <a:ext uri="{FF2B5EF4-FFF2-40B4-BE49-F238E27FC236}">
                  <a16:creationId xmlns:a16="http://schemas.microsoft.com/office/drawing/2014/main" id="{E7891E60-1786-4A30-9722-8B8557940A13}"/>
                </a:ext>
              </a:extLst>
            </p:cNvPr>
            <p:cNvCxnSpPr/>
            <p:nvPr/>
          </p:nvCxnSpPr>
          <p:spPr>
            <a:xfrm flipV="1">
              <a:off x="6347969" y="1942606"/>
              <a:ext cx="0" cy="239649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1505" name="Freeform: Shape 21504">
              <a:extLst>
                <a:ext uri="{FF2B5EF4-FFF2-40B4-BE49-F238E27FC236}">
                  <a16:creationId xmlns:a16="http://schemas.microsoft.com/office/drawing/2014/main" id="{58B4A765-E2FF-407A-AECE-51B4D15F0E3F}"/>
                </a:ext>
              </a:extLst>
            </p:cNvPr>
            <p:cNvSpPr/>
            <p:nvPr/>
          </p:nvSpPr>
          <p:spPr>
            <a:xfrm>
              <a:off x="1853184" y="1772046"/>
              <a:ext cx="4486656" cy="2367363"/>
            </a:xfrm>
            <a:custGeom>
              <a:avLst/>
              <a:gdLst>
                <a:gd name="connsiteX0" fmla="*/ 0 w 4486656"/>
                <a:gd name="connsiteY0" fmla="*/ 2367363 h 2367363"/>
                <a:gd name="connsiteX1" fmla="*/ 491744 w 4486656"/>
                <a:gd name="connsiteY1" fmla="*/ 1587075 h 2367363"/>
                <a:gd name="connsiteX2" fmla="*/ 963168 w 4486656"/>
                <a:gd name="connsiteY2" fmla="*/ 875875 h 2367363"/>
                <a:gd name="connsiteX3" fmla="*/ 1272032 w 4486656"/>
                <a:gd name="connsiteY3" fmla="*/ 489795 h 2367363"/>
                <a:gd name="connsiteX4" fmla="*/ 1560576 w 4486656"/>
                <a:gd name="connsiteY4" fmla="*/ 176867 h 2367363"/>
                <a:gd name="connsiteX5" fmla="*/ 1804416 w 4486656"/>
                <a:gd name="connsiteY5" fmla="*/ 26499 h 2367363"/>
                <a:gd name="connsiteX6" fmla="*/ 1975104 w 4486656"/>
                <a:gd name="connsiteY6" fmla="*/ 6179 h 2367363"/>
                <a:gd name="connsiteX7" fmla="*/ 2202688 w 4486656"/>
                <a:gd name="connsiteY7" fmla="*/ 95587 h 2367363"/>
                <a:gd name="connsiteX8" fmla="*/ 2438400 w 4486656"/>
                <a:gd name="connsiteY8" fmla="*/ 302851 h 2367363"/>
                <a:gd name="connsiteX9" fmla="*/ 2621280 w 4486656"/>
                <a:gd name="connsiteY9" fmla="*/ 424771 h 2367363"/>
                <a:gd name="connsiteX10" fmla="*/ 2832608 w 4486656"/>
                <a:gd name="connsiteY10" fmla="*/ 497923 h 2367363"/>
                <a:gd name="connsiteX11" fmla="*/ 3234944 w 4486656"/>
                <a:gd name="connsiteY11" fmla="*/ 571075 h 2367363"/>
                <a:gd name="connsiteX12" fmla="*/ 4047744 w 4486656"/>
                <a:gd name="connsiteY12" fmla="*/ 697059 h 2367363"/>
                <a:gd name="connsiteX13" fmla="*/ 4486656 w 4486656"/>
                <a:gd name="connsiteY13" fmla="*/ 778339 h 2367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86656" h="2367363">
                  <a:moveTo>
                    <a:pt x="0" y="2367363"/>
                  </a:moveTo>
                  <a:cubicBezTo>
                    <a:pt x="165608" y="2101509"/>
                    <a:pt x="331216" y="1835656"/>
                    <a:pt x="491744" y="1587075"/>
                  </a:cubicBezTo>
                  <a:cubicBezTo>
                    <a:pt x="652272" y="1338494"/>
                    <a:pt x="833120" y="1058755"/>
                    <a:pt x="963168" y="875875"/>
                  </a:cubicBezTo>
                  <a:cubicBezTo>
                    <a:pt x="1093216" y="692995"/>
                    <a:pt x="1172464" y="606296"/>
                    <a:pt x="1272032" y="489795"/>
                  </a:cubicBezTo>
                  <a:cubicBezTo>
                    <a:pt x="1371600" y="373294"/>
                    <a:pt x="1471845" y="254083"/>
                    <a:pt x="1560576" y="176867"/>
                  </a:cubicBezTo>
                  <a:cubicBezTo>
                    <a:pt x="1649307" y="99651"/>
                    <a:pt x="1735328" y="54947"/>
                    <a:pt x="1804416" y="26499"/>
                  </a:cubicBezTo>
                  <a:cubicBezTo>
                    <a:pt x="1873504" y="-1949"/>
                    <a:pt x="1908725" y="-5336"/>
                    <a:pt x="1975104" y="6179"/>
                  </a:cubicBezTo>
                  <a:cubicBezTo>
                    <a:pt x="2041483" y="17694"/>
                    <a:pt x="2125472" y="46142"/>
                    <a:pt x="2202688" y="95587"/>
                  </a:cubicBezTo>
                  <a:cubicBezTo>
                    <a:pt x="2279904" y="145032"/>
                    <a:pt x="2368635" y="247987"/>
                    <a:pt x="2438400" y="302851"/>
                  </a:cubicBezTo>
                  <a:cubicBezTo>
                    <a:pt x="2508165" y="357715"/>
                    <a:pt x="2555579" y="392259"/>
                    <a:pt x="2621280" y="424771"/>
                  </a:cubicBezTo>
                  <a:cubicBezTo>
                    <a:pt x="2686981" y="457283"/>
                    <a:pt x="2730331" y="473539"/>
                    <a:pt x="2832608" y="497923"/>
                  </a:cubicBezTo>
                  <a:cubicBezTo>
                    <a:pt x="2934885" y="522307"/>
                    <a:pt x="3234944" y="571075"/>
                    <a:pt x="3234944" y="571075"/>
                  </a:cubicBezTo>
                  <a:lnTo>
                    <a:pt x="4047744" y="697059"/>
                  </a:lnTo>
                  <a:cubicBezTo>
                    <a:pt x="4256363" y="731603"/>
                    <a:pt x="4371509" y="754971"/>
                    <a:pt x="4486656" y="778339"/>
                  </a:cubicBezTo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07" name="Freeform: Shape 21506">
              <a:extLst>
                <a:ext uri="{FF2B5EF4-FFF2-40B4-BE49-F238E27FC236}">
                  <a16:creationId xmlns:a16="http://schemas.microsoft.com/office/drawing/2014/main" id="{5B81047E-C744-4BDF-8568-AC5653B61480}"/>
                </a:ext>
              </a:extLst>
            </p:cNvPr>
            <p:cNvSpPr/>
            <p:nvPr/>
          </p:nvSpPr>
          <p:spPr>
            <a:xfrm>
              <a:off x="1857248" y="2558513"/>
              <a:ext cx="4482592" cy="1589024"/>
            </a:xfrm>
            <a:custGeom>
              <a:avLst/>
              <a:gdLst>
                <a:gd name="connsiteX0" fmla="*/ 0 w 4482592"/>
                <a:gd name="connsiteY0" fmla="*/ 1589024 h 1589024"/>
                <a:gd name="connsiteX1" fmla="*/ 946912 w 4482592"/>
                <a:gd name="connsiteY1" fmla="*/ 833120 h 1589024"/>
                <a:gd name="connsiteX2" fmla="*/ 1682496 w 4482592"/>
                <a:gd name="connsiteY2" fmla="*/ 430784 h 1589024"/>
                <a:gd name="connsiteX3" fmla="*/ 2381504 w 4482592"/>
                <a:gd name="connsiteY3" fmla="*/ 272288 h 1589024"/>
                <a:gd name="connsiteX4" fmla="*/ 3523488 w 4482592"/>
                <a:gd name="connsiteY4" fmla="*/ 101600 h 1589024"/>
                <a:gd name="connsiteX5" fmla="*/ 4482592 w 4482592"/>
                <a:gd name="connsiteY5" fmla="*/ 0 h 1589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82592" h="1589024">
                  <a:moveTo>
                    <a:pt x="0" y="1589024"/>
                  </a:moveTo>
                  <a:cubicBezTo>
                    <a:pt x="333248" y="1307592"/>
                    <a:pt x="666496" y="1026160"/>
                    <a:pt x="946912" y="833120"/>
                  </a:cubicBezTo>
                  <a:cubicBezTo>
                    <a:pt x="1227328" y="640080"/>
                    <a:pt x="1443397" y="524256"/>
                    <a:pt x="1682496" y="430784"/>
                  </a:cubicBezTo>
                  <a:cubicBezTo>
                    <a:pt x="1921595" y="337312"/>
                    <a:pt x="2074672" y="327152"/>
                    <a:pt x="2381504" y="272288"/>
                  </a:cubicBezTo>
                  <a:cubicBezTo>
                    <a:pt x="2688336" y="217424"/>
                    <a:pt x="3173307" y="146981"/>
                    <a:pt x="3523488" y="101600"/>
                  </a:cubicBezTo>
                  <a:cubicBezTo>
                    <a:pt x="3873669" y="56219"/>
                    <a:pt x="4178130" y="28109"/>
                    <a:pt x="4482592" y="0"/>
                  </a:cubicBezTo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08" name="Freeform: Shape 21507">
              <a:extLst>
                <a:ext uri="{FF2B5EF4-FFF2-40B4-BE49-F238E27FC236}">
                  <a16:creationId xmlns:a16="http://schemas.microsoft.com/office/drawing/2014/main" id="{FC927EA9-319B-4F77-9BFA-A57B3265AB34}"/>
                </a:ext>
              </a:extLst>
            </p:cNvPr>
            <p:cNvSpPr/>
            <p:nvPr/>
          </p:nvSpPr>
          <p:spPr>
            <a:xfrm>
              <a:off x="1849120" y="2550385"/>
              <a:ext cx="4502912" cy="1609344"/>
            </a:xfrm>
            <a:custGeom>
              <a:avLst/>
              <a:gdLst>
                <a:gd name="connsiteX0" fmla="*/ 0 w 4502912"/>
                <a:gd name="connsiteY0" fmla="*/ 1609344 h 1609344"/>
                <a:gd name="connsiteX1" fmla="*/ 1503680 w 4502912"/>
                <a:gd name="connsiteY1" fmla="*/ 1414272 h 1609344"/>
                <a:gd name="connsiteX2" fmla="*/ 2771648 w 4502912"/>
                <a:gd name="connsiteY2" fmla="*/ 1166368 h 1609344"/>
                <a:gd name="connsiteX3" fmla="*/ 3612896 w 4502912"/>
                <a:gd name="connsiteY3" fmla="*/ 772160 h 1609344"/>
                <a:gd name="connsiteX4" fmla="*/ 4242816 w 4502912"/>
                <a:gd name="connsiteY4" fmla="*/ 235712 h 1609344"/>
                <a:gd name="connsiteX5" fmla="*/ 4502912 w 4502912"/>
                <a:gd name="connsiteY5" fmla="*/ 0 h 160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02912" h="1609344">
                  <a:moveTo>
                    <a:pt x="0" y="1609344"/>
                  </a:moveTo>
                  <a:cubicBezTo>
                    <a:pt x="520869" y="1548722"/>
                    <a:pt x="1041739" y="1488101"/>
                    <a:pt x="1503680" y="1414272"/>
                  </a:cubicBezTo>
                  <a:cubicBezTo>
                    <a:pt x="1965621" y="1340443"/>
                    <a:pt x="2420112" y="1273387"/>
                    <a:pt x="2771648" y="1166368"/>
                  </a:cubicBezTo>
                  <a:cubicBezTo>
                    <a:pt x="3123184" y="1059349"/>
                    <a:pt x="3367701" y="927269"/>
                    <a:pt x="3612896" y="772160"/>
                  </a:cubicBezTo>
                  <a:cubicBezTo>
                    <a:pt x="3858091" y="617051"/>
                    <a:pt x="4094480" y="364405"/>
                    <a:pt x="4242816" y="235712"/>
                  </a:cubicBezTo>
                  <a:cubicBezTo>
                    <a:pt x="4391152" y="107019"/>
                    <a:pt x="4447032" y="53509"/>
                    <a:pt x="4502912" y="0"/>
                  </a:cubicBezTo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09" name="Freeform: Shape 21508">
              <a:extLst>
                <a:ext uri="{FF2B5EF4-FFF2-40B4-BE49-F238E27FC236}">
                  <a16:creationId xmlns:a16="http://schemas.microsoft.com/office/drawing/2014/main" id="{0147669E-C368-4508-B9DE-DCC099C8642D}"/>
                </a:ext>
              </a:extLst>
            </p:cNvPr>
            <p:cNvSpPr/>
            <p:nvPr/>
          </p:nvSpPr>
          <p:spPr>
            <a:xfrm>
              <a:off x="1861312" y="2574769"/>
              <a:ext cx="4462272" cy="1580896"/>
            </a:xfrm>
            <a:custGeom>
              <a:avLst/>
              <a:gdLst>
                <a:gd name="connsiteX0" fmla="*/ 0 w 4462272"/>
                <a:gd name="connsiteY0" fmla="*/ 1580896 h 1580896"/>
                <a:gd name="connsiteX1" fmla="*/ 1471168 w 4462272"/>
                <a:gd name="connsiteY1" fmla="*/ 1434592 h 1580896"/>
                <a:gd name="connsiteX2" fmla="*/ 2251456 w 4462272"/>
                <a:gd name="connsiteY2" fmla="*/ 1227328 h 1580896"/>
                <a:gd name="connsiteX3" fmla="*/ 2763520 w 4462272"/>
                <a:gd name="connsiteY3" fmla="*/ 857504 h 1580896"/>
                <a:gd name="connsiteX4" fmla="*/ 3100832 w 4462272"/>
                <a:gd name="connsiteY4" fmla="*/ 508000 h 1580896"/>
                <a:gd name="connsiteX5" fmla="*/ 3434080 w 4462272"/>
                <a:gd name="connsiteY5" fmla="*/ 251968 h 1580896"/>
                <a:gd name="connsiteX6" fmla="*/ 3885184 w 4462272"/>
                <a:gd name="connsiteY6" fmla="*/ 85344 h 1580896"/>
                <a:gd name="connsiteX7" fmla="*/ 4462272 w 4462272"/>
                <a:gd name="connsiteY7" fmla="*/ 0 h 1580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2272" h="1580896">
                  <a:moveTo>
                    <a:pt x="0" y="1580896"/>
                  </a:moveTo>
                  <a:cubicBezTo>
                    <a:pt x="547962" y="1537208"/>
                    <a:pt x="1095925" y="1493520"/>
                    <a:pt x="1471168" y="1434592"/>
                  </a:cubicBezTo>
                  <a:cubicBezTo>
                    <a:pt x="1846411" y="1375664"/>
                    <a:pt x="2036064" y="1323509"/>
                    <a:pt x="2251456" y="1227328"/>
                  </a:cubicBezTo>
                  <a:cubicBezTo>
                    <a:pt x="2466848" y="1131147"/>
                    <a:pt x="2621957" y="977392"/>
                    <a:pt x="2763520" y="857504"/>
                  </a:cubicBezTo>
                  <a:cubicBezTo>
                    <a:pt x="2905083" y="737616"/>
                    <a:pt x="2989072" y="608923"/>
                    <a:pt x="3100832" y="508000"/>
                  </a:cubicBezTo>
                  <a:cubicBezTo>
                    <a:pt x="3212592" y="407077"/>
                    <a:pt x="3303355" y="322411"/>
                    <a:pt x="3434080" y="251968"/>
                  </a:cubicBezTo>
                  <a:cubicBezTo>
                    <a:pt x="3564805" y="181525"/>
                    <a:pt x="3713819" y="127339"/>
                    <a:pt x="3885184" y="85344"/>
                  </a:cubicBezTo>
                  <a:cubicBezTo>
                    <a:pt x="4056549" y="43349"/>
                    <a:pt x="4259410" y="21674"/>
                    <a:pt x="4462272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3723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Cubic Polynomials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There are 4 constraints we can consider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FDE425A-705B-4A1D-9337-BB424B4A46A9}"/>
              </a:ext>
            </a:extLst>
          </p:cNvPr>
          <p:cNvSpPr txBox="1"/>
          <p:nvPr/>
        </p:nvSpPr>
        <p:spPr>
          <a:xfrm>
            <a:off x="453643" y="319962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We know the starting angle at A, </a:t>
            </a:r>
            <a:r>
              <a:rPr lang="en-GB" sz="2000" spc="-5" dirty="0">
                <a:latin typeface="Symbol"/>
                <a:cs typeface="Symbol"/>
              </a:rPr>
              <a:t></a:t>
            </a:r>
            <a:r>
              <a:rPr lang="en-GB" sz="2000" spc="-7" baseline="-23809" dirty="0">
                <a:latin typeface="Times New Roman"/>
                <a:cs typeface="Times New Roman"/>
              </a:rPr>
              <a:t>0</a:t>
            </a:r>
            <a:r>
              <a:rPr lang="en-GB" sz="2000" spc="-5" dirty="0">
                <a:latin typeface="+mn-lt"/>
                <a:cs typeface="Times New Roman"/>
              </a:rPr>
              <a:t> 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52E871-B29A-4EBF-A644-D18BC452FD82}"/>
              </a:ext>
            </a:extLst>
          </p:cNvPr>
          <p:cNvGrpSpPr/>
          <p:nvPr/>
        </p:nvGrpSpPr>
        <p:grpSpPr>
          <a:xfrm>
            <a:off x="4044439" y="559552"/>
            <a:ext cx="4911090" cy="3302853"/>
            <a:chOff x="1850028" y="1564640"/>
            <a:chExt cx="4911090" cy="330285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2D72B7-2B9E-4B59-99FA-2453F78B2A36}"/>
                </a:ext>
              </a:extLst>
            </p:cNvPr>
            <p:cNvSpPr/>
            <p:nvPr/>
          </p:nvSpPr>
          <p:spPr>
            <a:xfrm>
              <a:off x="1850028" y="2008088"/>
              <a:ext cx="4911090" cy="2859405"/>
            </a:xfrm>
            <a:prstGeom prst="rect">
              <a:avLst/>
            </a:prstGeom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object 3">
              <a:extLst>
                <a:ext uri="{FF2B5EF4-FFF2-40B4-BE49-F238E27FC236}">
                  <a16:creationId xmlns:a16="http://schemas.microsoft.com/office/drawing/2014/main" id="{84208233-0D99-41CA-BB71-E0933550F044}"/>
                </a:ext>
              </a:extLst>
            </p:cNvPr>
            <p:cNvSpPr/>
            <p:nvPr/>
          </p:nvSpPr>
          <p:spPr>
            <a:xfrm>
              <a:off x="3086441" y="2053589"/>
              <a:ext cx="2744002" cy="26056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dirty="0">
                <a:latin typeface="Calibri"/>
                <a:ea typeface="+mn-ea"/>
              </a:endParaRPr>
            </a:p>
          </p:txBody>
        </p:sp>
        <p:sp>
          <p:nvSpPr>
            <p:cNvPr id="47" name="object 4">
              <a:extLst>
                <a:ext uri="{FF2B5EF4-FFF2-40B4-BE49-F238E27FC236}">
                  <a16:creationId xmlns:a16="http://schemas.microsoft.com/office/drawing/2014/main" id="{12765255-52BE-4936-8754-9EF7022B05C6}"/>
                </a:ext>
              </a:extLst>
            </p:cNvPr>
            <p:cNvSpPr txBox="1"/>
            <p:nvPr/>
          </p:nvSpPr>
          <p:spPr>
            <a:xfrm>
              <a:off x="5979094" y="3773170"/>
              <a:ext cx="229235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B</a:t>
              </a:r>
              <a:endParaRPr sz="2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1FA98E43-B436-4EC2-9ECC-578E6C3625DF}"/>
                </a:ext>
              </a:extLst>
            </p:cNvPr>
            <p:cNvSpPr txBox="1"/>
            <p:nvPr/>
          </p:nvSpPr>
          <p:spPr>
            <a:xfrm>
              <a:off x="2641533" y="1564640"/>
              <a:ext cx="955107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spc="-5" dirty="0">
                  <a:latin typeface="Times New Roman"/>
                  <a:ea typeface="+mn-ea"/>
                  <a:cs typeface="Times New Roman"/>
                </a:rPr>
                <a:t>(</a:t>
              </a:r>
              <a:r>
                <a:rPr sz="2400" spc="-5" dirty="0">
                  <a:latin typeface="Symbol"/>
                  <a:ea typeface="+mn-ea"/>
                  <a:cs typeface="Symbol"/>
                </a:rPr>
                <a:t></a:t>
              </a:r>
              <a:r>
                <a:rPr sz="2100" spc="-7" baseline="-23809" dirty="0">
                  <a:latin typeface="Times New Roman"/>
                  <a:ea typeface="+mn-ea"/>
                  <a:cs typeface="Times New Roman"/>
                </a:rPr>
                <a:t>0 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, </a:t>
              </a:r>
              <a:r>
                <a:rPr sz="2400" spc="-5" dirty="0">
                  <a:latin typeface="Times New Roman"/>
                  <a:ea typeface="+mn-ea"/>
                  <a:cs typeface="Times New Roman"/>
                </a:rPr>
                <a:t>t</a:t>
              </a:r>
              <a:r>
                <a:rPr sz="2100" spc="-7" baseline="-23809" dirty="0">
                  <a:latin typeface="Times New Roman"/>
                  <a:ea typeface="+mn-ea"/>
                  <a:cs typeface="Times New Roman"/>
                </a:rPr>
                <a:t>0</a:t>
              </a:r>
              <a:r>
                <a:rPr sz="2400" spc="-5" dirty="0">
                  <a:latin typeface="Times New Roman"/>
                  <a:ea typeface="+mn-ea"/>
                  <a:cs typeface="Times New Roman"/>
                </a:rPr>
                <a:t>)</a:t>
              </a:r>
              <a:endParaRPr sz="3600" baseline="-13888" dirty="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5D541EAE-5A04-4D6A-A05D-8B4897D1B4D7}"/>
                </a:ext>
              </a:extLst>
            </p:cNvPr>
            <p:cNvSpPr txBox="1"/>
            <p:nvPr/>
          </p:nvSpPr>
          <p:spPr>
            <a:xfrm>
              <a:off x="6174674" y="4434840"/>
              <a:ext cx="426084" cy="226985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143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90"/>
                </a:spcBef>
                <a:spcAft>
                  <a:spcPts val="0"/>
                </a:spcAft>
                <a:tabLst>
                  <a:tab pos="353695" algn="l"/>
                </a:tabLst>
              </a:pPr>
              <a:r>
                <a:rPr sz="1400" spc="-5" dirty="0">
                  <a:latin typeface="Times New Roman"/>
                  <a:ea typeface="+mn-ea"/>
                  <a:cs typeface="Times New Roman"/>
                </a:rPr>
                <a:t>f	f</a:t>
              </a:r>
              <a:endParaRPr sz="1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50" name="object 7">
              <a:extLst>
                <a:ext uri="{FF2B5EF4-FFF2-40B4-BE49-F238E27FC236}">
                  <a16:creationId xmlns:a16="http://schemas.microsoft.com/office/drawing/2014/main" id="{C76E7339-2E1F-43EE-9244-019725621042}"/>
                </a:ext>
              </a:extLst>
            </p:cNvPr>
            <p:cNvSpPr txBox="1"/>
            <p:nvPr/>
          </p:nvSpPr>
          <p:spPr>
            <a:xfrm>
              <a:off x="5914324" y="4230370"/>
              <a:ext cx="788670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(</a:t>
              </a:r>
              <a:r>
                <a:rPr sz="2400" dirty="0">
                  <a:latin typeface="Symbol"/>
                  <a:ea typeface="+mn-ea"/>
                  <a:cs typeface="Symbol"/>
                </a:rPr>
                <a:t>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 , t</a:t>
              </a:r>
              <a:r>
                <a:rPr sz="2400" spc="-10" dirty="0">
                  <a:latin typeface="Times New Roman"/>
                  <a:ea typeface="+mn-ea"/>
                  <a:cs typeface="Times New Roman"/>
                </a:rPr>
                <a:t> 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)</a:t>
              </a:r>
            </a:p>
          </p:txBody>
        </p:sp>
        <p:sp>
          <p:nvSpPr>
            <p:cNvPr id="51" name="object 8">
              <a:extLst>
                <a:ext uri="{FF2B5EF4-FFF2-40B4-BE49-F238E27FC236}">
                  <a16:creationId xmlns:a16="http://schemas.microsoft.com/office/drawing/2014/main" id="{040C4CB7-04E2-4629-895E-BF80A70DD8D7}"/>
                </a:ext>
              </a:extLst>
            </p:cNvPr>
            <p:cNvSpPr/>
            <p:nvPr/>
          </p:nvSpPr>
          <p:spPr>
            <a:xfrm>
              <a:off x="3903914" y="1657350"/>
              <a:ext cx="383540" cy="318770"/>
            </a:xfrm>
            <a:custGeom>
              <a:avLst/>
              <a:gdLst/>
              <a:ahLst/>
              <a:cxnLst/>
              <a:rect l="l" t="t" r="r" b="b"/>
              <a:pathLst>
                <a:path w="383539" h="318769">
                  <a:moveTo>
                    <a:pt x="237490" y="0"/>
                  </a:moveTo>
                  <a:lnTo>
                    <a:pt x="266700" y="71120"/>
                  </a:lnTo>
                  <a:lnTo>
                    <a:pt x="0" y="176529"/>
                  </a:lnTo>
                  <a:lnTo>
                    <a:pt x="57150" y="318770"/>
                  </a:lnTo>
                  <a:lnTo>
                    <a:pt x="322579" y="213360"/>
                  </a:lnTo>
                  <a:lnTo>
                    <a:pt x="363823" y="213360"/>
                  </a:lnTo>
                  <a:lnTo>
                    <a:pt x="383540" y="107950"/>
                  </a:lnTo>
                  <a:lnTo>
                    <a:pt x="237490" y="0"/>
                  </a:lnTo>
                  <a:close/>
                </a:path>
                <a:path w="383539" h="318769">
                  <a:moveTo>
                    <a:pt x="363823" y="213360"/>
                  </a:moveTo>
                  <a:lnTo>
                    <a:pt x="322579" y="213360"/>
                  </a:lnTo>
                  <a:lnTo>
                    <a:pt x="350520" y="284479"/>
                  </a:lnTo>
                  <a:lnTo>
                    <a:pt x="363823" y="213360"/>
                  </a:lnTo>
                  <a:close/>
                </a:path>
              </a:pathLst>
            </a:custGeom>
            <a:solidFill>
              <a:srgbClr val="CC98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5B9A0A91-4BAC-4FD3-8CF0-90904A2E7FD9}"/>
                </a:ext>
              </a:extLst>
            </p:cNvPr>
            <p:cNvSpPr/>
            <p:nvPr/>
          </p:nvSpPr>
          <p:spPr>
            <a:xfrm>
              <a:off x="3903914" y="1657350"/>
              <a:ext cx="383540" cy="318770"/>
            </a:xfrm>
            <a:custGeom>
              <a:avLst/>
              <a:gdLst/>
              <a:ahLst/>
              <a:cxnLst/>
              <a:rect l="l" t="t" r="r" b="b"/>
              <a:pathLst>
                <a:path w="383539" h="318769">
                  <a:moveTo>
                    <a:pt x="0" y="176529"/>
                  </a:moveTo>
                  <a:lnTo>
                    <a:pt x="266700" y="71120"/>
                  </a:lnTo>
                  <a:lnTo>
                    <a:pt x="237490" y="0"/>
                  </a:lnTo>
                  <a:lnTo>
                    <a:pt x="383540" y="107950"/>
                  </a:lnTo>
                  <a:lnTo>
                    <a:pt x="350520" y="284479"/>
                  </a:lnTo>
                  <a:lnTo>
                    <a:pt x="322579" y="213360"/>
                  </a:lnTo>
                  <a:lnTo>
                    <a:pt x="57150" y="318770"/>
                  </a:lnTo>
                  <a:lnTo>
                    <a:pt x="0" y="176529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53" name="object 5">
              <a:extLst>
                <a:ext uri="{FF2B5EF4-FFF2-40B4-BE49-F238E27FC236}">
                  <a16:creationId xmlns:a16="http://schemas.microsoft.com/office/drawing/2014/main" id="{7AEAD639-21D6-4EDB-8F6E-9048E0503F03}"/>
                </a:ext>
              </a:extLst>
            </p:cNvPr>
            <p:cNvSpPr txBox="1"/>
            <p:nvPr/>
          </p:nvSpPr>
          <p:spPr>
            <a:xfrm>
              <a:off x="3468858" y="1844209"/>
              <a:ext cx="339445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lang="en-GB" sz="2400" spc="-5" dirty="0">
                  <a:latin typeface="Times New Roman"/>
                  <a:ea typeface="+mn-ea"/>
                  <a:cs typeface="Times New Roman"/>
                </a:rPr>
                <a:t>A</a:t>
              </a:r>
              <a:endParaRPr sz="3600" baseline="-13888" dirty="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2C5504A-54D6-46A5-B6B9-EC6B7EA8344E}"/>
                </a:ext>
              </a:extLst>
            </p:cNvPr>
            <p:cNvSpPr/>
            <p:nvPr/>
          </p:nvSpPr>
          <p:spPr>
            <a:xfrm>
              <a:off x="3748087" y="3989652"/>
              <a:ext cx="823913" cy="6695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437B735-D69A-4E8C-B5D2-4CAE07D00BAA}"/>
                </a:ext>
              </a:extLst>
            </p:cNvPr>
            <p:cNvSpPr/>
            <p:nvPr/>
          </p:nvSpPr>
          <p:spPr>
            <a:xfrm>
              <a:off x="3226803" y="2369312"/>
              <a:ext cx="2418139" cy="2137071"/>
            </a:xfrm>
            <a:custGeom>
              <a:avLst/>
              <a:gdLst>
                <a:gd name="connsiteX0" fmla="*/ 422669 w 2418139"/>
                <a:gd name="connsiteY0" fmla="*/ 0 h 2137071"/>
                <a:gd name="connsiteX1" fmla="*/ 170701 w 2418139"/>
                <a:gd name="connsiteY1" fmla="*/ 304800 h 2137071"/>
                <a:gd name="connsiteX2" fmla="*/ 13 w 2418139"/>
                <a:gd name="connsiteY2" fmla="*/ 910336 h 2137071"/>
                <a:gd name="connsiteX3" fmla="*/ 178829 w 2418139"/>
                <a:gd name="connsiteY3" fmla="*/ 1524000 h 2137071"/>
                <a:gd name="connsiteX4" fmla="*/ 650253 w 2418139"/>
                <a:gd name="connsiteY4" fmla="*/ 2007616 h 2137071"/>
                <a:gd name="connsiteX5" fmla="*/ 1365517 w 2418139"/>
                <a:gd name="connsiteY5" fmla="*/ 2133600 h 2137071"/>
                <a:gd name="connsiteX6" fmla="*/ 1983245 w 2418139"/>
                <a:gd name="connsiteY6" fmla="*/ 1910080 h 2137071"/>
                <a:gd name="connsiteX7" fmla="*/ 2377453 w 2418139"/>
                <a:gd name="connsiteY7" fmla="*/ 1503680 h 2137071"/>
                <a:gd name="connsiteX8" fmla="*/ 2385581 w 2418139"/>
                <a:gd name="connsiteY8" fmla="*/ 1499616 h 213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8139" h="2137071">
                  <a:moveTo>
                    <a:pt x="422669" y="0"/>
                  </a:moveTo>
                  <a:cubicBezTo>
                    <a:pt x="331906" y="76538"/>
                    <a:pt x="241144" y="153077"/>
                    <a:pt x="170701" y="304800"/>
                  </a:cubicBezTo>
                  <a:cubicBezTo>
                    <a:pt x="100258" y="456523"/>
                    <a:pt x="-1342" y="707136"/>
                    <a:pt x="13" y="910336"/>
                  </a:cubicBezTo>
                  <a:cubicBezTo>
                    <a:pt x="1368" y="1113536"/>
                    <a:pt x="70456" y="1341120"/>
                    <a:pt x="178829" y="1524000"/>
                  </a:cubicBezTo>
                  <a:cubicBezTo>
                    <a:pt x="287202" y="1706880"/>
                    <a:pt x="452472" y="1906016"/>
                    <a:pt x="650253" y="2007616"/>
                  </a:cubicBezTo>
                  <a:cubicBezTo>
                    <a:pt x="848034" y="2109216"/>
                    <a:pt x="1143352" y="2149856"/>
                    <a:pt x="1365517" y="2133600"/>
                  </a:cubicBezTo>
                  <a:cubicBezTo>
                    <a:pt x="1587682" y="2117344"/>
                    <a:pt x="1814589" y="2015067"/>
                    <a:pt x="1983245" y="1910080"/>
                  </a:cubicBezTo>
                  <a:cubicBezTo>
                    <a:pt x="2151901" y="1805093"/>
                    <a:pt x="2310397" y="1572091"/>
                    <a:pt x="2377453" y="1503680"/>
                  </a:cubicBezTo>
                  <a:cubicBezTo>
                    <a:pt x="2444509" y="1435269"/>
                    <a:pt x="2415045" y="1467442"/>
                    <a:pt x="2385581" y="149961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F1C0E53-CB7C-4035-A976-896B90585A35}"/>
                </a:ext>
              </a:extLst>
            </p:cNvPr>
            <p:cNvSpPr/>
            <p:nvPr/>
          </p:nvSpPr>
          <p:spPr>
            <a:xfrm>
              <a:off x="3893312" y="2052311"/>
              <a:ext cx="1857900" cy="1548393"/>
            </a:xfrm>
            <a:custGeom>
              <a:avLst/>
              <a:gdLst>
                <a:gd name="connsiteX0" fmla="*/ 0 w 1857900"/>
                <a:gd name="connsiteY0" fmla="*/ 166633 h 1548393"/>
                <a:gd name="connsiteX1" fmla="*/ 264160 w 1857900"/>
                <a:gd name="connsiteY1" fmla="*/ 60969 h 1548393"/>
                <a:gd name="connsiteX2" fmla="*/ 617728 w 1857900"/>
                <a:gd name="connsiteY2" fmla="*/ 9 h 1548393"/>
                <a:gd name="connsiteX3" fmla="*/ 999744 w 1857900"/>
                <a:gd name="connsiteY3" fmla="*/ 65033 h 1548393"/>
                <a:gd name="connsiteX4" fmla="*/ 1312672 w 1857900"/>
                <a:gd name="connsiteY4" fmla="*/ 211337 h 1548393"/>
                <a:gd name="connsiteX5" fmla="*/ 1580896 w 1857900"/>
                <a:gd name="connsiteY5" fmla="*/ 467369 h 1548393"/>
                <a:gd name="connsiteX6" fmla="*/ 1788160 w 1857900"/>
                <a:gd name="connsiteY6" fmla="*/ 829065 h 1548393"/>
                <a:gd name="connsiteX7" fmla="*/ 1857248 w 1857900"/>
                <a:gd name="connsiteY7" fmla="*/ 1247657 h 1548393"/>
                <a:gd name="connsiteX8" fmla="*/ 1824736 w 1857900"/>
                <a:gd name="connsiteY8" fmla="*/ 1548393 h 1548393"/>
                <a:gd name="connsiteX9" fmla="*/ 1824736 w 1857900"/>
                <a:gd name="connsiteY9" fmla="*/ 1548393 h 1548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7900" h="1548393">
                  <a:moveTo>
                    <a:pt x="0" y="166633"/>
                  </a:moveTo>
                  <a:cubicBezTo>
                    <a:pt x="80602" y="127686"/>
                    <a:pt x="161205" y="88740"/>
                    <a:pt x="264160" y="60969"/>
                  </a:cubicBezTo>
                  <a:cubicBezTo>
                    <a:pt x="367115" y="33198"/>
                    <a:pt x="495131" y="-668"/>
                    <a:pt x="617728" y="9"/>
                  </a:cubicBezTo>
                  <a:cubicBezTo>
                    <a:pt x="740325" y="686"/>
                    <a:pt x="883920" y="29812"/>
                    <a:pt x="999744" y="65033"/>
                  </a:cubicBezTo>
                  <a:cubicBezTo>
                    <a:pt x="1115568" y="100254"/>
                    <a:pt x="1215813" y="144281"/>
                    <a:pt x="1312672" y="211337"/>
                  </a:cubicBezTo>
                  <a:cubicBezTo>
                    <a:pt x="1409531" y="278393"/>
                    <a:pt x="1501648" y="364414"/>
                    <a:pt x="1580896" y="467369"/>
                  </a:cubicBezTo>
                  <a:cubicBezTo>
                    <a:pt x="1660144" y="570324"/>
                    <a:pt x="1742101" y="699017"/>
                    <a:pt x="1788160" y="829065"/>
                  </a:cubicBezTo>
                  <a:cubicBezTo>
                    <a:pt x="1834219" y="959113"/>
                    <a:pt x="1851152" y="1127769"/>
                    <a:pt x="1857248" y="1247657"/>
                  </a:cubicBezTo>
                  <a:cubicBezTo>
                    <a:pt x="1863344" y="1367545"/>
                    <a:pt x="1824736" y="1548393"/>
                    <a:pt x="1824736" y="1548393"/>
                  </a:cubicBezTo>
                  <a:lnTo>
                    <a:pt x="1824736" y="1548393"/>
                  </a:lnTo>
                </a:path>
              </a:pathLst>
            </a:custGeom>
            <a:noFill/>
            <a:ln w="28575">
              <a:solidFill>
                <a:srgbClr val="92D050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A139022-8CBC-4681-B076-CEC5335F9559}"/>
                </a:ext>
              </a:extLst>
            </p:cNvPr>
            <p:cNvCxnSpPr/>
            <p:nvPr/>
          </p:nvCxnSpPr>
          <p:spPr>
            <a:xfrm>
              <a:off x="3852672" y="2409952"/>
              <a:ext cx="617728" cy="8778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C6F5530-1202-4B51-B15C-25F0AE8AEAA5}"/>
                </a:ext>
              </a:extLst>
            </p:cNvPr>
            <p:cNvCxnSpPr>
              <a:cxnSpLocks/>
            </p:cNvCxnSpPr>
            <p:nvPr/>
          </p:nvCxnSpPr>
          <p:spPr>
            <a:xfrm>
              <a:off x="4459225" y="3265928"/>
              <a:ext cx="1075874" cy="4251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BCA2D7-D7D5-417E-8358-AA57F25110CA}"/>
              </a:ext>
            </a:extLst>
          </p:cNvPr>
          <p:cNvGrpSpPr/>
          <p:nvPr/>
        </p:nvGrpSpPr>
        <p:grpSpPr>
          <a:xfrm>
            <a:off x="453643" y="3407335"/>
            <a:ext cx="8236713" cy="529633"/>
            <a:chOff x="411162" y="4566591"/>
            <a:chExt cx="8236713" cy="529633"/>
          </a:xfrm>
        </p:grpSpPr>
        <p:sp>
          <p:nvSpPr>
            <p:cNvPr id="59" name="object 4">
              <a:extLst>
                <a:ext uri="{FF2B5EF4-FFF2-40B4-BE49-F238E27FC236}">
                  <a16:creationId xmlns:a16="http://schemas.microsoft.com/office/drawing/2014/main" id="{F9792FB5-C3F7-46DD-8435-4465CFDFF800}"/>
                </a:ext>
              </a:extLst>
            </p:cNvPr>
            <p:cNvSpPr txBox="1"/>
            <p:nvPr/>
          </p:nvSpPr>
          <p:spPr>
            <a:xfrm>
              <a:off x="411162" y="4775623"/>
              <a:ext cx="8236713" cy="3206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GB" sz="2000" spc="-5" dirty="0">
                  <a:latin typeface="+mn-lt"/>
                  <a:cs typeface="Times New Roman"/>
                </a:rPr>
                <a:t>We assume the starting velocity at A will be 0 , </a:t>
              </a:r>
              <a:r>
                <a:rPr lang="en-GB" sz="2000" spc="-5" dirty="0">
                  <a:latin typeface="Symbol"/>
                  <a:cs typeface="Symbol"/>
                </a:rPr>
                <a:t></a:t>
              </a:r>
              <a:r>
                <a:rPr lang="en-GB" sz="2000" spc="-7" baseline="-23809" dirty="0">
                  <a:latin typeface="Times New Roman"/>
                  <a:cs typeface="Times New Roman"/>
                </a:rPr>
                <a:t>0</a:t>
              </a:r>
              <a:r>
                <a:rPr lang="en-GB" sz="2000" spc="-5" dirty="0">
                  <a:latin typeface="+mn-lt"/>
                  <a:cs typeface="Times New Roman"/>
                </a:rPr>
                <a:t> = 0</a:t>
              </a:r>
              <a:endParaRPr lang="en-US" altLang="en-US" sz="2000" dirty="0">
                <a:latin typeface="+mn-lt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F719B6D-C3A1-4EFE-8AA1-8A75D1B6E80D}"/>
                </a:ext>
              </a:extLst>
            </p:cNvPr>
            <p:cNvSpPr txBox="1"/>
            <p:nvPr/>
          </p:nvSpPr>
          <p:spPr>
            <a:xfrm>
              <a:off x="5927641" y="4566591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</p:txBody>
        </p:sp>
      </p:grpSp>
      <p:sp>
        <p:nvSpPr>
          <p:cNvPr id="60" name="object 4">
            <a:extLst>
              <a:ext uri="{FF2B5EF4-FFF2-40B4-BE49-F238E27FC236}">
                <a16:creationId xmlns:a16="http://schemas.microsoft.com/office/drawing/2014/main" id="{09F04271-F48F-4CFF-8D4E-780412A648BE}"/>
              </a:ext>
            </a:extLst>
          </p:cNvPr>
          <p:cNvSpPr txBox="1"/>
          <p:nvPr/>
        </p:nvSpPr>
        <p:spPr>
          <a:xfrm>
            <a:off x="453642" y="4083783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We know the finishing angle at B, </a:t>
            </a:r>
            <a:r>
              <a:rPr lang="en-GB" sz="2000" spc="-5" dirty="0">
                <a:latin typeface="Symbol"/>
                <a:cs typeface="Symbol"/>
              </a:rPr>
              <a:t></a:t>
            </a:r>
            <a:r>
              <a:rPr lang="en-GB" sz="2000" spc="-7" baseline="-23809" dirty="0">
                <a:latin typeface="Times New Roman"/>
                <a:cs typeface="Times New Roman"/>
              </a:rPr>
              <a:t>f</a:t>
            </a:r>
            <a:r>
              <a:rPr lang="en-GB" sz="2000" spc="-5" dirty="0">
                <a:latin typeface="+mn-lt"/>
                <a:cs typeface="Times New Roman"/>
              </a:rPr>
              <a:t> 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E11120-1AF8-4DAA-AB50-F3D07121B431}"/>
              </a:ext>
            </a:extLst>
          </p:cNvPr>
          <p:cNvGrpSpPr/>
          <p:nvPr/>
        </p:nvGrpSpPr>
        <p:grpSpPr>
          <a:xfrm>
            <a:off x="454402" y="4366533"/>
            <a:ext cx="8236713" cy="539925"/>
            <a:chOff x="411921" y="5525789"/>
            <a:chExt cx="8236713" cy="539925"/>
          </a:xfrm>
        </p:grpSpPr>
        <p:sp>
          <p:nvSpPr>
            <p:cNvPr id="61" name="object 4">
              <a:extLst>
                <a:ext uri="{FF2B5EF4-FFF2-40B4-BE49-F238E27FC236}">
                  <a16:creationId xmlns:a16="http://schemas.microsoft.com/office/drawing/2014/main" id="{32089CAB-4499-4C41-927A-21507C6013B3}"/>
                </a:ext>
              </a:extLst>
            </p:cNvPr>
            <p:cNvSpPr txBox="1"/>
            <p:nvPr/>
          </p:nvSpPr>
          <p:spPr>
            <a:xfrm>
              <a:off x="411921" y="5745113"/>
              <a:ext cx="8236713" cy="3206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GB" sz="2000" spc="-5" dirty="0">
                  <a:latin typeface="+mn-lt"/>
                  <a:cs typeface="Times New Roman"/>
                </a:rPr>
                <a:t>We assume the finishing velocity at B will be 0 , </a:t>
              </a:r>
              <a:r>
                <a:rPr lang="en-GB" sz="2000" spc="-5" dirty="0">
                  <a:latin typeface="Symbol"/>
                  <a:cs typeface="Symbol"/>
                </a:rPr>
                <a:t></a:t>
              </a:r>
              <a:r>
                <a:rPr lang="en-GB" sz="2000" spc="-7" baseline="-23809" dirty="0">
                  <a:latin typeface="Times New Roman"/>
                  <a:cs typeface="Times New Roman"/>
                </a:rPr>
                <a:t>f</a:t>
              </a:r>
              <a:r>
                <a:rPr lang="en-GB" sz="2000" spc="-5" dirty="0">
                  <a:latin typeface="+mn-lt"/>
                  <a:cs typeface="Times New Roman"/>
                </a:rPr>
                <a:t> = 0</a:t>
              </a:r>
              <a:endParaRPr lang="en-US" altLang="en-US" sz="2000" dirty="0">
                <a:latin typeface="+mn-lt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67F80B7-0BB2-4A96-A7CA-BBEE980DDC81}"/>
                </a:ext>
              </a:extLst>
            </p:cNvPr>
            <p:cNvSpPr txBox="1"/>
            <p:nvPr/>
          </p:nvSpPr>
          <p:spPr>
            <a:xfrm>
              <a:off x="6052775" y="5525789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F7FB0F1-0568-48E0-B7F0-04F692725025}"/>
              </a:ext>
            </a:extLst>
          </p:cNvPr>
          <p:cNvGrpSpPr/>
          <p:nvPr/>
        </p:nvGrpSpPr>
        <p:grpSpPr>
          <a:xfrm>
            <a:off x="2253716" y="5671354"/>
            <a:ext cx="5164455" cy="872950"/>
            <a:chOff x="1178560" y="5691347"/>
            <a:chExt cx="5164455" cy="872950"/>
          </a:xfrm>
        </p:grpSpPr>
        <p:sp>
          <p:nvSpPr>
            <p:cNvPr id="63" name="object 12">
              <a:extLst>
                <a:ext uri="{FF2B5EF4-FFF2-40B4-BE49-F238E27FC236}">
                  <a16:creationId xmlns:a16="http://schemas.microsoft.com/office/drawing/2014/main" id="{9F3149BC-B0A3-4A5B-92D0-A282BFBBBD75}"/>
                </a:ext>
              </a:extLst>
            </p:cNvPr>
            <p:cNvSpPr txBox="1"/>
            <p:nvPr/>
          </p:nvSpPr>
          <p:spPr>
            <a:xfrm>
              <a:off x="1178560" y="5691347"/>
              <a:ext cx="1605915" cy="6394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4000" spc="125" dirty="0">
                  <a:latin typeface="Symbol"/>
                  <a:cs typeface="Symbol"/>
                </a:rPr>
                <a:t></a:t>
              </a:r>
              <a:r>
                <a:rPr sz="3900" spc="125" dirty="0">
                  <a:latin typeface="Times New Roman"/>
                  <a:cs typeface="Times New Roman"/>
                </a:rPr>
                <a:t>(</a:t>
              </a:r>
              <a:r>
                <a:rPr sz="3900" i="1" spc="125" dirty="0">
                  <a:latin typeface="Times New Roman"/>
                  <a:cs typeface="Times New Roman"/>
                </a:rPr>
                <a:t>t</a:t>
              </a:r>
              <a:r>
                <a:rPr sz="3900" i="1" spc="-810" dirty="0">
                  <a:latin typeface="Times New Roman"/>
                  <a:cs typeface="Times New Roman"/>
                </a:rPr>
                <a:t> </a:t>
              </a:r>
              <a:r>
                <a:rPr sz="3900" spc="-5" dirty="0">
                  <a:latin typeface="Times New Roman"/>
                  <a:cs typeface="Times New Roman"/>
                </a:rPr>
                <a:t>) </a:t>
              </a:r>
              <a:r>
                <a:rPr sz="3900" spc="-10" dirty="0">
                  <a:latin typeface="Symbol"/>
                  <a:cs typeface="Symbol"/>
                </a:rPr>
                <a:t></a:t>
              </a:r>
              <a:r>
                <a:rPr sz="3900" spc="-10" dirty="0">
                  <a:latin typeface="Times New Roman"/>
                  <a:cs typeface="Times New Roman"/>
                </a:rPr>
                <a:t> </a:t>
              </a:r>
              <a:r>
                <a:rPr sz="3900" i="1" spc="-5" dirty="0">
                  <a:latin typeface="Times New Roman"/>
                  <a:cs typeface="Times New Roman"/>
                </a:rPr>
                <a:t>a</a:t>
              </a:r>
              <a:endParaRPr sz="3900" dirty="0">
                <a:latin typeface="Times New Roman"/>
                <a:cs typeface="Times New Roman"/>
              </a:endParaRPr>
            </a:p>
          </p:txBody>
        </p:sp>
        <p:sp>
          <p:nvSpPr>
            <p:cNvPr id="64" name="object 13">
              <a:extLst>
                <a:ext uri="{FF2B5EF4-FFF2-40B4-BE49-F238E27FC236}">
                  <a16:creationId xmlns:a16="http://schemas.microsoft.com/office/drawing/2014/main" id="{BE402AAC-742D-4E73-92C1-320048B34CD6}"/>
                </a:ext>
              </a:extLst>
            </p:cNvPr>
            <p:cNvSpPr txBox="1"/>
            <p:nvPr/>
          </p:nvSpPr>
          <p:spPr>
            <a:xfrm>
              <a:off x="2763520" y="6037579"/>
              <a:ext cx="169545" cy="37147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2250" spc="5" dirty="0">
                  <a:latin typeface="Times New Roman"/>
                  <a:cs typeface="Times New Roman"/>
                </a:rPr>
                <a:t>0</a:t>
              </a:r>
              <a:endParaRPr sz="2250" dirty="0">
                <a:latin typeface="Times New Roman"/>
                <a:cs typeface="Times New Roman"/>
              </a:endParaRPr>
            </a:p>
          </p:txBody>
        </p:sp>
        <p:sp>
          <p:nvSpPr>
            <p:cNvPr id="65" name="object 14">
              <a:extLst>
                <a:ext uri="{FF2B5EF4-FFF2-40B4-BE49-F238E27FC236}">
                  <a16:creationId xmlns:a16="http://schemas.microsoft.com/office/drawing/2014/main" id="{226B8348-A117-4818-AA8E-E627211065D4}"/>
                </a:ext>
              </a:extLst>
            </p:cNvPr>
            <p:cNvSpPr txBox="1"/>
            <p:nvPr/>
          </p:nvSpPr>
          <p:spPr>
            <a:xfrm>
              <a:off x="3041650" y="5847178"/>
              <a:ext cx="3301365" cy="7171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379730" indent="-367030">
                <a:lnSpc>
                  <a:spcPts val="3650"/>
                </a:lnSpc>
                <a:spcBef>
                  <a:spcPts val="90"/>
                </a:spcBef>
                <a:buFont typeface="Symbol"/>
                <a:buChar char=""/>
                <a:tabLst>
                  <a:tab pos="379730" algn="l"/>
                  <a:tab pos="2221865" algn="l"/>
                </a:tabLst>
              </a:pPr>
              <a:r>
                <a:rPr sz="3900" i="1" spc="-5" dirty="0">
                  <a:latin typeface="Times New Roman"/>
                  <a:cs typeface="Times New Roman"/>
                </a:rPr>
                <a:t>a t </a:t>
              </a:r>
              <a:r>
                <a:rPr sz="3900" spc="-10" dirty="0">
                  <a:latin typeface="Symbol"/>
                  <a:cs typeface="Symbol"/>
                </a:rPr>
                <a:t></a:t>
              </a:r>
              <a:r>
                <a:rPr sz="3900" spc="-360" dirty="0">
                  <a:latin typeface="Times New Roman"/>
                  <a:cs typeface="Times New Roman"/>
                </a:rPr>
                <a:t> </a:t>
              </a:r>
              <a:r>
                <a:rPr sz="3900" i="1" spc="-5" dirty="0">
                  <a:latin typeface="Times New Roman"/>
                  <a:cs typeface="Times New Roman"/>
                </a:rPr>
                <a:t>a</a:t>
              </a:r>
              <a:r>
                <a:rPr sz="3900" i="1" spc="265" dirty="0">
                  <a:latin typeface="Times New Roman"/>
                  <a:cs typeface="Times New Roman"/>
                </a:rPr>
                <a:t> </a:t>
              </a:r>
              <a:r>
                <a:rPr sz="3900" i="1" spc="160" dirty="0">
                  <a:latin typeface="Times New Roman"/>
                  <a:cs typeface="Times New Roman"/>
                </a:rPr>
                <a:t>t</a:t>
              </a:r>
              <a:r>
                <a:rPr sz="3375" spc="240" baseline="43209" dirty="0">
                  <a:latin typeface="Times New Roman"/>
                  <a:cs typeface="Times New Roman"/>
                </a:rPr>
                <a:t>2	</a:t>
              </a:r>
              <a:r>
                <a:rPr sz="3900" spc="-10" dirty="0">
                  <a:latin typeface="Symbol"/>
                  <a:cs typeface="Symbol"/>
                </a:rPr>
                <a:t></a:t>
              </a:r>
              <a:r>
                <a:rPr sz="3900" spc="-10" dirty="0">
                  <a:latin typeface="Times New Roman"/>
                  <a:cs typeface="Times New Roman"/>
                </a:rPr>
                <a:t> </a:t>
              </a:r>
              <a:r>
                <a:rPr sz="3900" i="1" spc="-5" dirty="0">
                  <a:latin typeface="Times New Roman"/>
                  <a:cs typeface="Times New Roman"/>
                </a:rPr>
                <a:t>a</a:t>
              </a:r>
              <a:r>
                <a:rPr sz="3900" i="1" spc="-190" dirty="0">
                  <a:latin typeface="Times New Roman"/>
                  <a:cs typeface="Times New Roman"/>
                </a:rPr>
                <a:t> </a:t>
              </a:r>
              <a:r>
                <a:rPr sz="3900" i="1" spc="125" dirty="0">
                  <a:latin typeface="Times New Roman"/>
                  <a:cs typeface="Times New Roman"/>
                </a:rPr>
                <a:t>t</a:t>
              </a:r>
              <a:r>
                <a:rPr sz="3375" spc="187" baseline="43209" dirty="0">
                  <a:latin typeface="Times New Roman"/>
                  <a:cs typeface="Times New Roman"/>
                </a:rPr>
                <a:t>3</a:t>
              </a:r>
              <a:endParaRPr sz="3375" baseline="43209" dirty="0">
                <a:latin typeface="Times New Roman"/>
                <a:cs typeface="Times New Roman"/>
              </a:endParaRPr>
            </a:p>
            <a:p>
              <a:pPr marL="600710">
                <a:lnSpc>
                  <a:spcPts val="1670"/>
                </a:lnSpc>
                <a:tabLst>
                  <a:tab pos="1609725" algn="l"/>
                  <a:tab pos="2831465" algn="l"/>
                </a:tabLst>
              </a:pPr>
              <a:r>
                <a:rPr sz="2250" spc="5" dirty="0">
                  <a:latin typeface="Times New Roman"/>
                  <a:cs typeface="Times New Roman"/>
                </a:rPr>
                <a:t>1	2	3</a:t>
              </a:r>
              <a:endParaRPr sz="2250" dirty="0">
                <a:latin typeface="Times New Roman"/>
                <a:cs typeface="Times New Roman"/>
              </a:endParaRPr>
            </a:p>
          </p:txBody>
        </p:sp>
      </p:grpSp>
      <p:sp>
        <p:nvSpPr>
          <p:cNvPr id="66" name="object 4">
            <a:extLst>
              <a:ext uri="{FF2B5EF4-FFF2-40B4-BE49-F238E27FC236}">
                <a16:creationId xmlns:a16="http://schemas.microsoft.com/office/drawing/2014/main" id="{D8FA30E2-72B8-4464-9D4B-E2E0E989FB00}"/>
              </a:ext>
            </a:extLst>
          </p:cNvPr>
          <p:cNvSpPr txBox="1"/>
          <p:nvPr/>
        </p:nvSpPr>
        <p:spPr>
          <a:xfrm>
            <a:off x="411162" y="51496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sz="2000" spc="-5" dirty="0">
                <a:latin typeface="+mn-lt"/>
                <a:cs typeface="Times New Roman"/>
              </a:rPr>
              <a:t>This requires a cubic polynomial with 4 coefficients to satisfy the 4 constraints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AACACA-D353-48D2-A064-331E7A313CC2}"/>
              </a:ext>
            </a:extLst>
          </p:cNvPr>
          <p:cNvGrpSpPr/>
          <p:nvPr/>
        </p:nvGrpSpPr>
        <p:grpSpPr>
          <a:xfrm>
            <a:off x="5126182" y="461818"/>
            <a:ext cx="1566338" cy="3314849"/>
            <a:chOff x="5126182" y="461818"/>
            <a:chExt cx="1566338" cy="331484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14E96FA-1EA7-4D63-AD72-8674157D9BDD}"/>
                </a:ext>
              </a:extLst>
            </p:cNvPr>
            <p:cNvCxnSpPr/>
            <p:nvPr/>
          </p:nvCxnSpPr>
          <p:spPr>
            <a:xfrm>
              <a:off x="6692520" y="461818"/>
              <a:ext cx="0" cy="33148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E9A3B6B-FC63-4F02-9092-66BB15E88731}"/>
                </a:ext>
              </a:extLst>
            </p:cNvPr>
            <p:cNvCxnSpPr/>
            <p:nvPr/>
          </p:nvCxnSpPr>
          <p:spPr>
            <a:xfrm>
              <a:off x="5126182" y="971032"/>
              <a:ext cx="1440873" cy="8670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E2559C-1EB7-496D-BD41-AC8D1B0B3E73}"/>
              </a:ext>
            </a:extLst>
          </p:cNvPr>
          <p:cNvCxnSpPr/>
          <p:nvPr/>
        </p:nvCxnSpPr>
        <p:spPr>
          <a:xfrm flipH="1" flipV="1">
            <a:off x="6853382" y="2161309"/>
            <a:ext cx="1431636" cy="1063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0" grpId="0"/>
      <p:bldP spid="60" grpId="0"/>
      <p:bldP spid="6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Cubic Polynomials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We can differentiate the polynomial to get: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FDE425A-705B-4A1D-9337-BB424B4A46A9}"/>
              </a:ext>
            </a:extLst>
          </p:cNvPr>
          <p:cNvSpPr txBox="1"/>
          <p:nvPr/>
        </p:nvSpPr>
        <p:spPr>
          <a:xfrm>
            <a:off x="411162" y="2386013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With our starting conditions we get a</a:t>
            </a:r>
            <a:r>
              <a:rPr lang="en-GB" sz="2000" spc="-5" baseline="-25000" dirty="0">
                <a:latin typeface="+mn-lt"/>
                <a:cs typeface="Times New Roman"/>
              </a:rPr>
              <a:t>0</a:t>
            </a:r>
            <a:r>
              <a:rPr lang="en-GB" sz="2000" spc="-5" dirty="0">
                <a:latin typeface="+mn-lt"/>
                <a:cs typeface="Times New Roman"/>
              </a:rPr>
              <a:t>=</a:t>
            </a:r>
            <a:r>
              <a:rPr lang="en-GB" sz="2000" spc="-5" dirty="0">
                <a:latin typeface="Symbol"/>
                <a:cs typeface="Symbol"/>
              </a:rPr>
              <a:t></a:t>
            </a:r>
            <a:r>
              <a:rPr lang="en-GB" sz="2000" spc="-7" baseline="-23809" dirty="0">
                <a:latin typeface="Times New Roman"/>
                <a:cs typeface="Times New Roman"/>
              </a:rPr>
              <a:t>0</a:t>
            </a:r>
            <a:r>
              <a:rPr lang="en-GB" sz="2000" spc="-5" dirty="0">
                <a:latin typeface="+mn-lt"/>
                <a:cs typeface="Times New Roman"/>
              </a:rPr>
              <a:t> and </a:t>
            </a:r>
            <a:r>
              <a:rPr lang="en-GB" sz="2000" spc="-5" dirty="0">
                <a:cs typeface="Times New Roman"/>
              </a:rPr>
              <a:t>a</a:t>
            </a:r>
            <a:r>
              <a:rPr lang="en-GB" sz="2000" spc="-5" baseline="-25000" dirty="0">
                <a:cs typeface="Times New Roman"/>
              </a:rPr>
              <a:t>1</a:t>
            </a:r>
            <a:r>
              <a:rPr lang="en-GB" sz="2000" spc="-5" dirty="0">
                <a:cs typeface="Times New Roman"/>
              </a:rPr>
              <a:t>= 0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6E9AAFB-7F7D-45A6-8852-D87D52A9217A}"/>
              </a:ext>
            </a:extLst>
          </p:cNvPr>
          <p:cNvGrpSpPr/>
          <p:nvPr/>
        </p:nvGrpSpPr>
        <p:grpSpPr>
          <a:xfrm>
            <a:off x="930801" y="867010"/>
            <a:ext cx="4929487" cy="1088991"/>
            <a:chOff x="930801" y="867010"/>
            <a:chExt cx="4929487" cy="1088991"/>
          </a:xfrm>
        </p:grpSpPr>
        <p:sp>
          <p:nvSpPr>
            <p:cNvPr id="63" name="object 12">
              <a:extLst>
                <a:ext uri="{FF2B5EF4-FFF2-40B4-BE49-F238E27FC236}">
                  <a16:creationId xmlns:a16="http://schemas.microsoft.com/office/drawing/2014/main" id="{9F3149BC-B0A3-4A5B-92D0-A282BFBBBD75}"/>
                </a:ext>
              </a:extLst>
            </p:cNvPr>
            <p:cNvSpPr txBox="1"/>
            <p:nvPr/>
          </p:nvSpPr>
          <p:spPr>
            <a:xfrm>
              <a:off x="930801" y="1091783"/>
              <a:ext cx="1605915" cy="63944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4000" spc="125" dirty="0">
                  <a:latin typeface="Symbol"/>
                  <a:cs typeface="Symbol"/>
                </a:rPr>
                <a:t></a:t>
              </a:r>
              <a:r>
                <a:rPr sz="3900" spc="125" dirty="0">
                  <a:latin typeface="Times New Roman"/>
                  <a:cs typeface="Times New Roman"/>
                </a:rPr>
                <a:t>(</a:t>
              </a:r>
              <a:r>
                <a:rPr sz="3900" i="1" spc="125" dirty="0">
                  <a:latin typeface="Times New Roman"/>
                  <a:cs typeface="Times New Roman"/>
                </a:rPr>
                <a:t>t</a:t>
              </a:r>
              <a:r>
                <a:rPr sz="3900" i="1" spc="-810" dirty="0">
                  <a:latin typeface="Times New Roman"/>
                  <a:cs typeface="Times New Roman"/>
                </a:rPr>
                <a:t> </a:t>
              </a:r>
              <a:r>
                <a:rPr sz="3900" spc="-5" dirty="0">
                  <a:latin typeface="Times New Roman"/>
                  <a:cs typeface="Times New Roman"/>
                </a:rPr>
                <a:t>) </a:t>
              </a:r>
              <a:r>
                <a:rPr sz="3900" spc="-10" dirty="0">
                  <a:latin typeface="Symbol"/>
                  <a:cs typeface="Symbol"/>
                </a:rPr>
                <a:t></a:t>
              </a:r>
              <a:r>
                <a:rPr sz="3900" spc="-10" dirty="0">
                  <a:latin typeface="Times New Roman"/>
                  <a:cs typeface="Times New Roman"/>
                </a:rPr>
                <a:t> </a:t>
              </a:r>
              <a:endParaRPr sz="3900" dirty="0">
                <a:latin typeface="Times New Roman"/>
                <a:cs typeface="Times New Roman"/>
              </a:endParaRPr>
            </a:p>
          </p:txBody>
        </p:sp>
        <p:sp>
          <p:nvSpPr>
            <p:cNvPr id="65" name="object 14">
              <a:extLst>
                <a:ext uri="{FF2B5EF4-FFF2-40B4-BE49-F238E27FC236}">
                  <a16:creationId xmlns:a16="http://schemas.microsoft.com/office/drawing/2014/main" id="{226B8348-A117-4818-AA8E-E627211065D4}"/>
                </a:ext>
              </a:extLst>
            </p:cNvPr>
            <p:cNvSpPr txBox="1"/>
            <p:nvPr/>
          </p:nvSpPr>
          <p:spPr>
            <a:xfrm>
              <a:off x="2269635" y="1238882"/>
              <a:ext cx="3590653" cy="7171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379730" indent="-367030">
                <a:lnSpc>
                  <a:spcPts val="3650"/>
                </a:lnSpc>
                <a:spcBef>
                  <a:spcPts val="90"/>
                </a:spcBef>
                <a:buFont typeface="Symbol"/>
                <a:buChar char=""/>
                <a:tabLst>
                  <a:tab pos="379730" algn="l"/>
                  <a:tab pos="2221865" algn="l"/>
                </a:tabLst>
              </a:pPr>
              <a:r>
                <a:rPr sz="3900" i="1" spc="-5" dirty="0">
                  <a:latin typeface="Times New Roman"/>
                  <a:cs typeface="Times New Roman"/>
                </a:rPr>
                <a:t>a  </a:t>
              </a:r>
              <a:r>
                <a:rPr sz="3900" spc="-10" dirty="0">
                  <a:latin typeface="Symbol"/>
                  <a:cs typeface="Symbol"/>
                </a:rPr>
                <a:t></a:t>
              </a:r>
              <a:r>
                <a:rPr sz="3900" spc="-360" dirty="0">
                  <a:latin typeface="Times New Roman"/>
                  <a:cs typeface="Times New Roman"/>
                </a:rPr>
                <a:t> </a:t>
              </a:r>
              <a:r>
                <a:rPr lang="en-GB" sz="3900" spc="-360" dirty="0">
                  <a:latin typeface="Times New Roman"/>
                  <a:cs typeface="Times New Roman"/>
                </a:rPr>
                <a:t> 2</a:t>
              </a:r>
              <a:r>
                <a:rPr sz="3900" i="1" spc="-5" dirty="0">
                  <a:latin typeface="Times New Roman"/>
                  <a:cs typeface="Times New Roman"/>
                </a:rPr>
                <a:t>a</a:t>
              </a:r>
              <a:r>
                <a:rPr sz="3900" i="1" spc="265" dirty="0">
                  <a:latin typeface="Times New Roman"/>
                  <a:cs typeface="Times New Roman"/>
                </a:rPr>
                <a:t> </a:t>
              </a:r>
              <a:r>
                <a:rPr sz="3900" i="1" spc="160" dirty="0">
                  <a:latin typeface="Times New Roman"/>
                  <a:cs typeface="Times New Roman"/>
                </a:rPr>
                <a:t>t</a:t>
              </a:r>
              <a:r>
                <a:rPr sz="3375" spc="240" baseline="43209" dirty="0">
                  <a:latin typeface="Times New Roman"/>
                  <a:cs typeface="Times New Roman"/>
                </a:rPr>
                <a:t>	</a:t>
              </a:r>
              <a:r>
                <a:rPr sz="3900" spc="-10" dirty="0">
                  <a:latin typeface="Symbol"/>
                  <a:cs typeface="Symbol"/>
                </a:rPr>
                <a:t></a:t>
              </a:r>
              <a:r>
                <a:rPr lang="en-GB" sz="3900" spc="-10" dirty="0">
                  <a:latin typeface="Times New Roman"/>
                  <a:cs typeface="Times New Roman"/>
                </a:rPr>
                <a:t>3</a:t>
              </a:r>
              <a:r>
                <a:rPr sz="3900" i="1" spc="-5" dirty="0">
                  <a:latin typeface="Times New Roman"/>
                  <a:cs typeface="Times New Roman"/>
                </a:rPr>
                <a:t>a</a:t>
              </a:r>
              <a:r>
                <a:rPr sz="3900" i="1" spc="-190" dirty="0">
                  <a:latin typeface="Times New Roman"/>
                  <a:cs typeface="Times New Roman"/>
                </a:rPr>
                <a:t> </a:t>
              </a:r>
              <a:r>
                <a:rPr sz="3900" i="1" spc="125" dirty="0">
                  <a:latin typeface="Times New Roman"/>
                  <a:cs typeface="Times New Roman"/>
                </a:rPr>
                <a:t>t</a:t>
              </a:r>
              <a:r>
                <a:rPr lang="en-GB" sz="3375" i="1" spc="187" baseline="43209" dirty="0">
                  <a:latin typeface="Times New Roman"/>
                  <a:cs typeface="Times New Roman"/>
                </a:rPr>
                <a:t>2</a:t>
              </a:r>
              <a:endParaRPr sz="3375" baseline="43209" dirty="0">
                <a:latin typeface="Times New Roman"/>
                <a:cs typeface="Times New Roman"/>
              </a:endParaRPr>
            </a:p>
            <a:p>
              <a:pPr marL="600710">
                <a:lnSpc>
                  <a:spcPts val="1670"/>
                </a:lnSpc>
                <a:tabLst>
                  <a:tab pos="1609725" algn="l"/>
                  <a:tab pos="2831465" algn="l"/>
                </a:tabLst>
              </a:pPr>
              <a:r>
                <a:rPr sz="2250" spc="5" dirty="0">
                  <a:latin typeface="Times New Roman"/>
                  <a:cs typeface="Times New Roman"/>
                </a:rPr>
                <a:t>1	</a:t>
              </a:r>
              <a:r>
                <a:rPr lang="en-GB" sz="2250" spc="5" dirty="0">
                  <a:latin typeface="Times New Roman"/>
                  <a:cs typeface="Times New Roman"/>
                </a:rPr>
                <a:t>  </a:t>
              </a:r>
              <a:r>
                <a:rPr sz="2250" spc="5" dirty="0">
                  <a:latin typeface="Times New Roman"/>
                  <a:cs typeface="Times New Roman"/>
                </a:rPr>
                <a:t>2	</a:t>
              </a:r>
              <a:r>
                <a:rPr lang="en-GB" sz="2250" spc="5" dirty="0">
                  <a:latin typeface="Times New Roman"/>
                  <a:cs typeface="Times New Roman"/>
                </a:rPr>
                <a:t>  </a:t>
              </a:r>
              <a:r>
                <a:rPr sz="2250" spc="5" dirty="0">
                  <a:latin typeface="Times New Roman"/>
                  <a:cs typeface="Times New Roman"/>
                </a:rPr>
                <a:t>3</a:t>
              </a:r>
              <a:endParaRPr sz="2250" dirty="0">
                <a:latin typeface="Times New Roman"/>
                <a:cs typeface="Times New Roman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12B3FD-65B9-4297-9D4F-F781DFBC9144}"/>
                </a:ext>
              </a:extLst>
            </p:cNvPr>
            <p:cNvSpPr/>
            <p:nvPr/>
          </p:nvSpPr>
          <p:spPr>
            <a:xfrm>
              <a:off x="2202688" y="1180702"/>
              <a:ext cx="373888" cy="5505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5AECDD-C3AD-4061-8E6B-83A5850FCF24}"/>
                </a:ext>
              </a:extLst>
            </p:cNvPr>
            <p:cNvSpPr txBox="1"/>
            <p:nvPr/>
          </p:nvSpPr>
          <p:spPr>
            <a:xfrm>
              <a:off x="930801" y="867010"/>
              <a:ext cx="2696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.</a:t>
              </a:r>
            </a:p>
          </p:txBody>
        </p:sp>
      </p:grpSp>
      <p:sp>
        <p:nvSpPr>
          <p:cNvPr id="37" name="object 4">
            <a:extLst>
              <a:ext uri="{FF2B5EF4-FFF2-40B4-BE49-F238E27FC236}">
                <a16:creationId xmlns:a16="http://schemas.microsoft.com/office/drawing/2014/main" id="{EF877C04-75BA-441E-A6B5-4EC72ADABA63}"/>
              </a:ext>
            </a:extLst>
          </p:cNvPr>
          <p:cNvSpPr txBox="1"/>
          <p:nvPr/>
        </p:nvSpPr>
        <p:spPr>
          <a:xfrm>
            <a:off x="411162" y="2904592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So:</a:t>
            </a:r>
          </a:p>
        </p:txBody>
      </p:sp>
      <p:sp>
        <p:nvSpPr>
          <p:cNvPr id="44" name="object 4">
            <a:extLst>
              <a:ext uri="{FF2B5EF4-FFF2-40B4-BE49-F238E27FC236}">
                <a16:creationId xmlns:a16="http://schemas.microsoft.com/office/drawing/2014/main" id="{6F13385F-6F9C-4579-B892-FCFF939AA499}"/>
              </a:ext>
            </a:extLst>
          </p:cNvPr>
          <p:cNvSpPr txBox="1"/>
          <p:nvPr/>
        </p:nvSpPr>
        <p:spPr>
          <a:xfrm>
            <a:off x="405547" y="3913743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and: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0A238A-EF60-4213-849A-27D822EB00FA}"/>
              </a:ext>
            </a:extLst>
          </p:cNvPr>
          <p:cNvGrpSpPr/>
          <p:nvPr/>
        </p:nvGrpSpPr>
        <p:grpSpPr>
          <a:xfrm>
            <a:off x="1018151" y="4097396"/>
            <a:ext cx="5156436" cy="1088991"/>
            <a:chOff x="1018151" y="4097396"/>
            <a:chExt cx="5156436" cy="108899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4AC9138-B8F6-4111-B827-40809D3B726A}"/>
                </a:ext>
              </a:extLst>
            </p:cNvPr>
            <p:cNvGrpSpPr/>
            <p:nvPr/>
          </p:nvGrpSpPr>
          <p:grpSpPr>
            <a:xfrm>
              <a:off x="1018151" y="4097396"/>
              <a:ext cx="4929487" cy="1088991"/>
              <a:chOff x="930801" y="867010"/>
              <a:chExt cx="4929487" cy="1088991"/>
            </a:xfrm>
          </p:grpSpPr>
          <p:sp>
            <p:nvSpPr>
              <p:cNvPr id="67" name="object 12">
                <a:extLst>
                  <a:ext uri="{FF2B5EF4-FFF2-40B4-BE49-F238E27FC236}">
                    <a16:creationId xmlns:a16="http://schemas.microsoft.com/office/drawing/2014/main" id="{D5CBCAD9-806B-4878-B31E-DD1592411846}"/>
                  </a:ext>
                </a:extLst>
              </p:cNvPr>
              <p:cNvSpPr txBox="1"/>
              <p:nvPr/>
            </p:nvSpPr>
            <p:spPr>
              <a:xfrm>
                <a:off x="930801" y="1091783"/>
                <a:ext cx="1605915" cy="639445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sz="4000" spc="125" dirty="0">
                    <a:latin typeface="Symbol"/>
                    <a:cs typeface="Symbol"/>
                  </a:rPr>
                  <a:t></a:t>
                </a:r>
                <a:r>
                  <a:rPr sz="3900" spc="125" dirty="0">
                    <a:latin typeface="Times New Roman"/>
                    <a:cs typeface="Times New Roman"/>
                  </a:rPr>
                  <a:t>(</a:t>
                </a:r>
                <a:r>
                  <a:rPr sz="3900" i="1" spc="125" dirty="0">
                    <a:latin typeface="Times New Roman"/>
                    <a:cs typeface="Times New Roman"/>
                  </a:rPr>
                  <a:t>t</a:t>
                </a:r>
                <a:r>
                  <a:rPr lang="en-GB" sz="3900" i="1" spc="125" baseline="-25000" dirty="0">
                    <a:latin typeface="Times New Roman"/>
                    <a:cs typeface="Times New Roman"/>
                  </a:rPr>
                  <a:t>f</a:t>
                </a:r>
                <a:r>
                  <a:rPr sz="3900" i="1" spc="-810" dirty="0">
                    <a:latin typeface="Times New Roman"/>
                    <a:cs typeface="Times New Roman"/>
                  </a:rPr>
                  <a:t> </a:t>
                </a:r>
                <a:r>
                  <a:rPr sz="3900" spc="-5" dirty="0">
                    <a:latin typeface="Times New Roman"/>
                    <a:cs typeface="Times New Roman"/>
                  </a:rPr>
                  <a:t>) </a:t>
                </a:r>
                <a:r>
                  <a:rPr sz="3900" spc="-10" dirty="0">
                    <a:latin typeface="Symbol"/>
                    <a:cs typeface="Symbol"/>
                  </a:rPr>
                  <a:t></a:t>
                </a:r>
                <a:r>
                  <a:rPr sz="3900" spc="-10" dirty="0">
                    <a:latin typeface="Times New Roman"/>
                    <a:cs typeface="Times New Roman"/>
                  </a:rPr>
                  <a:t> </a:t>
                </a:r>
                <a:endParaRPr sz="39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14">
                <a:extLst>
                  <a:ext uri="{FF2B5EF4-FFF2-40B4-BE49-F238E27FC236}">
                    <a16:creationId xmlns:a16="http://schemas.microsoft.com/office/drawing/2014/main" id="{690E9AB3-E102-4915-9385-DA1D00E5A2A7}"/>
                  </a:ext>
                </a:extLst>
              </p:cNvPr>
              <p:cNvSpPr txBox="1"/>
              <p:nvPr/>
            </p:nvSpPr>
            <p:spPr>
              <a:xfrm>
                <a:off x="2269635" y="1238882"/>
                <a:ext cx="3590653" cy="7171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ts val="3650"/>
                  </a:lnSpc>
                  <a:spcBef>
                    <a:spcPts val="90"/>
                  </a:spcBef>
                  <a:tabLst>
                    <a:tab pos="379730" algn="l"/>
                    <a:tab pos="2221865" algn="l"/>
                  </a:tabLst>
                </a:pPr>
                <a:r>
                  <a:rPr sz="3900" spc="-360" dirty="0">
                    <a:latin typeface="Times New Roman"/>
                    <a:cs typeface="Times New Roman"/>
                  </a:rPr>
                  <a:t> </a:t>
                </a:r>
                <a:r>
                  <a:rPr lang="en-GB" sz="3900" spc="-360" dirty="0">
                    <a:latin typeface="Times New Roman"/>
                    <a:cs typeface="Times New Roman"/>
                  </a:rPr>
                  <a:t> 2</a:t>
                </a:r>
                <a:r>
                  <a:rPr sz="3900" i="1" spc="-5" dirty="0">
                    <a:latin typeface="Times New Roman"/>
                    <a:cs typeface="Times New Roman"/>
                  </a:rPr>
                  <a:t>a</a:t>
                </a:r>
                <a:r>
                  <a:rPr sz="3900" i="1" spc="265" dirty="0">
                    <a:latin typeface="Times New Roman"/>
                    <a:cs typeface="Times New Roman"/>
                  </a:rPr>
                  <a:t> </a:t>
                </a:r>
                <a:r>
                  <a:rPr lang="en-GB" sz="3900" i="1" spc="160" dirty="0">
                    <a:latin typeface="Times New Roman"/>
                    <a:cs typeface="Times New Roman"/>
                  </a:rPr>
                  <a:t>t</a:t>
                </a:r>
                <a:r>
                  <a:rPr sz="3900" spc="-10" dirty="0">
                    <a:latin typeface="Symbol"/>
                    <a:cs typeface="Symbol"/>
                  </a:rPr>
                  <a:t></a:t>
                </a:r>
                <a:r>
                  <a:rPr lang="en-GB" sz="3900" spc="-10" dirty="0">
                    <a:latin typeface="Times New Roman"/>
                    <a:cs typeface="Times New Roman"/>
                  </a:rPr>
                  <a:t>3</a:t>
                </a:r>
                <a:r>
                  <a:rPr sz="3900" i="1" spc="-5" dirty="0">
                    <a:latin typeface="Times New Roman"/>
                    <a:cs typeface="Times New Roman"/>
                  </a:rPr>
                  <a:t>a</a:t>
                </a:r>
                <a:r>
                  <a:rPr sz="3900" i="1" spc="-190" dirty="0">
                    <a:latin typeface="Times New Roman"/>
                    <a:cs typeface="Times New Roman"/>
                  </a:rPr>
                  <a:t> </a:t>
                </a:r>
                <a:r>
                  <a:rPr sz="3900" i="1" spc="125" dirty="0">
                    <a:latin typeface="Times New Roman"/>
                    <a:cs typeface="Times New Roman"/>
                  </a:rPr>
                  <a:t>t</a:t>
                </a:r>
                <a:r>
                  <a:rPr lang="en-GB" sz="3375" i="1" spc="187" baseline="43209" dirty="0">
                    <a:latin typeface="Times New Roman"/>
                    <a:cs typeface="Times New Roman"/>
                  </a:rPr>
                  <a:t>2</a:t>
                </a:r>
                <a:endParaRPr sz="3375" baseline="43209" dirty="0">
                  <a:latin typeface="Times New Roman"/>
                  <a:cs typeface="Times New Roman"/>
                </a:endParaRPr>
              </a:p>
              <a:p>
                <a:pPr marL="600710">
                  <a:lnSpc>
                    <a:spcPts val="1670"/>
                  </a:lnSpc>
                  <a:tabLst>
                    <a:tab pos="1609725" algn="l"/>
                    <a:tab pos="2831465" algn="l"/>
                  </a:tabLst>
                </a:pPr>
                <a:r>
                  <a:rPr lang="en-GB" sz="2250" spc="5" dirty="0">
                    <a:latin typeface="Times New Roman"/>
                    <a:cs typeface="Times New Roman"/>
                  </a:rPr>
                  <a:t>2</a:t>
                </a:r>
                <a:r>
                  <a:rPr sz="2250" spc="5" dirty="0">
                    <a:latin typeface="Times New Roman"/>
                    <a:cs typeface="Times New Roman"/>
                  </a:rPr>
                  <a:t>	</a:t>
                </a:r>
                <a:r>
                  <a:rPr lang="en-GB" sz="2250" spc="5" dirty="0">
                    <a:latin typeface="Times New Roman"/>
                    <a:cs typeface="Times New Roman"/>
                  </a:rPr>
                  <a:t> 3</a:t>
                </a:r>
                <a:r>
                  <a:rPr sz="2250" spc="5" dirty="0">
                    <a:latin typeface="Times New Roman"/>
                    <a:cs typeface="Times New Roman"/>
                  </a:rPr>
                  <a:t>	</a:t>
                </a:r>
                <a:r>
                  <a:rPr lang="en-GB" sz="2250" spc="5" dirty="0">
                    <a:latin typeface="Times New Roman"/>
                    <a:cs typeface="Times New Roman"/>
                  </a:rPr>
                  <a:t> </a:t>
                </a:r>
                <a:endParaRPr sz="22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38B226-A48D-4149-AF63-1610D26C6BBC}"/>
                  </a:ext>
                </a:extLst>
              </p:cNvPr>
              <p:cNvSpPr txBox="1"/>
              <p:nvPr/>
            </p:nvSpPr>
            <p:spPr>
              <a:xfrm>
                <a:off x="930801" y="867010"/>
                <a:ext cx="269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.</a:t>
                </a:r>
              </a:p>
            </p:txBody>
          </p:sp>
        </p:grpSp>
        <p:sp>
          <p:nvSpPr>
            <p:cNvPr id="71" name="object 12">
              <a:extLst>
                <a:ext uri="{FF2B5EF4-FFF2-40B4-BE49-F238E27FC236}">
                  <a16:creationId xmlns:a16="http://schemas.microsoft.com/office/drawing/2014/main" id="{CE15DCBB-2224-4B92-BBCF-D8CD10AC1070}"/>
                </a:ext>
              </a:extLst>
            </p:cNvPr>
            <p:cNvSpPr txBox="1"/>
            <p:nvPr/>
          </p:nvSpPr>
          <p:spPr>
            <a:xfrm>
              <a:off x="4568672" y="4381443"/>
              <a:ext cx="1605915" cy="63158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900" spc="-10" dirty="0">
                  <a:latin typeface="Symbol"/>
                  <a:cs typeface="Symbol"/>
                </a:rPr>
                <a:t></a:t>
              </a:r>
              <a:r>
                <a:rPr lang="en-GB" sz="3900" spc="-10" dirty="0">
                  <a:latin typeface="Symbol"/>
                  <a:cs typeface="Symbol"/>
                </a:rPr>
                <a:t> 0</a:t>
              </a:r>
              <a:r>
                <a:rPr sz="3900" spc="-10" dirty="0">
                  <a:latin typeface="Times New Roman"/>
                  <a:cs typeface="Times New Roman"/>
                </a:rPr>
                <a:t> </a:t>
              </a:r>
              <a:endParaRPr sz="39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723B3E-0411-4CCD-9EA2-83EEDA7CD9F9}"/>
              </a:ext>
            </a:extLst>
          </p:cNvPr>
          <p:cNvGrpSpPr/>
          <p:nvPr/>
        </p:nvGrpSpPr>
        <p:grpSpPr>
          <a:xfrm>
            <a:off x="1010132" y="3114912"/>
            <a:ext cx="5740463" cy="872950"/>
            <a:chOff x="1010132" y="3114912"/>
            <a:chExt cx="5740463" cy="87295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ED2EB91-24EB-4A60-89AC-6D2EAB350FC7}"/>
                </a:ext>
              </a:extLst>
            </p:cNvPr>
            <p:cNvGrpSpPr/>
            <p:nvPr/>
          </p:nvGrpSpPr>
          <p:grpSpPr>
            <a:xfrm>
              <a:off x="1010132" y="3114912"/>
              <a:ext cx="5164455" cy="872950"/>
              <a:chOff x="1178560" y="5691347"/>
              <a:chExt cx="5164455" cy="872950"/>
            </a:xfrm>
          </p:grpSpPr>
          <p:sp>
            <p:nvSpPr>
              <p:cNvPr id="39" name="object 12">
                <a:extLst>
                  <a:ext uri="{FF2B5EF4-FFF2-40B4-BE49-F238E27FC236}">
                    <a16:creationId xmlns:a16="http://schemas.microsoft.com/office/drawing/2014/main" id="{DF66D30B-B10F-4AA0-BFEB-D35AE3C8D9B2}"/>
                  </a:ext>
                </a:extLst>
              </p:cNvPr>
              <p:cNvSpPr txBox="1"/>
              <p:nvPr/>
            </p:nvSpPr>
            <p:spPr>
              <a:xfrm>
                <a:off x="1178560" y="5691347"/>
                <a:ext cx="1754505" cy="631583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sz="4000" spc="125" dirty="0">
                    <a:latin typeface="Symbol"/>
                    <a:cs typeface="Symbol"/>
                  </a:rPr>
                  <a:t></a:t>
                </a:r>
                <a:r>
                  <a:rPr sz="3900" spc="125" dirty="0">
                    <a:latin typeface="Times New Roman"/>
                    <a:cs typeface="Times New Roman"/>
                  </a:rPr>
                  <a:t>(</a:t>
                </a:r>
                <a:r>
                  <a:rPr sz="3900" i="1" spc="125" dirty="0">
                    <a:latin typeface="Times New Roman"/>
                    <a:cs typeface="Times New Roman"/>
                  </a:rPr>
                  <a:t>t</a:t>
                </a:r>
                <a:r>
                  <a:rPr lang="en-GB" sz="3900" i="1" spc="125" baseline="-25000" dirty="0">
                    <a:latin typeface="Times New Roman"/>
                    <a:cs typeface="Times New Roman"/>
                  </a:rPr>
                  <a:t>f</a:t>
                </a:r>
                <a:r>
                  <a:rPr sz="3900" i="1" spc="-810" dirty="0">
                    <a:latin typeface="Times New Roman"/>
                    <a:cs typeface="Times New Roman"/>
                  </a:rPr>
                  <a:t> </a:t>
                </a:r>
                <a:r>
                  <a:rPr sz="3900" spc="-5" dirty="0">
                    <a:latin typeface="Times New Roman"/>
                    <a:cs typeface="Times New Roman"/>
                  </a:rPr>
                  <a:t>) </a:t>
                </a:r>
                <a:r>
                  <a:rPr sz="3900" spc="-10" dirty="0">
                    <a:latin typeface="Symbol"/>
                    <a:cs typeface="Symbol"/>
                  </a:rPr>
                  <a:t></a:t>
                </a:r>
                <a:r>
                  <a:rPr lang="en-GB" sz="3900" spc="-10" dirty="0">
                    <a:latin typeface="Symbol"/>
                    <a:cs typeface="Symbol"/>
                  </a:rPr>
                  <a:t> </a:t>
                </a:r>
                <a:r>
                  <a:rPr lang="en-GB" sz="3600" spc="125" dirty="0">
                    <a:latin typeface="Symbol"/>
                    <a:cs typeface="Symbol"/>
                  </a:rPr>
                  <a:t></a:t>
                </a:r>
                <a:r>
                  <a:rPr sz="3900" spc="-10" dirty="0">
                    <a:latin typeface="Times New Roman"/>
                    <a:cs typeface="Times New Roman"/>
                  </a:rPr>
                  <a:t> </a:t>
                </a:r>
                <a:endParaRPr sz="39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2" name="object 13">
                <a:extLst>
                  <a:ext uri="{FF2B5EF4-FFF2-40B4-BE49-F238E27FC236}">
                    <a16:creationId xmlns:a16="http://schemas.microsoft.com/office/drawing/2014/main" id="{D6DF0AF6-4D5F-47FC-80D0-555D011D0E34}"/>
                  </a:ext>
                </a:extLst>
              </p:cNvPr>
              <p:cNvSpPr txBox="1"/>
              <p:nvPr/>
            </p:nvSpPr>
            <p:spPr>
              <a:xfrm>
                <a:off x="2817812" y="6129177"/>
                <a:ext cx="169545" cy="371475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</a:pPr>
                <a:r>
                  <a:rPr sz="2250" spc="5" dirty="0">
                    <a:latin typeface="Times New Roman"/>
                    <a:cs typeface="Times New Roman"/>
                  </a:rPr>
                  <a:t>0</a:t>
                </a:r>
                <a:endParaRPr sz="22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3" name="object 14">
                <a:extLst>
                  <a:ext uri="{FF2B5EF4-FFF2-40B4-BE49-F238E27FC236}">
                    <a16:creationId xmlns:a16="http://schemas.microsoft.com/office/drawing/2014/main" id="{09520DDA-5D20-4750-81CB-009A58600456}"/>
                  </a:ext>
                </a:extLst>
              </p:cNvPr>
              <p:cNvSpPr txBox="1"/>
              <p:nvPr/>
            </p:nvSpPr>
            <p:spPr>
              <a:xfrm>
                <a:off x="3041650" y="5847178"/>
                <a:ext cx="3301365" cy="7171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ts val="3650"/>
                  </a:lnSpc>
                  <a:spcBef>
                    <a:spcPts val="90"/>
                  </a:spcBef>
                  <a:tabLst>
                    <a:tab pos="379730" algn="l"/>
                    <a:tab pos="2221865" algn="l"/>
                  </a:tabLst>
                </a:pPr>
                <a:r>
                  <a:rPr sz="3900" spc="-10" dirty="0">
                    <a:latin typeface="Symbol"/>
                    <a:cs typeface="Symbol"/>
                  </a:rPr>
                  <a:t></a:t>
                </a:r>
                <a:r>
                  <a:rPr sz="3900" spc="-360" dirty="0">
                    <a:latin typeface="Times New Roman"/>
                    <a:cs typeface="Times New Roman"/>
                  </a:rPr>
                  <a:t> </a:t>
                </a:r>
                <a:r>
                  <a:rPr sz="3900" i="1" spc="-5" dirty="0">
                    <a:latin typeface="Times New Roman"/>
                    <a:cs typeface="Times New Roman"/>
                  </a:rPr>
                  <a:t>a</a:t>
                </a:r>
                <a:r>
                  <a:rPr sz="3900" i="1" spc="265" dirty="0">
                    <a:latin typeface="Times New Roman"/>
                    <a:cs typeface="Times New Roman"/>
                  </a:rPr>
                  <a:t> </a:t>
                </a:r>
                <a:r>
                  <a:rPr sz="3900" i="1" spc="160" dirty="0">
                    <a:latin typeface="Times New Roman"/>
                    <a:cs typeface="Times New Roman"/>
                  </a:rPr>
                  <a:t>t</a:t>
                </a:r>
                <a:r>
                  <a:rPr lang="en-GB" sz="3375" spc="240" baseline="43209" dirty="0">
                    <a:latin typeface="Times New Roman"/>
                    <a:cs typeface="Times New Roman"/>
                  </a:rPr>
                  <a:t>2</a:t>
                </a:r>
                <a:r>
                  <a:rPr sz="3900" spc="-10" dirty="0">
                    <a:latin typeface="Symbol"/>
                    <a:cs typeface="Symbol"/>
                  </a:rPr>
                  <a:t></a:t>
                </a:r>
                <a:r>
                  <a:rPr sz="3900" spc="-10" dirty="0">
                    <a:latin typeface="Times New Roman"/>
                    <a:cs typeface="Times New Roman"/>
                  </a:rPr>
                  <a:t> </a:t>
                </a:r>
                <a:r>
                  <a:rPr sz="3900" i="1" spc="-5" dirty="0">
                    <a:latin typeface="Times New Roman"/>
                    <a:cs typeface="Times New Roman"/>
                  </a:rPr>
                  <a:t>a</a:t>
                </a:r>
                <a:r>
                  <a:rPr sz="3900" i="1" spc="-190" dirty="0">
                    <a:latin typeface="Times New Roman"/>
                    <a:cs typeface="Times New Roman"/>
                  </a:rPr>
                  <a:t> </a:t>
                </a:r>
                <a:r>
                  <a:rPr sz="3900" i="1" spc="125" dirty="0">
                    <a:latin typeface="Times New Roman"/>
                    <a:cs typeface="Times New Roman"/>
                  </a:rPr>
                  <a:t>t</a:t>
                </a:r>
                <a:r>
                  <a:rPr sz="3375" spc="187" baseline="43209" dirty="0">
                    <a:latin typeface="Times New Roman"/>
                    <a:cs typeface="Times New Roman"/>
                  </a:rPr>
                  <a:t>3</a:t>
                </a:r>
                <a:endParaRPr sz="3375" baseline="43209" dirty="0">
                  <a:latin typeface="Times New Roman"/>
                  <a:cs typeface="Times New Roman"/>
                </a:endParaRPr>
              </a:p>
              <a:p>
                <a:pPr marL="600710">
                  <a:lnSpc>
                    <a:spcPts val="1670"/>
                  </a:lnSpc>
                  <a:tabLst>
                    <a:tab pos="1609725" algn="l"/>
                    <a:tab pos="2831465" algn="l"/>
                  </a:tabLst>
                </a:pPr>
                <a:r>
                  <a:rPr lang="en-GB" sz="2250" spc="5" dirty="0">
                    <a:latin typeface="Times New Roman"/>
                    <a:cs typeface="Times New Roman"/>
                  </a:rPr>
                  <a:t>2</a:t>
                </a:r>
                <a:r>
                  <a:rPr sz="2250" spc="5" dirty="0">
                    <a:latin typeface="Times New Roman"/>
                    <a:cs typeface="Times New Roman"/>
                  </a:rPr>
                  <a:t>	</a:t>
                </a:r>
                <a:r>
                  <a:rPr lang="en-GB" sz="2250" spc="5" dirty="0">
                    <a:latin typeface="Times New Roman"/>
                    <a:cs typeface="Times New Roman"/>
                  </a:rPr>
                  <a:t> 3</a:t>
                </a:r>
                <a:endParaRPr sz="2250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72" name="object 12">
              <a:extLst>
                <a:ext uri="{FF2B5EF4-FFF2-40B4-BE49-F238E27FC236}">
                  <a16:creationId xmlns:a16="http://schemas.microsoft.com/office/drawing/2014/main" id="{1DB1E4B1-7609-40A1-9C33-79EB9BB81C46}"/>
                </a:ext>
              </a:extLst>
            </p:cNvPr>
            <p:cNvSpPr txBox="1"/>
            <p:nvPr/>
          </p:nvSpPr>
          <p:spPr>
            <a:xfrm>
              <a:off x="5144680" y="3146097"/>
              <a:ext cx="1605915" cy="63158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lang="en-GB" sz="4000" spc="125" dirty="0">
                  <a:latin typeface="Symbol"/>
                  <a:cs typeface="Symbol"/>
                </a:rPr>
                <a:t>= </a:t>
              </a:r>
              <a:r>
                <a:rPr sz="4000" spc="125" dirty="0">
                  <a:latin typeface="Symbol"/>
                  <a:cs typeface="Symbol"/>
                </a:rPr>
                <a:t></a:t>
              </a:r>
              <a:r>
                <a:rPr lang="en-GB" sz="3900" i="1" spc="125" baseline="-25000" dirty="0">
                  <a:latin typeface="Times New Roman"/>
                  <a:cs typeface="Times New Roman"/>
                </a:rPr>
                <a:t>f</a:t>
              </a:r>
              <a:r>
                <a:rPr sz="3900" i="1" spc="-810" dirty="0">
                  <a:latin typeface="Times New Roman"/>
                  <a:cs typeface="Times New Roman"/>
                </a:rPr>
                <a:t> </a:t>
              </a:r>
              <a:r>
                <a:rPr sz="3900" spc="-10" dirty="0">
                  <a:latin typeface="Times New Roman"/>
                  <a:cs typeface="Times New Roman"/>
                </a:rPr>
                <a:t> </a:t>
              </a:r>
              <a:endParaRPr sz="3900" dirty="0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208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0" grpId="0"/>
      <p:bldP spid="37" grpId="0"/>
      <p:bldP spid="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Cubic Polynomials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From these simultaneous equations we get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117594-6F6F-4B2A-8DB3-E2E319AFC8EA}"/>
              </a:ext>
            </a:extLst>
          </p:cNvPr>
          <p:cNvGrpSpPr/>
          <p:nvPr/>
        </p:nvGrpSpPr>
        <p:grpSpPr>
          <a:xfrm>
            <a:off x="864870" y="1161142"/>
            <a:ext cx="7707629" cy="2630316"/>
            <a:chOff x="864870" y="1161142"/>
            <a:chExt cx="7707629" cy="26303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9F65FDB-5734-43E2-BBE1-61D4B1B8DDE1}"/>
                </a:ext>
              </a:extLst>
            </p:cNvPr>
            <p:cNvGrpSpPr/>
            <p:nvPr/>
          </p:nvGrpSpPr>
          <p:grpSpPr>
            <a:xfrm>
              <a:off x="864870" y="1161142"/>
              <a:ext cx="7707629" cy="2630316"/>
              <a:chOff x="864870" y="1161142"/>
              <a:chExt cx="7707629" cy="2630316"/>
            </a:xfrm>
          </p:grpSpPr>
          <p:sp>
            <p:nvSpPr>
              <p:cNvPr id="34" name="object 4">
                <a:extLst>
                  <a:ext uri="{FF2B5EF4-FFF2-40B4-BE49-F238E27FC236}">
                    <a16:creationId xmlns:a16="http://schemas.microsoft.com/office/drawing/2014/main" id="{3DA8928A-A06A-4CD2-8F73-D153036AA016}"/>
                  </a:ext>
                </a:extLst>
              </p:cNvPr>
              <p:cNvSpPr txBox="1"/>
              <p:nvPr/>
            </p:nvSpPr>
            <p:spPr>
              <a:xfrm>
                <a:off x="864870" y="1161142"/>
                <a:ext cx="1430020" cy="692150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  <a:tabLst>
                    <a:tab pos="615315" algn="l"/>
                  </a:tabLst>
                </a:pPr>
                <a:r>
                  <a:rPr sz="4200" i="1" spc="15" dirty="0">
                    <a:latin typeface="Times New Roman"/>
                    <a:cs typeface="Times New Roman"/>
                  </a:rPr>
                  <a:t>a</a:t>
                </a:r>
                <a:r>
                  <a:rPr sz="3675" spc="22" baseline="-23809" dirty="0">
                    <a:latin typeface="Times New Roman"/>
                    <a:cs typeface="Times New Roman"/>
                  </a:rPr>
                  <a:t>0	</a:t>
                </a:r>
                <a:r>
                  <a:rPr sz="4200" spc="5" dirty="0">
                    <a:latin typeface="Symbol"/>
                    <a:cs typeface="Symbol"/>
                  </a:rPr>
                  <a:t></a:t>
                </a:r>
                <a:r>
                  <a:rPr sz="4200" spc="-390" dirty="0">
                    <a:latin typeface="Times New Roman"/>
                    <a:cs typeface="Times New Roman"/>
                  </a:rPr>
                  <a:t> </a:t>
                </a:r>
                <a:r>
                  <a:rPr sz="4350" spc="-130" dirty="0">
                    <a:latin typeface="Symbol"/>
                    <a:cs typeface="Symbol"/>
                  </a:rPr>
                  <a:t></a:t>
                </a:r>
                <a:r>
                  <a:rPr sz="3675" spc="-195" baseline="-23809" dirty="0">
                    <a:latin typeface="Times New Roman"/>
                    <a:cs typeface="Times New Roman"/>
                  </a:rPr>
                  <a:t>0</a:t>
                </a:r>
                <a:endParaRPr sz="3675" baseline="-23809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36" name="object 5">
                <a:extLst>
                  <a:ext uri="{FF2B5EF4-FFF2-40B4-BE49-F238E27FC236}">
                    <a16:creationId xmlns:a16="http://schemas.microsoft.com/office/drawing/2014/main" id="{7EFDA68D-FA59-48C4-BFA5-0212369E9771}"/>
                  </a:ext>
                </a:extLst>
              </p:cNvPr>
              <p:cNvSpPr txBox="1"/>
              <p:nvPr/>
            </p:nvSpPr>
            <p:spPr>
              <a:xfrm>
                <a:off x="5275579" y="1261617"/>
                <a:ext cx="1129030" cy="59563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  <a:tabLst>
                    <a:tab pos="498475" algn="l"/>
                  </a:tabLst>
                </a:pPr>
                <a:r>
                  <a:rPr sz="3750" i="1" spc="-95" dirty="0">
                    <a:latin typeface="Times New Roman"/>
                    <a:cs typeface="Times New Roman"/>
                  </a:rPr>
                  <a:t>a</a:t>
                </a:r>
                <a:r>
                  <a:rPr sz="3225" spc="-142" baseline="-24547" dirty="0">
                    <a:latin typeface="Times New Roman"/>
                    <a:cs typeface="Times New Roman"/>
                  </a:rPr>
                  <a:t>1	</a:t>
                </a:r>
                <a:r>
                  <a:rPr sz="3750" spc="-10" dirty="0">
                    <a:latin typeface="Symbol"/>
                    <a:cs typeface="Symbol"/>
                  </a:rPr>
                  <a:t></a:t>
                </a:r>
                <a:r>
                  <a:rPr sz="3750" spc="-90" dirty="0">
                    <a:latin typeface="Times New Roman"/>
                    <a:cs typeface="Times New Roman"/>
                  </a:rPr>
                  <a:t> </a:t>
                </a:r>
                <a:r>
                  <a:rPr sz="3750" spc="-10" dirty="0">
                    <a:latin typeface="Times New Roman"/>
                    <a:cs typeface="Times New Roman"/>
                  </a:rPr>
                  <a:t>0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  <p:sp>
            <p:nvSpPr>
              <p:cNvPr id="37" name="object 6">
                <a:extLst>
                  <a:ext uri="{FF2B5EF4-FFF2-40B4-BE49-F238E27FC236}">
                    <a16:creationId xmlns:a16="http://schemas.microsoft.com/office/drawing/2014/main" id="{7ABD4C06-D98A-4ED6-A619-F7E6CEAA2F13}"/>
                  </a:ext>
                </a:extLst>
              </p:cNvPr>
              <p:cNvSpPr/>
              <p:nvPr/>
            </p:nvSpPr>
            <p:spPr>
              <a:xfrm>
                <a:off x="1930399" y="3026917"/>
                <a:ext cx="486409" cy="0"/>
              </a:xfrm>
              <a:custGeom>
                <a:avLst/>
                <a:gdLst/>
                <a:ahLst/>
                <a:cxnLst/>
                <a:rect l="l" t="t" r="r" b="b"/>
                <a:pathLst>
                  <a:path w="486410">
                    <a:moveTo>
                      <a:pt x="0" y="0"/>
                    </a:moveTo>
                    <a:lnTo>
                      <a:pt x="486409" y="0"/>
                    </a:lnTo>
                  </a:path>
                </a:pathLst>
              </a:custGeom>
              <a:ln w="2286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7">
                <a:extLst>
                  <a:ext uri="{FF2B5EF4-FFF2-40B4-BE49-F238E27FC236}">
                    <a16:creationId xmlns:a16="http://schemas.microsoft.com/office/drawing/2014/main" id="{4D6878C7-78C5-494E-9ADC-52AEB64ED186}"/>
                  </a:ext>
                </a:extLst>
              </p:cNvPr>
              <p:cNvSpPr txBox="1"/>
              <p:nvPr/>
            </p:nvSpPr>
            <p:spPr>
              <a:xfrm>
                <a:off x="1948180" y="3029458"/>
                <a:ext cx="175260" cy="67183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4250" i="1" spc="-5" dirty="0">
                    <a:latin typeface="Times New Roman"/>
                    <a:cs typeface="Times New Roman"/>
                  </a:rPr>
                  <a:t>t</a:t>
                </a:r>
                <a:endParaRPr sz="4250">
                  <a:latin typeface="Times New Roman"/>
                  <a:cs typeface="Times New Roman"/>
                </a:endParaRPr>
              </a:p>
            </p:txBody>
          </p:sp>
          <p:sp>
            <p:nvSpPr>
              <p:cNvPr id="39" name="object 8">
                <a:extLst>
                  <a:ext uri="{FF2B5EF4-FFF2-40B4-BE49-F238E27FC236}">
                    <a16:creationId xmlns:a16="http://schemas.microsoft.com/office/drawing/2014/main" id="{F700B0FA-8048-45EE-9C44-2660FB70602E}"/>
                  </a:ext>
                </a:extLst>
              </p:cNvPr>
              <p:cNvSpPr txBox="1"/>
              <p:nvPr/>
            </p:nvSpPr>
            <p:spPr>
              <a:xfrm>
                <a:off x="2960370" y="3010408"/>
                <a:ext cx="113030" cy="40386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2450" i="1" spc="0" dirty="0">
                    <a:latin typeface="Times New Roman"/>
                    <a:cs typeface="Times New Roman"/>
                  </a:rPr>
                  <a:t>f</a:t>
                </a:r>
                <a:endParaRPr sz="2450">
                  <a:latin typeface="Times New Roman"/>
                  <a:cs typeface="Times New Roman"/>
                </a:endParaRPr>
              </a:p>
            </p:txBody>
          </p:sp>
          <p:sp>
            <p:nvSpPr>
              <p:cNvPr id="42" name="object 9">
                <a:extLst>
                  <a:ext uri="{FF2B5EF4-FFF2-40B4-BE49-F238E27FC236}">
                    <a16:creationId xmlns:a16="http://schemas.microsoft.com/office/drawing/2014/main" id="{F7939CE5-F5FD-4EC2-8341-F86730EEFE7D}"/>
                  </a:ext>
                </a:extLst>
              </p:cNvPr>
              <p:cNvSpPr txBox="1"/>
              <p:nvPr/>
            </p:nvSpPr>
            <p:spPr>
              <a:xfrm>
                <a:off x="1139189" y="3010408"/>
                <a:ext cx="182880" cy="40386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2450" spc="5" dirty="0">
                    <a:latin typeface="Times New Roman"/>
                    <a:cs typeface="Times New Roman"/>
                  </a:rPr>
                  <a:t>2</a:t>
                </a:r>
                <a:endParaRPr sz="2450">
                  <a:latin typeface="Times New Roman"/>
                  <a:cs typeface="Times New Roman"/>
                </a:endParaRPr>
              </a:p>
            </p:txBody>
          </p:sp>
          <p:sp>
            <p:nvSpPr>
              <p:cNvPr id="43" name="object 10">
                <a:extLst>
                  <a:ext uri="{FF2B5EF4-FFF2-40B4-BE49-F238E27FC236}">
                    <a16:creationId xmlns:a16="http://schemas.microsoft.com/office/drawing/2014/main" id="{3B18417E-11E2-4C6B-B78F-9E8687B193BF}"/>
                  </a:ext>
                </a:extLst>
              </p:cNvPr>
              <p:cNvSpPr txBox="1"/>
              <p:nvPr/>
            </p:nvSpPr>
            <p:spPr>
              <a:xfrm>
                <a:off x="2145030" y="3011678"/>
                <a:ext cx="182880" cy="77978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2450" spc="5" dirty="0">
                    <a:latin typeface="Times New Roman"/>
                    <a:cs typeface="Times New Roman"/>
                  </a:rPr>
                  <a:t>2</a:t>
                </a:r>
                <a:endParaRPr sz="2450">
                  <a:latin typeface="Times New Roman"/>
                  <a:cs typeface="Times New Roman"/>
                </a:endParaRPr>
              </a:p>
              <a:p>
                <a:pPr marL="34925">
                  <a:lnSpc>
                    <a:spcPct val="100000"/>
                  </a:lnSpc>
                  <a:spcBef>
                    <a:spcPts val="20"/>
                  </a:spcBef>
                </a:pPr>
                <a:r>
                  <a:rPr sz="2450" i="1" spc="0" dirty="0">
                    <a:latin typeface="Times New Roman"/>
                    <a:cs typeface="Times New Roman"/>
                  </a:rPr>
                  <a:t>f</a:t>
                </a:r>
                <a:endParaRPr sz="2450">
                  <a:latin typeface="Times New Roman"/>
                  <a:cs typeface="Times New Roman"/>
                </a:endParaRPr>
              </a:p>
            </p:txBody>
          </p:sp>
          <p:sp>
            <p:nvSpPr>
              <p:cNvPr id="44" name="object 11">
                <a:extLst>
                  <a:ext uri="{FF2B5EF4-FFF2-40B4-BE49-F238E27FC236}">
                    <a16:creationId xmlns:a16="http://schemas.microsoft.com/office/drawing/2014/main" id="{5EF40A35-54DC-4EDB-9FB5-51E2BEFAF42D}"/>
                  </a:ext>
                </a:extLst>
              </p:cNvPr>
              <p:cNvSpPr txBox="1"/>
              <p:nvPr/>
            </p:nvSpPr>
            <p:spPr>
              <a:xfrm>
                <a:off x="2039620" y="2273808"/>
                <a:ext cx="294640" cy="67183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4250" spc="-5" dirty="0">
                    <a:latin typeface="Times New Roman"/>
                    <a:cs typeface="Times New Roman"/>
                  </a:rPr>
                  <a:t>3</a:t>
                </a:r>
                <a:endParaRPr sz="4250">
                  <a:latin typeface="Times New Roman"/>
                  <a:cs typeface="Times New Roman"/>
                </a:endParaRPr>
              </a:p>
            </p:txBody>
          </p:sp>
          <p:sp>
            <p:nvSpPr>
              <p:cNvPr id="45" name="object 12">
                <a:extLst>
                  <a:ext uri="{FF2B5EF4-FFF2-40B4-BE49-F238E27FC236}">
                    <a16:creationId xmlns:a16="http://schemas.microsoft.com/office/drawing/2014/main" id="{9B740AA1-DF2C-4E2A-A047-444B6D3A33B4}"/>
                  </a:ext>
                </a:extLst>
              </p:cNvPr>
              <p:cNvSpPr txBox="1"/>
              <p:nvPr/>
            </p:nvSpPr>
            <p:spPr>
              <a:xfrm>
                <a:off x="864870" y="2631688"/>
                <a:ext cx="3456304" cy="695325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  <a:tabLst>
                    <a:tab pos="619125" algn="l"/>
                    <a:tab pos="1623695" algn="l"/>
                    <a:tab pos="2419985" algn="l"/>
                  </a:tabLst>
                </a:pPr>
                <a:r>
                  <a:rPr sz="4250" i="1" spc="-5" dirty="0">
                    <a:latin typeface="Times New Roman"/>
                    <a:cs typeface="Times New Roman"/>
                  </a:rPr>
                  <a:t>a	</a:t>
                </a:r>
                <a:r>
                  <a:rPr sz="4250" spc="-10" dirty="0">
                    <a:latin typeface="Symbol"/>
                    <a:cs typeface="Symbol"/>
                  </a:rPr>
                  <a:t></a:t>
                </a:r>
                <a:r>
                  <a:rPr sz="4250" spc="-10" dirty="0">
                    <a:latin typeface="Times New Roman"/>
                    <a:cs typeface="Times New Roman"/>
                  </a:rPr>
                  <a:t>	</a:t>
                </a:r>
                <a:r>
                  <a:rPr sz="4250" spc="-95" dirty="0">
                    <a:latin typeface="Times New Roman"/>
                    <a:cs typeface="Times New Roman"/>
                  </a:rPr>
                  <a:t>(</a:t>
                </a:r>
                <a:r>
                  <a:rPr sz="4400" spc="-95" dirty="0">
                    <a:latin typeface="Symbol"/>
                    <a:cs typeface="Symbol"/>
                  </a:rPr>
                  <a:t></a:t>
                </a:r>
                <a:r>
                  <a:rPr sz="4400" spc="-95" dirty="0">
                    <a:latin typeface="Times New Roman"/>
                    <a:cs typeface="Times New Roman"/>
                  </a:rPr>
                  <a:t>	</a:t>
                </a:r>
                <a:r>
                  <a:rPr sz="4250" spc="-10" dirty="0">
                    <a:latin typeface="Symbol"/>
                    <a:cs typeface="Symbol"/>
                  </a:rPr>
                  <a:t></a:t>
                </a:r>
                <a:r>
                  <a:rPr sz="4250" spc="-585" dirty="0">
                    <a:latin typeface="Times New Roman"/>
                    <a:cs typeface="Times New Roman"/>
                  </a:rPr>
                  <a:t> </a:t>
                </a:r>
                <a:r>
                  <a:rPr sz="4400" spc="-130" dirty="0">
                    <a:latin typeface="Symbol"/>
                    <a:cs typeface="Symbol"/>
                  </a:rPr>
                  <a:t></a:t>
                </a:r>
                <a:r>
                  <a:rPr sz="3675" spc="-195" baseline="-23809" dirty="0">
                    <a:latin typeface="Times New Roman"/>
                    <a:cs typeface="Times New Roman"/>
                  </a:rPr>
                  <a:t>0 </a:t>
                </a:r>
                <a:r>
                  <a:rPr sz="4250" spc="-5" dirty="0">
                    <a:latin typeface="Times New Roman"/>
                    <a:cs typeface="Times New Roman"/>
                  </a:rPr>
                  <a:t>)</a:t>
                </a:r>
                <a:endParaRPr sz="42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13">
                <a:extLst>
                  <a:ext uri="{FF2B5EF4-FFF2-40B4-BE49-F238E27FC236}">
                    <a16:creationId xmlns:a16="http://schemas.microsoft.com/office/drawing/2014/main" id="{7F6F11AB-202A-45F9-8035-CD8334D8DDA8}"/>
                  </a:ext>
                </a:extLst>
              </p:cNvPr>
              <p:cNvSpPr/>
              <p:nvPr/>
            </p:nvSpPr>
            <p:spPr>
              <a:xfrm>
                <a:off x="6457949" y="3019297"/>
                <a:ext cx="4305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30529">
                    <a:moveTo>
                      <a:pt x="0" y="0"/>
                    </a:moveTo>
                    <a:lnTo>
                      <a:pt x="430529" y="0"/>
                    </a:lnTo>
                  </a:path>
                </a:pathLst>
              </a:custGeom>
              <a:ln w="2032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14">
                <a:extLst>
                  <a:ext uri="{FF2B5EF4-FFF2-40B4-BE49-F238E27FC236}">
                    <a16:creationId xmlns:a16="http://schemas.microsoft.com/office/drawing/2014/main" id="{D42D0383-3AD4-4EE0-BCAC-05AC5FF818CD}"/>
                  </a:ext>
                </a:extLst>
              </p:cNvPr>
              <p:cNvSpPr txBox="1"/>
              <p:nvPr/>
            </p:nvSpPr>
            <p:spPr>
              <a:xfrm>
                <a:off x="6473190" y="3019297"/>
                <a:ext cx="158115" cy="5969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3750" i="1" dirty="0">
                    <a:latin typeface="Times New Roman"/>
                    <a:cs typeface="Times New Roman"/>
                  </a:rPr>
                  <a:t>t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15">
                <a:extLst>
                  <a:ext uri="{FF2B5EF4-FFF2-40B4-BE49-F238E27FC236}">
                    <a16:creationId xmlns:a16="http://schemas.microsoft.com/office/drawing/2014/main" id="{B798933A-1639-48F5-9E00-2B5147A1F51A}"/>
                  </a:ext>
                </a:extLst>
              </p:cNvPr>
              <p:cNvSpPr txBox="1"/>
              <p:nvPr/>
            </p:nvSpPr>
            <p:spPr>
              <a:xfrm>
                <a:off x="7366000" y="3002788"/>
                <a:ext cx="102870" cy="35941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2200" i="1" spc="-5" dirty="0">
                    <a:latin typeface="Times New Roman"/>
                    <a:cs typeface="Times New Roman"/>
                  </a:rPr>
                  <a:t>f</a:t>
                </a:r>
                <a:endParaRPr sz="2200">
                  <a:latin typeface="Times New Roman"/>
                  <a:cs typeface="Times New Roman"/>
                </a:endParaRPr>
              </a:p>
            </p:txBody>
          </p:sp>
          <p:sp>
            <p:nvSpPr>
              <p:cNvPr id="70" name="object 16">
                <a:extLst>
                  <a:ext uri="{FF2B5EF4-FFF2-40B4-BE49-F238E27FC236}">
                    <a16:creationId xmlns:a16="http://schemas.microsoft.com/office/drawing/2014/main" id="{7673C021-102D-47FD-BAC3-30DEBE5DDEC4}"/>
                  </a:ext>
                </a:extLst>
              </p:cNvPr>
              <p:cNvSpPr txBox="1"/>
              <p:nvPr/>
            </p:nvSpPr>
            <p:spPr>
              <a:xfrm>
                <a:off x="5434329" y="3002788"/>
                <a:ext cx="164465" cy="35941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2200" spc="-5" dirty="0">
                    <a:latin typeface="Times New Roman"/>
                    <a:cs typeface="Times New Roman"/>
                  </a:rPr>
                  <a:t>3</a:t>
                </a:r>
                <a:endParaRPr sz="2200">
                  <a:latin typeface="Times New Roman"/>
                  <a:cs typeface="Times New Roman"/>
                </a:endParaRPr>
              </a:p>
            </p:txBody>
          </p:sp>
          <p:sp>
            <p:nvSpPr>
              <p:cNvPr id="71" name="object 17">
                <a:extLst>
                  <a:ext uri="{FF2B5EF4-FFF2-40B4-BE49-F238E27FC236}">
                    <a16:creationId xmlns:a16="http://schemas.microsoft.com/office/drawing/2014/main" id="{6F8113A7-B5A9-4307-A788-78F3776624F7}"/>
                  </a:ext>
                </a:extLst>
              </p:cNvPr>
              <p:cNvSpPr txBox="1"/>
              <p:nvPr/>
            </p:nvSpPr>
            <p:spPr>
              <a:xfrm>
                <a:off x="6639560" y="3004058"/>
                <a:ext cx="164465" cy="69215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ts val="2630"/>
                  </a:lnSpc>
                  <a:spcBef>
                    <a:spcPts val="90"/>
                  </a:spcBef>
                </a:pPr>
                <a:r>
                  <a:rPr sz="2200" spc="-5" dirty="0">
                    <a:latin typeface="Times New Roman"/>
                    <a:cs typeface="Times New Roman"/>
                  </a:rPr>
                  <a:t>3</a:t>
                </a:r>
                <a:endParaRPr sz="2200">
                  <a:latin typeface="Times New Roman"/>
                  <a:cs typeface="Times New Roman"/>
                </a:endParaRPr>
              </a:p>
              <a:p>
                <a:pPr marL="38735">
                  <a:lnSpc>
                    <a:spcPts val="2630"/>
                  </a:lnSpc>
                </a:pPr>
                <a:r>
                  <a:rPr sz="2200" i="1" spc="-5" dirty="0">
                    <a:latin typeface="Times New Roman"/>
                    <a:cs typeface="Times New Roman"/>
                  </a:rPr>
                  <a:t>f</a:t>
                </a:r>
                <a:endParaRPr sz="2200">
                  <a:latin typeface="Times New Roman"/>
                  <a:cs typeface="Times New Roman"/>
                </a:endParaRPr>
              </a:p>
            </p:txBody>
          </p:sp>
          <p:sp>
            <p:nvSpPr>
              <p:cNvPr id="72" name="object 18">
                <a:extLst>
                  <a:ext uri="{FF2B5EF4-FFF2-40B4-BE49-F238E27FC236}">
                    <a16:creationId xmlns:a16="http://schemas.microsoft.com/office/drawing/2014/main" id="{4B39036D-2018-4ED9-BF1E-3BA3C297D8A5}"/>
                  </a:ext>
                </a:extLst>
              </p:cNvPr>
              <p:cNvSpPr txBox="1"/>
              <p:nvPr/>
            </p:nvSpPr>
            <p:spPr>
              <a:xfrm>
                <a:off x="6546850" y="2351278"/>
                <a:ext cx="263525" cy="5969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3750" dirty="0">
                    <a:latin typeface="Times New Roman"/>
                    <a:cs typeface="Times New Roman"/>
                  </a:rPr>
                  <a:t>2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  <p:sp>
            <p:nvSpPr>
              <p:cNvPr id="73" name="object 19">
                <a:extLst>
                  <a:ext uri="{FF2B5EF4-FFF2-40B4-BE49-F238E27FC236}">
                    <a16:creationId xmlns:a16="http://schemas.microsoft.com/office/drawing/2014/main" id="{4ED2B5B3-205A-443E-9F25-E437A51F2B7C}"/>
                  </a:ext>
                </a:extLst>
              </p:cNvPr>
              <p:cNvSpPr txBox="1"/>
              <p:nvPr/>
            </p:nvSpPr>
            <p:spPr>
              <a:xfrm>
                <a:off x="5199379" y="2685288"/>
                <a:ext cx="1191260" cy="5969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527685" algn="l"/>
                  </a:tabLst>
                </a:pPr>
                <a:r>
                  <a:rPr sz="3750" i="1" dirty="0">
                    <a:latin typeface="Times New Roman"/>
                    <a:cs typeface="Times New Roman"/>
                  </a:rPr>
                  <a:t>a	</a:t>
                </a:r>
                <a:r>
                  <a:rPr sz="3750" dirty="0">
                    <a:latin typeface="Symbol"/>
                    <a:cs typeface="Symbol"/>
                  </a:rPr>
                  <a:t></a:t>
                </a:r>
                <a:r>
                  <a:rPr sz="3750" spc="-30" dirty="0">
                    <a:latin typeface="Times New Roman"/>
                    <a:cs typeface="Times New Roman"/>
                  </a:rPr>
                  <a:t> </a:t>
                </a:r>
                <a:r>
                  <a:rPr sz="3750" dirty="0">
                    <a:latin typeface="Symbol"/>
                    <a:cs typeface="Symbol"/>
                  </a:rPr>
                  <a:t></a:t>
                </a:r>
                <a:endParaRPr sz="3750">
                  <a:latin typeface="Symbol"/>
                  <a:cs typeface="Symbol"/>
                </a:endParaRPr>
              </a:p>
            </p:txBody>
          </p:sp>
          <p:sp>
            <p:nvSpPr>
              <p:cNvPr id="74" name="object 20">
                <a:extLst>
                  <a:ext uri="{FF2B5EF4-FFF2-40B4-BE49-F238E27FC236}">
                    <a16:creationId xmlns:a16="http://schemas.microsoft.com/office/drawing/2014/main" id="{D6BC0EC6-9D66-4521-A4BC-2873DACB257B}"/>
                  </a:ext>
                </a:extLst>
              </p:cNvPr>
              <p:cNvSpPr txBox="1"/>
              <p:nvPr/>
            </p:nvSpPr>
            <p:spPr>
              <a:xfrm>
                <a:off x="6939279" y="2668253"/>
                <a:ext cx="1633220" cy="617855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  <a:tabLst>
                    <a:tab pos="715645" algn="l"/>
                  </a:tabLst>
                </a:pPr>
                <a:r>
                  <a:rPr sz="3750" spc="-70" dirty="0">
                    <a:latin typeface="Times New Roman"/>
                    <a:cs typeface="Times New Roman"/>
                  </a:rPr>
                  <a:t>(</a:t>
                </a:r>
                <a:r>
                  <a:rPr sz="3850" spc="-70" dirty="0">
                    <a:latin typeface="Symbol"/>
                    <a:cs typeface="Symbol"/>
                  </a:rPr>
                  <a:t></a:t>
                </a:r>
                <a:r>
                  <a:rPr sz="3850" spc="-70" dirty="0">
                    <a:latin typeface="Times New Roman"/>
                    <a:cs typeface="Times New Roman"/>
                  </a:rPr>
                  <a:t>	</a:t>
                </a:r>
                <a:r>
                  <a:rPr sz="3750" dirty="0">
                    <a:latin typeface="Symbol"/>
                    <a:cs typeface="Symbol"/>
                  </a:rPr>
                  <a:t></a:t>
                </a:r>
                <a:r>
                  <a:rPr sz="3750" spc="-520" dirty="0">
                    <a:latin typeface="Times New Roman"/>
                    <a:cs typeface="Times New Roman"/>
                  </a:rPr>
                  <a:t> </a:t>
                </a:r>
                <a:r>
                  <a:rPr sz="3850" spc="-120" dirty="0">
                    <a:latin typeface="Symbol"/>
                    <a:cs typeface="Symbol"/>
                  </a:rPr>
                  <a:t></a:t>
                </a:r>
                <a:r>
                  <a:rPr sz="3300" spc="-179" baseline="-23989" dirty="0">
                    <a:latin typeface="Times New Roman"/>
                    <a:cs typeface="Times New Roman"/>
                  </a:rPr>
                  <a:t>0 </a:t>
                </a:r>
                <a:r>
                  <a:rPr sz="3750" dirty="0">
                    <a:latin typeface="Times New Roman"/>
                    <a:cs typeface="Times New Roman"/>
                  </a:rPr>
                  <a:t>)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C7B9B9-08E3-4FD5-96F5-346581B5DB44}"/>
                </a:ext>
              </a:extLst>
            </p:cNvPr>
            <p:cNvCxnSpPr/>
            <p:nvPr/>
          </p:nvCxnSpPr>
          <p:spPr>
            <a:xfrm>
              <a:off x="1930399" y="3002788"/>
              <a:ext cx="447041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6A40EC7-0841-4DB6-9D89-379FAA22D6FE}"/>
                </a:ext>
              </a:extLst>
            </p:cNvPr>
            <p:cNvCxnSpPr/>
            <p:nvPr/>
          </p:nvCxnSpPr>
          <p:spPr>
            <a:xfrm>
              <a:off x="6416039" y="3002788"/>
              <a:ext cx="447041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6" name="object 4">
            <a:extLst>
              <a:ext uri="{FF2B5EF4-FFF2-40B4-BE49-F238E27FC236}">
                <a16:creationId xmlns:a16="http://schemas.microsoft.com/office/drawing/2014/main" id="{C1E046D1-2A2F-4544-AF94-94E329A5EE92}"/>
              </a:ext>
            </a:extLst>
          </p:cNvPr>
          <p:cNvSpPr txBox="1"/>
          <p:nvPr/>
        </p:nvSpPr>
        <p:spPr>
          <a:xfrm>
            <a:off x="335786" y="4197963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Now using the original formula and its derivative it would be possible to plot the angular and velocity profile as a function of time.</a:t>
            </a:r>
          </a:p>
        </p:txBody>
      </p:sp>
      <p:sp>
        <p:nvSpPr>
          <p:cNvPr id="29" name="object 4">
            <a:extLst>
              <a:ext uri="{FF2B5EF4-FFF2-40B4-BE49-F238E27FC236}">
                <a16:creationId xmlns:a16="http://schemas.microsoft.com/office/drawing/2014/main" id="{C1E046D1-2A2F-4544-AF94-94E329A5EE92}"/>
              </a:ext>
            </a:extLst>
          </p:cNvPr>
          <p:cNvSpPr txBox="1"/>
          <p:nvPr/>
        </p:nvSpPr>
        <p:spPr>
          <a:xfrm>
            <a:off x="335786" y="5316590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In situations with more constraints higher order polynomials can be used to provide a trajectory solution.</a:t>
            </a:r>
          </a:p>
        </p:txBody>
      </p:sp>
    </p:spTree>
    <p:extLst>
      <p:ext uri="{BB962C8B-B14F-4D97-AF65-F5344CB8AC3E}">
        <p14:creationId xmlns:p14="http://schemas.microsoft.com/office/powerpoint/2010/main" val="370469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6" grpId="0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Example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10" y="563474"/>
            <a:ext cx="4138772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Lets try this with some actual numbers.</a:t>
            </a:r>
          </a:p>
          <a:p>
            <a:pPr eaLnBrk="1" hangingPunct="1"/>
            <a:endParaRPr lang="en-GB" altLang="en-US" sz="2000" spc="-90" dirty="0">
              <a:latin typeface="+mn-lt"/>
              <a:cs typeface="Times New Roman"/>
            </a:endParaRPr>
          </a:p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Angles will be in radians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FDE425A-705B-4A1D-9337-BB424B4A46A9}"/>
              </a:ext>
            </a:extLst>
          </p:cNvPr>
          <p:cNvSpPr txBox="1"/>
          <p:nvPr/>
        </p:nvSpPr>
        <p:spPr>
          <a:xfrm>
            <a:off x="425372" y="387581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Set the starting angle at A, </a:t>
            </a:r>
            <a:r>
              <a:rPr lang="en-GB" sz="2000" spc="-5" dirty="0">
                <a:latin typeface="Symbol"/>
                <a:cs typeface="Symbol"/>
              </a:rPr>
              <a:t></a:t>
            </a:r>
            <a:r>
              <a:rPr lang="en-GB" sz="2000" spc="-7" baseline="-23809" dirty="0">
                <a:latin typeface="Times New Roman"/>
                <a:cs typeface="Times New Roman"/>
              </a:rPr>
              <a:t>0,</a:t>
            </a:r>
            <a:r>
              <a:rPr lang="en-GB" sz="2000" spc="-5" dirty="0">
                <a:latin typeface="+mn-lt"/>
                <a:cs typeface="Times New Roman"/>
              </a:rPr>
              <a:t> to -0.5rad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52E871-B29A-4EBF-A644-D18BC452FD82}"/>
              </a:ext>
            </a:extLst>
          </p:cNvPr>
          <p:cNvGrpSpPr/>
          <p:nvPr/>
        </p:nvGrpSpPr>
        <p:grpSpPr>
          <a:xfrm>
            <a:off x="4044439" y="559552"/>
            <a:ext cx="4911090" cy="3302853"/>
            <a:chOff x="1850028" y="1564640"/>
            <a:chExt cx="4911090" cy="330285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2D72B7-2B9E-4B59-99FA-2453F78B2A36}"/>
                </a:ext>
              </a:extLst>
            </p:cNvPr>
            <p:cNvSpPr/>
            <p:nvPr/>
          </p:nvSpPr>
          <p:spPr>
            <a:xfrm>
              <a:off x="1850028" y="2008088"/>
              <a:ext cx="4911090" cy="2859405"/>
            </a:xfrm>
            <a:prstGeom prst="rect">
              <a:avLst/>
            </a:prstGeom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object 3">
              <a:extLst>
                <a:ext uri="{FF2B5EF4-FFF2-40B4-BE49-F238E27FC236}">
                  <a16:creationId xmlns:a16="http://schemas.microsoft.com/office/drawing/2014/main" id="{84208233-0D99-41CA-BB71-E0933550F044}"/>
                </a:ext>
              </a:extLst>
            </p:cNvPr>
            <p:cNvSpPr/>
            <p:nvPr/>
          </p:nvSpPr>
          <p:spPr>
            <a:xfrm>
              <a:off x="3086441" y="2053589"/>
              <a:ext cx="2744002" cy="26056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dirty="0">
                <a:latin typeface="Calibri"/>
                <a:ea typeface="+mn-ea"/>
              </a:endParaRPr>
            </a:p>
          </p:txBody>
        </p:sp>
        <p:sp>
          <p:nvSpPr>
            <p:cNvPr id="47" name="object 4">
              <a:extLst>
                <a:ext uri="{FF2B5EF4-FFF2-40B4-BE49-F238E27FC236}">
                  <a16:creationId xmlns:a16="http://schemas.microsoft.com/office/drawing/2014/main" id="{12765255-52BE-4936-8754-9EF7022B05C6}"/>
                </a:ext>
              </a:extLst>
            </p:cNvPr>
            <p:cNvSpPr txBox="1"/>
            <p:nvPr/>
          </p:nvSpPr>
          <p:spPr>
            <a:xfrm>
              <a:off x="5979094" y="3773170"/>
              <a:ext cx="229235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B</a:t>
              </a:r>
              <a:endParaRPr sz="2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1FA98E43-B436-4EC2-9ECC-578E6C3625DF}"/>
                </a:ext>
              </a:extLst>
            </p:cNvPr>
            <p:cNvSpPr txBox="1"/>
            <p:nvPr/>
          </p:nvSpPr>
          <p:spPr>
            <a:xfrm>
              <a:off x="2641533" y="1564640"/>
              <a:ext cx="955107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spc="-5" dirty="0">
                  <a:latin typeface="Times New Roman"/>
                  <a:ea typeface="+mn-ea"/>
                  <a:cs typeface="Times New Roman"/>
                </a:rPr>
                <a:t>(</a:t>
              </a:r>
              <a:r>
                <a:rPr sz="2400" spc="-5" dirty="0">
                  <a:latin typeface="Symbol"/>
                  <a:ea typeface="+mn-ea"/>
                  <a:cs typeface="Symbol"/>
                </a:rPr>
                <a:t></a:t>
              </a:r>
              <a:r>
                <a:rPr sz="2100" spc="-7" baseline="-23809" dirty="0">
                  <a:latin typeface="Times New Roman"/>
                  <a:ea typeface="+mn-ea"/>
                  <a:cs typeface="Times New Roman"/>
                </a:rPr>
                <a:t>0 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, </a:t>
              </a:r>
              <a:r>
                <a:rPr sz="2400" spc="-5" dirty="0">
                  <a:latin typeface="Times New Roman"/>
                  <a:ea typeface="+mn-ea"/>
                  <a:cs typeface="Times New Roman"/>
                </a:rPr>
                <a:t>t</a:t>
              </a:r>
              <a:r>
                <a:rPr sz="2100" spc="-7" baseline="-23809" dirty="0">
                  <a:latin typeface="Times New Roman"/>
                  <a:ea typeface="+mn-ea"/>
                  <a:cs typeface="Times New Roman"/>
                </a:rPr>
                <a:t>0</a:t>
              </a:r>
              <a:r>
                <a:rPr sz="2400" spc="-5" dirty="0">
                  <a:latin typeface="Times New Roman"/>
                  <a:ea typeface="+mn-ea"/>
                  <a:cs typeface="Times New Roman"/>
                </a:rPr>
                <a:t>)</a:t>
              </a:r>
              <a:endParaRPr sz="3600" baseline="-13888" dirty="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5D541EAE-5A04-4D6A-A05D-8B4897D1B4D7}"/>
                </a:ext>
              </a:extLst>
            </p:cNvPr>
            <p:cNvSpPr txBox="1"/>
            <p:nvPr/>
          </p:nvSpPr>
          <p:spPr>
            <a:xfrm>
              <a:off x="6174674" y="4434840"/>
              <a:ext cx="426084" cy="226985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143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90"/>
                </a:spcBef>
                <a:spcAft>
                  <a:spcPts val="0"/>
                </a:spcAft>
                <a:tabLst>
                  <a:tab pos="353695" algn="l"/>
                </a:tabLst>
              </a:pPr>
              <a:r>
                <a:rPr sz="1400" spc="-5" dirty="0">
                  <a:latin typeface="Times New Roman"/>
                  <a:ea typeface="+mn-ea"/>
                  <a:cs typeface="Times New Roman"/>
                </a:rPr>
                <a:t>f	f</a:t>
              </a:r>
              <a:endParaRPr sz="140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50" name="object 7">
              <a:extLst>
                <a:ext uri="{FF2B5EF4-FFF2-40B4-BE49-F238E27FC236}">
                  <a16:creationId xmlns:a16="http://schemas.microsoft.com/office/drawing/2014/main" id="{C76E7339-2E1F-43EE-9244-019725621042}"/>
                </a:ext>
              </a:extLst>
            </p:cNvPr>
            <p:cNvSpPr txBox="1"/>
            <p:nvPr/>
          </p:nvSpPr>
          <p:spPr>
            <a:xfrm>
              <a:off x="5914324" y="4230370"/>
              <a:ext cx="788670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sz="2400" dirty="0">
                  <a:latin typeface="Times New Roman"/>
                  <a:ea typeface="+mn-ea"/>
                  <a:cs typeface="Times New Roman"/>
                </a:rPr>
                <a:t>(</a:t>
              </a:r>
              <a:r>
                <a:rPr sz="2400" dirty="0">
                  <a:latin typeface="Symbol"/>
                  <a:ea typeface="+mn-ea"/>
                  <a:cs typeface="Symbol"/>
                </a:rPr>
                <a:t>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 , t</a:t>
              </a:r>
              <a:r>
                <a:rPr sz="2400" spc="-10" dirty="0">
                  <a:latin typeface="Times New Roman"/>
                  <a:ea typeface="+mn-ea"/>
                  <a:cs typeface="Times New Roman"/>
                </a:rPr>
                <a:t> </a:t>
              </a:r>
              <a:r>
                <a:rPr sz="2400" dirty="0">
                  <a:latin typeface="Times New Roman"/>
                  <a:ea typeface="+mn-ea"/>
                  <a:cs typeface="Times New Roman"/>
                </a:rPr>
                <a:t>)</a:t>
              </a:r>
            </a:p>
          </p:txBody>
        </p:sp>
        <p:sp>
          <p:nvSpPr>
            <p:cNvPr id="51" name="object 8">
              <a:extLst>
                <a:ext uri="{FF2B5EF4-FFF2-40B4-BE49-F238E27FC236}">
                  <a16:creationId xmlns:a16="http://schemas.microsoft.com/office/drawing/2014/main" id="{040C4CB7-04E2-4629-895E-BF80A70DD8D7}"/>
                </a:ext>
              </a:extLst>
            </p:cNvPr>
            <p:cNvSpPr/>
            <p:nvPr/>
          </p:nvSpPr>
          <p:spPr>
            <a:xfrm>
              <a:off x="3903914" y="1657350"/>
              <a:ext cx="383540" cy="318770"/>
            </a:xfrm>
            <a:custGeom>
              <a:avLst/>
              <a:gdLst/>
              <a:ahLst/>
              <a:cxnLst/>
              <a:rect l="l" t="t" r="r" b="b"/>
              <a:pathLst>
                <a:path w="383539" h="318769">
                  <a:moveTo>
                    <a:pt x="237490" y="0"/>
                  </a:moveTo>
                  <a:lnTo>
                    <a:pt x="266700" y="71120"/>
                  </a:lnTo>
                  <a:lnTo>
                    <a:pt x="0" y="176529"/>
                  </a:lnTo>
                  <a:lnTo>
                    <a:pt x="57150" y="318770"/>
                  </a:lnTo>
                  <a:lnTo>
                    <a:pt x="322579" y="213360"/>
                  </a:lnTo>
                  <a:lnTo>
                    <a:pt x="363823" y="213360"/>
                  </a:lnTo>
                  <a:lnTo>
                    <a:pt x="383540" y="107950"/>
                  </a:lnTo>
                  <a:lnTo>
                    <a:pt x="237490" y="0"/>
                  </a:lnTo>
                  <a:close/>
                </a:path>
                <a:path w="383539" h="318769">
                  <a:moveTo>
                    <a:pt x="363823" y="213360"/>
                  </a:moveTo>
                  <a:lnTo>
                    <a:pt x="322579" y="213360"/>
                  </a:lnTo>
                  <a:lnTo>
                    <a:pt x="350520" y="284479"/>
                  </a:lnTo>
                  <a:lnTo>
                    <a:pt x="363823" y="213360"/>
                  </a:lnTo>
                  <a:close/>
                </a:path>
              </a:pathLst>
            </a:custGeom>
            <a:solidFill>
              <a:srgbClr val="CC98FF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5B9A0A91-4BAC-4FD3-8CF0-90904A2E7FD9}"/>
                </a:ext>
              </a:extLst>
            </p:cNvPr>
            <p:cNvSpPr/>
            <p:nvPr/>
          </p:nvSpPr>
          <p:spPr>
            <a:xfrm>
              <a:off x="3903914" y="1657350"/>
              <a:ext cx="383540" cy="318770"/>
            </a:xfrm>
            <a:custGeom>
              <a:avLst/>
              <a:gdLst/>
              <a:ahLst/>
              <a:cxnLst/>
              <a:rect l="l" t="t" r="r" b="b"/>
              <a:pathLst>
                <a:path w="383539" h="318769">
                  <a:moveTo>
                    <a:pt x="0" y="176529"/>
                  </a:moveTo>
                  <a:lnTo>
                    <a:pt x="266700" y="71120"/>
                  </a:lnTo>
                  <a:lnTo>
                    <a:pt x="237490" y="0"/>
                  </a:lnTo>
                  <a:lnTo>
                    <a:pt x="383540" y="107950"/>
                  </a:lnTo>
                  <a:lnTo>
                    <a:pt x="350520" y="284479"/>
                  </a:lnTo>
                  <a:lnTo>
                    <a:pt x="322579" y="213360"/>
                  </a:lnTo>
                  <a:lnTo>
                    <a:pt x="57150" y="318770"/>
                  </a:lnTo>
                  <a:lnTo>
                    <a:pt x="0" y="176529"/>
                  </a:lnTo>
                  <a:close/>
                </a:path>
              </a:pathLst>
            </a:custGeom>
            <a:ln w="9344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>
                <a:latin typeface="Calibri"/>
                <a:ea typeface="+mn-ea"/>
              </a:endParaRPr>
            </a:p>
          </p:txBody>
        </p:sp>
        <p:sp>
          <p:nvSpPr>
            <p:cNvPr id="53" name="object 5">
              <a:extLst>
                <a:ext uri="{FF2B5EF4-FFF2-40B4-BE49-F238E27FC236}">
                  <a16:creationId xmlns:a16="http://schemas.microsoft.com/office/drawing/2014/main" id="{7AEAD639-21D6-4EDB-8F6E-9048E0503F03}"/>
                </a:ext>
              </a:extLst>
            </p:cNvPr>
            <p:cNvSpPr txBox="1"/>
            <p:nvPr/>
          </p:nvSpPr>
          <p:spPr>
            <a:xfrm>
              <a:off x="3468858" y="1844209"/>
              <a:ext cx="339445" cy="39116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/>
            <a:p>
              <a:pPr marL="12700" defTabSz="914400" eaLnBrk="1" fontAlgn="auto" hangingPunct="1">
                <a:spcBef>
                  <a:spcPts val="100"/>
                </a:spcBef>
                <a:spcAft>
                  <a:spcPts val="0"/>
                </a:spcAft>
              </a:pPr>
              <a:r>
                <a:rPr lang="en-GB" sz="2400" spc="-5" dirty="0">
                  <a:latin typeface="Times New Roman"/>
                  <a:ea typeface="+mn-ea"/>
                  <a:cs typeface="Times New Roman"/>
                </a:rPr>
                <a:t>A</a:t>
              </a:r>
              <a:endParaRPr sz="3600" baseline="-13888" dirty="0">
                <a:latin typeface="Times New Roman"/>
                <a:ea typeface="+mn-ea"/>
                <a:cs typeface="Times New Roman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2C5504A-54D6-46A5-B6B9-EC6B7EA8344E}"/>
                </a:ext>
              </a:extLst>
            </p:cNvPr>
            <p:cNvSpPr/>
            <p:nvPr/>
          </p:nvSpPr>
          <p:spPr>
            <a:xfrm>
              <a:off x="3748087" y="3989652"/>
              <a:ext cx="823913" cy="6695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437B735-D69A-4E8C-B5D2-4CAE07D00BAA}"/>
                </a:ext>
              </a:extLst>
            </p:cNvPr>
            <p:cNvSpPr/>
            <p:nvPr/>
          </p:nvSpPr>
          <p:spPr>
            <a:xfrm>
              <a:off x="3226803" y="2369312"/>
              <a:ext cx="2418139" cy="2137071"/>
            </a:xfrm>
            <a:custGeom>
              <a:avLst/>
              <a:gdLst>
                <a:gd name="connsiteX0" fmla="*/ 422669 w 2418139"/>
                <a:gd name="connsiteY0" fmla="*/ 0 h 2137071"/>
                <a:gd name="connsiteX1" fmla="*/ 170701 w 2418139"/>
                <a:gd name="connsiteY1" fmla="*/ 304800 h 2137071"/>
                <a:gd name="connsiteX2" fmla="*/ 13 w 2418139"/>
                <a:gd name="connsiteY2" fmla="*/ 910336 h 2137071"/>
                <a:gd name="connsiteX3" fmla="*/ 178829 w 2418139"/>
                <a:gd name="connsiteY3" fmla="*/ 1524000 h 2137071"/>
                <a:gd name="connsiteX4" fmla="*/ 650253 w 2418139"/>
                <a:gd name="connsiteY4" fmla="*/ 2007616 h 2137071"/>
                <a:gd name="connsiteX5" fmla="*/ 1365517 w 2418139"/>
                <a:gd name="connsiteY5" fmla="*/ 2133600 h 2137071"/>
                <a:gd name="connsiteX6" fmla="*/ 1983245 w 2418139"/>
                <a:gd name="connsiteY6" fmla="*/ 1910080 h 2137071"/>
                <a:gd name="connsiteX7" fmla="*/ 2377453 w 2418139"/>
                <a:gd name="connsiteY7" fmla="*/ 1503680 h 2137071"/>
                <a:gd name="connsiteX8" fmla="*/ 2385581 w 2418139"/>
                <a:gd name="connsiteY8" fmla="*/ 1499616 h 213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8139" h="2137071">
                  <a:moveTo>
                    <a:pt x="422669" y="0"/>
                  </a:moveTo>
                  <a:cubicBezTo>
                    <a:pt x="331906" y="76538"/>
                    <a:pt x="241144" y="153077"/>
                    <a:pt x="170701" y="304800"/>
                  </a:cubicBezTo>
                  <a:cubicBezTo>
                    <a:pt x="100258" y="456523"/>
                    <a:pt x="-1342" y="707136"/>
                    <a:pt x="13" y="910336"/>
                  </a:cubicBezTo>
                  <a:cubicBezTo>
                    <a:pt x="1368" y="1113536"/>
                    <a:pt x="70456" y="1341120"/>
                    <a:pt x="178829" y="1524000"/>
                  </a:cubicBezTo>
                  <a:cubicBezTo>
                    <a:pt x="287202" y="1706880"/>
                    <a:pt x="452472" y="1906016"/>
                    <a:pt x="650253" y="2007616"/>
                  </a:cubicBezTo>
                  <a:cubicBezTo>
                    <a:pt x="848034" y="2109216"/>
                    <a:pt x="1143352" y="2149856"/>
                    <a:pt x="1365517" y="2133600"/>
                  </a:cubicBezTo>
                  <a:cubicBezTo>
                    <a:pt x="1587682" y="2117344"/>
                    <a:pt x="1814589" y="2015067"/>
                    <a:pt x="1983245" y="1910080"/>
                  </a:cubicBezTo>
                  <a:cubicBezTo>
                    <a:pt x="2151901" y="1805093"/>
                    <a:pt x="2310397" y="1572091"/>
                    <a:pt x="2377453" y="1503680"/>
                  </a:cubicBezTo>
                  <a:cubicBezTo>
                    <a:pt x="2444509" y="1435269"/>
                    <a:pt x="2415045" y="1467442"/>
                    <a:pt x="2385581" y="149961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F1C0E53-CB7C-4035-A976-896B90585A35}"/>
                </a:ext>
              </a:extLst>
            </p:cNvPr>
            <p:cNvSpPr/>
            <p:nvPr/>
          </p:nvSpPr>
          <p:spPr>
            <a:xfrm>
              <a:off x="3893312" y="2052311"/>
              <a:ext cx="1857900" cy="1548393"/>
            </a:xfrm>
            <a:custGeom>
              <a:avLst/>
              <a:gdLst>
                <a:gd name="connsiteX0" fmla="*/ 0 w 1857900"/>
                <a:gd name="connsiteY0" fmla="*/ 166633 h 1548393"/>
                <a:gd name="connsiteX1" fmla="*/ 264160 w 1857900"/>
                <a:gd name="connsiteY1" fmla="*/ 60969 h 1548393"/>
                <a:gd name="connsiteX2" fmla="*/ 617728 w 1857900"/>
                <a:gd name="connsiteY2" fmla="*/ 9 h 1548393"/>
                <a:gd name="connsiteX3" fmla="*/ 999744 w 1857900"/>
                <a:gd name="connsiteY3" fmla="*/ 65033 h 1548393"/>
                <a:gd name="connsiteX4" fmla="*/ 1312672 w 1857900"/>
                <a:gd name="connsiteY4" fmla="*/ 211337 h 1548393"/>
                <a:gd name="connsiteX5" fmla="*/ 1580896 w 1857900"/>
                <a:gd name="connsiteY5" fmla="*/ 467369 h 1548393"/>
                <a:gd name="connsiteX6" fmla="*/ 1788160 w 1857900"/>
                <a:gd name="connsiteY6" fmla="*/ 829065 h 1548393"/>
                <a:gd name="connsiteX7" fmla="*/ 1857248 w 1857900"/>
                <a:gd name="connsiteY7" fmla="*/ 1247657 h 1548393"/>
                <a:gd name="connsiteX8" fmla="*/ 1824736 w 1857900"/>
                <a:gd name="connsiteY8" fmla="*/ 1548393 h 1548393"/>
                <a:gd name="connsiteX9" fmla="*/ 1824736 w 1857900"/>
                <a:gd name="connsiteY9" fmla="*/ 1548393 h 1548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7900" h="1548393">
                  <a:moveTo>
                    <a:pt x="0" y="166633"/>
                  </a:moveTo>
                  <a:cubicBezTo>
                    <a:pt x="80602" y="127686"/>
                    <a:pt x="161205" y="88740"/>
                    <a:pt x="264160" y="60969"/>
                  </a:cubicBezTo>
                  <a:cubicBezTo>
                    <a:pt x="367115" y="33198"/>
                    <a:pt x="495131" y="-668"/>
                    <a:pt x="617728" y="9"/>
                  </a:cubicBezTo>
                  <a:cubicBezTo>
                    <a:pt x="740325" y="686"/>
                    <a:pt x="883920" y="29812"/>
                    <a:pt x="999744" y="65033"/>
                  </a:cubicBezTo>
                  <a:cubicBezTo>
                    <a:pt x="1115568" y="100254"/>
                    <a:pt x="1215813" y="144281"/>
                    <a:pt x="1312672" y="211337"/>
                  </a:cubicBezTo>
                  <a:cubicBezTo>
                    <a:pt x="1409531" y="278393"/>
                    <a:pt x="1501648" y="364414"/>
                    <a:pt x="1580896" y="467369"/>
                  </a:cubicBezTo>
                  <a:cubicBezTo>
                    <a:pt x="1660144" y="570324"/>
                    <a:pt x="1742101" y="699017"/>
                    <a:pt x="1788160" y="829065"/>
                  </a:cubicBezTo>
                  <a:cubicBezTo>
                    <a:pt x="1834219" y="959113"/>
                    <a:pt x="1851152" y="1127769"/>
                    <a:pt x="1857248" y="1247657"/>
                  </a:cubicBezTo>
                  <a:cubicBezTo>
                    <a:pt x="1863344" y="1367545"/>
                    <a:pt x="1824736" y="1548393"/>
                    <a:pt x="1824736" y="1548393"/>
                  </a:cubicBezTo>
                  <a:lnTo>
                    <a:pt x="1824736" y="1548393"/>
                  </a:lnTo>
                </a:path>
              </a:pathLst>
            </a:custGeom>
            <a:noFill/>
            <a:ln w="28575">
              <a:solidFill>
                <a:srgbClr val="92D050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A139022-8CBC-4681-B076-CEC5335F9559}"/>
                </a:ext>
              </a:extLst>
            </p:cNvPr>
            <p:cNvCxnSpPr/>
            <p:nvPr/>
          </p:nvCxnSpPr>
          <p:spPr>
            <a:xfrm>
              <a:off x="3852672" y="2409952"/>
              <a:ext cx="617728" cy="8778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C6F5530-1202-4B51-B15C-25F0AE8AEAA5}"/>
                </a:ext>
              </a:extLst>
            </p:cNvPr>
            <p:cNvCxnSpPr>
              <a:cxnSpLocks/>
            </p:cNvCxnSpPr>
            <p:nvPr/>
          </p:nvCxnSpPr>
          <p:spPr>
            <a:xfrm>
              <a:off x="4459225" y="3265928"/>
              <a:ext cx="1075874" cy="4251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BCA2D7-D7D5-417E-8358-AA57F25110CA}"/>
              </a:ext>
            </a:extLst>
          </p:cNvPr>
          <p:cNvGrpSpPr/>
          <p:nvPr/>
        </p:nvGrpSpPr>
        <p:grpSpPr>
          <a:xfrm>
            <a:off x="425372" y="4083525"/>
            <a:ext cx="8236713" cy="529633"/>
            <a:chOff x="411162" y="4566591"/>
            <a:chExt cx="8236713" cy="529633"/>
          </a:xfrm>
        </p:grpSpPr>
        <p:sp>
          <p:nvSpPr>
            <p:cNvPr id="59" name="object 4">
              <a:extLst>
                <a:ext uri="{FF2B5EF4-FFF2-40B4-BE49-F238E27FC236}">
                  <a16:creationId xmlns:a16="http://schemas.microsoft.com/office/drawing/2014/main" id="{F9792FB5-C3F7-46DD-8435-4465CFDFF800}"/>
                </a:ext>
              </a:extLst>
            </p:cNvPr>
            <p:cNvSpPr txBox="1"/>
            <p:nvPr/>
          </p:nvSpPr>
          <p:spPr>
            <a:xfrm>
              <a:off x="411162" y="4775623"/>
              <a:ext cx="8236713" cy="3206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GB" sz="2000" spc="-5" dirty="0">
                  <a:latin typeface="+mn-lt"/>
                  <a:cs typeface="Times New Roman"/>
                </a:rPr>
                <a:t>The starting velocity at A will be 0</a:t>
              </a:r>
              <a:endParaRPr lang="en-US" altLang="en-US" sz="2000" dirty="0">
                <a:latin typeface="+mn-lt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F719B6D-C3A1-4EFE-8AA1-8A75D1B6E80D}"/>
                </a:ext>
              </a:extLst>
            </p:cNvPr>
            <p:cNvSpPr txBox="1"/>
            <p:nvPr/>
          </p:nvSpPr>
          <p:spPr>
            <a:xfrm>
              <a:off x="5927641" y="4566591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</p:txBody>
        </p:sp>
      </p:grpSp>
      <p:sp>
        <p:nvSpPr>
          <p:cNvPr id="60" name="object 4">
            <a:extLst>
              <a:ext uri="{FF2B5EF4-FFF2-40B4-BE49-F238E27FC236}">
                <a16:creationId xmlns:a16="http://schemas.microsoft.com/office/drawing/2014/main" id="{09F04271-F48F-4CFF-8D4E-780412A648BE}"/>
              </a:ext>
            </a:extLst>
          </p:cNvPr>
          <p:cNvSpPr txBox="1"/>
          <p:nvPr/>
        </p:nvSpPr>
        <p:spPr>
          <a:xfrm>
            <a:off x="425371" y="4759973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spc="-5" dirty="0">
                <a:latin typeface="+mn-lt"/>
                <a:cs typeface="Times New Roman"/>
              </a:rPr>
              <a:t>Set the finishing angle at B, </a:t>
            </a:r>
            <a:r>
              <a:rPr lang="en-GB" sz="2000" spc="-5" dirty="0">
                <a:latin typeface="Symbol"/>
                <a:cs typeface="Symbol"/>
              </a:rPr>
              <a:t></a:t>
            </a:r>
            <a:r>
              <a:rPr lang="en-GB" sz="2000" spc="-7" baseline="-23809" dirty="0">
                <a:latin typeface="Times New Roman"/>
                <a:cs typeface="Times New Roman"/>
              </a:rPr>
              <a:t>f,</a:t>
            </a:r>
            <a:r>
              <a:rPr lang="en-GB" sz="2000" spc="-5" dirty="0">
                <a:latin typeface="+mn-lt"/>
                <a:cs typeface="Times New Roman"/>
              </a:rPr>
              <a:t> to 1.7rad</a:t>
            </a:r>
            <a:endParaRPr lang="en-US" altLang="en-US" sz="200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E11120-1AF8-4DAA-AB50-F3D07121B431}"/>
              </a:ext>
            </a:extLst>
          </p:cNvPr>
          <p:cNvGrpSpPr/>
          <p:nvPr/>
        </p:nvGrpSpPr>
        <p:grpSpPr>
          <a:xfrm>
            <a:off x="426131" y="5042723"/>
            <a:ext cx="8236713" cy="539925"/>
            <a:chOff x="411921" y="5525789"/>
            <a:chExt cx="8236713" cy="539925"/>
          </a:xfrm>
        </p:grpSpPr>
        <p:sp>
          <p:nvSpPr>
            <p:cNvPr id="61" name="object 4">
              <a:extLst>
                <a:ext uri="{FF2B5EF4-FFF2-40B4-BE49-F238E27FC236}">
                  <a16:creationId xmlns:a16="http://schemas.microsoft.com/office/drawing/2014/main" id="{32089CAB-4499-4C41-927A-21507C6013B3}"/>
                </a:ext>
              </a:extLst>
            </p:cNvPr>
            <p:cNvSpPr txBox="1"/>
            <p:nvPr/>
          </p:nvSpPr>
          <p:spPr>
            <a:xfrm>
              <a:off x="411921" y="5745113"/>
              <a:ext cx="8236713" cy="3206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GB" sz="2000" spc="-5" dirty="0">
                  <a:latin typeface="+mn-lt"/>
                  <a:cs typeface="Times New Roman"/>
                </a:rPr>
                <a:t>The finishing velocity at B must also be 0</a:t>
              </a:r>
              <a:endParaRPr lang="en-US" altLang="en-US" sz="2000" dirty="0">
                <a:latin typeface="+mn-lt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67F80B7-0BB2-4A96-A7CA-BBEE980DDC81}"/>
                </a:ext>
              </a:extLst>
            </p:cNvPr>
            <p:cNvSpPr txBox="1"/>
            <p:nvPr/>
          </p:nvSpPr>
          <p:spPr>
            <a:xfrm>
              <a:off x="6052775" y="5525789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AACACA-D353-48D2-A064-331E7A313CC2}"/>
              </a:ext>
            </a:extLst>
          </p:cNvPr>
          <p:cNvGrpSpPr/>
          <p:nvPr/>
        </p:nvGrpSpPr>
        <p:grpSpPr>
          <a:xfrm>
            <a:off x="5126182" y="461818"/>
            <a:ext cx="1566338" cy="3314849"/>
            <a:chOff x="5126182" y="461818"/>
            <a:chExt cx="1566338" cy="331484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14E96FA-1EA7-4D63-AD72-8674157D9BDD}"/>
                </a:ext>
              </a:extLst>
            </p:cNvPr>
            <p:cNvCxnSpPr/>
            <p:nvPr/>
          </p:nvCxnSpPr>
          <p:spPr>
            <a:xfrm>
              <a:off x="6692520" y="461818"/>
              <a:ext cx="0" cy="33148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E9A3B6B-FC63-4F02-9092-66BB15E88731}"/>
                </a:ext>
              </a:extLst>
            </p:cNvPr>
            <p:cNvCxnSpPr/>
            <p:nvPr/>
          </p:nvCxnSpPr>
          <p:spPr>
            <a:xfrm>
              <a:off x="5126182" y="971032"/>
              <a:ext cx="1440873" cy="8670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E2559C-1EB7-496D-BD41-AC8D1B0B3E73}"/>
              </a:ext>
            </a:extLst>
          </p:cNvPr>
          <p:cNvCxnSpPr/>
          <p:nvPr/>
        </p:nvCxnSpPr>
        <p:spPr>
          <a:xfrm flipH="1" flipV="1">
            <a:off x="6853382" y="2161309"/>
            <a:ext cx="1431636" cy="1063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bject 4">
            <a:extLst>
              <a:ext uri="{FF2B5EF4-FFF2-40B4-BE49-F238E27FC236}">
                <a16:creationId xmlns:a16="http://schemas.microsoft.com/office/drawing/2014/main" id="{8D78194A-3369-48FB-9A5C-F6FDA3B2866C}"/>
              </a:ext>
            </a:extLst>
          </p:cNvPr>
          <p:cNvSpPr txBox="1"/>
          <p:nvPr/>
        </p:nvSpPr>
        <p:spPr>
          <a:xfrm>
            <a:off x="457239" y="5765480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altLang="en-US" sz="2000" spc="-5" dirty="0">
                <a:latin typeface="+mn-lt"/>
                <a:cs typeface="Times New Roman"/>
              </a:rPr>
              <a:t>Lets make the movement take place over 2s of time. (</a:t>
            </a:r>
            <a:r>
              <a:rPr lang="en-GB" altLang="en-US" sz="2000" spc="-5" dirty="0" err="1">
                <a:latin typeface="+mn-lt"/>
                <a:cs typeface="Times New Roman"/>
              </a:rPr>
              <a:t>t</a:t>
            </a:r>
            <a:r>
              <a:rPr lang="en-GB" altLang="en-US" sz="2000" spc="-7" baseline="-23809" dirty="0" err="1">
                <a:latin typeface="Times New Roman"/>
                <a:cs typeface="Times New Roman"/>
              </a:rPr>
              <a:t>f</a:t>
            </a:r>
            <a:r>
              <a:rPr lang="en-GB" sz="2000" spc="-5" dirty="0">
                <a:latin typeface="+mn-lt"/>
                <a:cs typeface="Times New Roman"/>
              </a:rPr>
              <a:t> = 2)</a:t>
            </a:r>
            <a:r>
              <a:rPr lang="en-GB" altLang="en-US" sz="2000" spc="-5" dirty="0">
                <a:latin typeface="+mn-lt"/>
                <a:cs typeface="Times New Roman"/>
              </a:rPr>
              <a:t> </a:t>
            </a:r>
            <a:endParaRPr lang="en-US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114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0" grpId="0"/>
      <p:bldP spid="60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Example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First calculate the coefficients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117594-6F6F-4B2A-8DB3-E2E319AFC8EA}"/>
              </a:ext>
            </a:extLst>
          </p:cNvPr>
          <p:cNvGrpSpPr/>
          <p:nvPr/>
        </p:nvGrpSpPr>
        <p:grpSpPr>
          <a:xfrm>
            <a:off x="815631" y="907735"/>
            <a:ext cx="7747583" cy="2630316"/>
            <a:chOff x="824916" y="1161142"/>
            <a:chExt cx="7747583" cy="26303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9F65FDB-5734-43E2-BBE1-61D4B1B8DDE1}"/>
                </a:ext>
              </a:extLst>
            </p:cNvPr>
            <p:cNvGrpSpPr/>
            <p:nvPr/>
          </p:nvGrpSpPr>
          <p:grpSpPr>
            <a:xfrm>
              <a:off x="824916" y="1161142"/>
              <a:ext cx="7747583" cy="2630316"/>
              <a:chOff x="824916" y="1161142"/>
              <a:chExt cx="7747583" cy="2630316"/>
            </a:xfrm>
          </p:grpSpPr>
          <p:sp>
            <p:nvSpPr>
              <p:cNvPr id="34" name="object 4">
                <a:extLst>
                  <a:ext uri="{FF2B5EF4-FFF2-40B4-BE49-F238E27FC236}">
                    <a16:creationId xmlns:a16="http://schemas.microsoft.com/office/drawing/2014/main" id="{3DA8928A-A06A-4CD2-8F73-D153036AA016}"/>
                  </a:ext>
                </a:extLst>
              </p:cNvPr>
              <p:cNvSpPr txBox="1"/>
              <p:nvPr/>
            </p:nvSpPr>
            <p:spPr>
              <a:xfrm>
                <a:off x="864870" y="1161142"/>
                <a:ext cx="1430020" cy="692150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  <a:tabLst>
                    <a:tab pos="615315" algn="l"/>
                  </a:tabLst>
                </a:pPr>
                <a:r>
                  <a:rPr sz="4200" i="1" spc="15" dirty="0">
                    <a:latin typeface="Times New Roman"/>
                    <a:cs typeface="Times New Roman"/>
                  </a:rPr>
                  <a:t>a</a:t>
                </a:r>
                <a:r>
                  <a:rPr sz="3675" spc="22" baseline="-23809" dirty="0">
                    <a:latin typeface="Times New Roman"/>
                    <a:cs typeface="Times New Roman"/>
                  </a:rPr>
                  <a:t>0	</a:t>
                </a:r>
                <a:r>
                  <a:rPr sz="4200" spc="5" dirty="0">
                    <a:latin typeface="Symbol"/>
                    <a:cs typeface="Symbol"/>
                  </a:rPr>
                  <a:t></a:t>
                </a:r>
                <a:r>
                  <a:rPr sz="4200" spc="-390" dirty="0">
                    <a:latin typeface="Times New Roman"/>
                    <a:cs typeface="Times New Roman"/>
                  </a:rPr>
                  <a:t> </a:t>
                </a:r>
                <a:r>
                  <a:rPr sz="4350" spc="-130" dirty="0">
                    <a:latin typeface="Symbol"/>
                    <a:cs typeface="Symbol"/>
                  </a:rPr>
                  <a:t></a:t>
                </a:r>
                <a:r>
                  <a:rPr sz="3675" spc="-195" baseline="-23809" dirty="0">
                    <a:latin typeface="Times New Roman"/>
                    <a:cs typeface="Times New Roman"/>
                  </a:rPr>
                  <a:t>0</a:t>
                </a:r>
                <a:endParaRPr sz="3675" baseline="-23809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36" name="object 5">
                <a:extLst>
                  <a:ext uri="{FF2B5EF4-FFF2-40B4-BE49-F238E27FC236}">
                    <a16:creationId xmlns:a16="http://schemas.microsoft.com/office/drawing/2014/main" id="{7EFDA68D-FA59-48C4-BFA5-0212369E9771}"/>
                  </a:ext>
                </a:extLst>
              </p:cNvPr>
              <p:cNvSpPr txBox="1"/>
              <p:nvPr/>
            </p:nvSpPr>
            <p:spPr>
              <a:xfrm>
                <a:off x="5275579" y="1261617"/>
                <a:ext cx="1129030" cy="59563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  <a:tabLst>
                    <a:tab pos="498475" algn="l"/>
                  </a:tabLst>
                </a:pPr>
                <a:r>
                  <a:rPr sz="3750" i="1" spc="-95" dirty="0">
                    <a:latin typeface="Times New Roman"/>
                    <a:cs typeface="Times New Roman"/>
                  </a:rPr>
                  <a:t>a</a:t>
                </a:r>
                <a:r>
                  <a:rPr sz="3225" spc="-142" baseline="-24547" dirty="0">
                    <a:latin typeface="Times New Roman"/>
                    <a:cs typeface="Times New Roman"/>
                  </a:rPr>
                  <a:t>1	</a:t>
                </a:r>
                <a:r>
                  <a:rPr sz="3750" spc="-10" dirty="0">
                    <a:latin typeface="Symbol"/>
                    <a:cs typeface="Symbol"/>
                  </a:rPr>
                  <a:t></a:t>
                </a:r>
                <a:r>
                  <a:rPr sz="3750" spc="-90" dirty="0">
                    <a:latin typeface="Times New Roman"/>
                    <a:cs typeface="Times New Roman"/>
                  </a:rPr>
                  <a:t> </a:t>
                </a:r>
                <a:r>
                  <a:rPr sz="3750" spc="-10" dirty="0">
                    <a:latin typeface="Times New Roman"/>
                    <a:cs typeface="Times New Roman"/>
                  </a:rPr>
                  <a:t>0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  <p:sp>
            <p:nvSpPr>
              <p:cNvPr id="37" name="object 6">
                <a:extLst>
                  <a:ext uri="{FF2B5EF4-FFF2-40B4-BE49-F238E27FC236}">
                    <a16:creationId xmlns:a16="http://schemas.microsoft.com/office/drawing/2014/main" id="{7ABD4C06-D98A-4ED6-A619-F7E6CEAA2F13}"/>
                  </a:ext>
                </a:extLst>
              </p:cNvPr>
              <p:cNvSpPr/>
              <p:nvPr/>
            </p:nvSpPr>
            <p:spPr>
              <a:xfrm>
                <a:off x="1930399" y="3026917"/>
                <a:ext cx="486409" cy="0"/>
              </a:xfrm>
              <a:custGeom>
                <a:avLst/>
                <a:gdLst/>
                <a:ahLst/>
                <a:cxnLst/>
                <a:rect l="l" t="t" r="r" b="b"/>
                <a:pathLst>
                  <a:path w="486410">
                    <a:moveTo>
                      <a:pt x="0" y="0"/>
                    </a:moveTo>
                    <a:lnTo>
                      <a:pt x="486409" y="0"/>
                    </a:lnTo>
                  </a:path>
                </a:pathLst>
              </a:custGeom>
              <a:ln w="2286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7">
                <a:extLst>
                  <a:ext uri="{FF2B5EF4-FFF2-40B4-BE49-F238E27FC236}">
                    <a16:creationId xmlns:a16="http://schemas.microsoft.com/office/drawing/2014/main" id="{4D6878C7-78C5-494E-9ADC-52AEB64ED186}"/>
                  </a:ext>
                </a:extLst>
              </p:cNvPr>
              <p:cNvSpPr txBox="1"/>
              <p:nvPr/>
            </p:nvSpPr>
            <p:spPr>
              <a:xfrm>
                <a:off x="1948180" y="3029458"/>
                <a:ext cx="175260" cy="67183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4250" i="1" spc="-5" dirty="0">
                    <a:latin typeface="Times New Roman"/>
                    <a:cs typeface="Times New Roman"/>
                  </a:rPr>
                  <a:t>t</a:t>
                </a:r>
                <a:endParaRPr sz="4250">
                  <a:latin typeface="Times New Roman"/>
                  <a:cs typeface="Times New Roman"/>
                </a:endParaRPr>
              </a:p>
            </p:txBody>
          </p:sp>
          <p:sp>
            <p:nvSpPr>
              <p:cNvPr id="39" name="object 8">
                <a:extLst>
                  <a:ext uri="{FF2B5EF4-FFF2-40B4-BE49-F238E27FC236}">
                    <a16:creationId xmlns:a16="http://schemas.microsoft.com/office/drawing/2014/main" id="{F700B0FA-8048-45EE-9C44-2660FB70602E}"/>
                  </a:ext>
                </a:extLst>
              </p:cNvPr>
              <p:cNvSpPr txBox="1"/>
              <p:nvPr/>
            </p:nvSpPr>
            <p:spPr>
              <a:xfrm>
                <a:off x="2960370" y="3010408"/>
                <a:ext cx="113030" cy="40386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2450" i="1" spc="0" dirty="0">
                    <a:latin typeface="Times New Roman"/>
                    <a:cs typeface="Times New Roman"/>
                  </a:rPr>
                  <a:t>f</a:t>
                </a:r>
                <a:endParaRPr sz="2450">
                  <a:latin typeface="Times New Roman"/>
                  <a:cs typeface="Times New Roman"/>
                </a:endParaRPr>
              </a:p>
            </p:txBody>
          </p:sp>
          <p:sp>
            <p:nvSpPr>
              <p:cNvPr id="42" name="object 9">
                <a:extLst>
                  <a:ext uri="{FF2B5EF4-FFF2-40B4-BE49-F238E27FC236}">
                    <a16:creationId xmlns:a16="http://schemas.microsoft.com/office/drawing/2014/main" id="{F7939CE5-F5FD-4EC2-8341-F86730EEFE7D}"/>
                  </a:ext>
                </a:extLst>
              </p:cNvPr>
              <p:cNvSpPr txBox="1"/>
              <p:nvPr/>
            </p:nvSpPr>
            <p:spPr>
              <a:xfrm>
                <a:off x="1139189" y="3010408"/>
                <a:ext cx="182880" cy="40386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2450" spc="5" dirty="0">
                    <a:latin typeface="Times New Roman"/>
                    <a:cs typeface="Times New Roman"/>
                  </a:rPr>
                  <a:t>2</a:t>
                </a:r>
                <a:endParaRPr sz="2450">
                  <a:latin typeface="Times New Roman"/>
                  <a:cs typeface="Times New Roman"/>
                </a:endParaRPr>
              </a:p>
            </p:txBody>
          </p:sp>
          <p:sp>
            <p:nvSpPr>
              <p:cNvPr id="43" name="object 10">
                <a:extLst>
                  <a:ext uri="{FF2B5EF4-FFF2-40B4-BE49-F238E27FC236}">
                    <a16:creationId xmlns:a16="http://schemas.microsoft.com/office/drawing/2014/main" id="{3B18417E-11E2-4C6B-B78F-9E8687B193BF}"/>
                  </a:ext>
                </a:extLst>
              </p:cNvPr>
              <p:cNvSpPr txBox="1"/>
              <p:nvPr/>
            </p:nvSpPr>
            <p:spPr>
              <a:xfrm>
                <a:off x="2145030" y="3011678"/>
                <a:ext cx="182880" cy="77978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2450" spc="5" dirty="0">
                    <a:latin typeface="Times New Roman"/>
                    <a:cs typeface="Times New Roman"/>
                  </a:rPr>
                  <a:t>2</a:t>
                </a:r>
                <a:endParaRPr sz="2450">
                  <a:latin typeface="Times New Roman"/>
                  <a:cs typeface="Times New Roman"/>
                </a:endParaRPr>
              </a:p>
              <a:p>
                <a:pPr marL="34925">
                  <a:lnSpc>
                    <a:spcPct val="100000"/>
                  </a:lnSpc>
                  <a:spcBef>
                    <a:spcPts val="20"/>
                  </a:spcBef>
                </a:pPr>
                <a:r>
                  <a:rPr sz="2450" i="1" spc="0" dirty="0">
                    <a:latin typeface="Times New Roman"/>
                    <a:cs typeface="Times New Roman"/>
                  </a:rPr>
                  <a:t>f</a:t>
                </a:r>
                <a:endParaRPr sz="2450">
                  <a:latin typeface="Times New Roman"/>
                  <a:cs typeface="Times New Roman"/>
                </a:endParaRPr>
              </a:p>
            </p:txBody>
          </p:sp>
          <p:sp>
            <p:nvSpPr>
              <p:cNvPr id="44" name="object 11">
                <a:extLst>
                  <a:ext uri="{FF2B5EF4-FFF2-40B4-BE49-F238E27FC236}">
                    <a16:creationId xmlns:a16="http://schemas.microsoft.com/office/drawing/2014/main" id="{5EF40A35-54DC-4EDB-9FB5-51E2BEFAF42D}"/>
                  </a:ext>
                </a:extLst>
              </p:cNvPr>
              <p:cNvSpPr txBox="1"/>
              <p:nvPr/>
            </p:nvSpPr>
            <p:spPr>
              <a:xfrm>
                <a:off x="2039620" y="2273808"/>
                <a:ext cx="294640" cy="67183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4250" spc="-5" dirty="0">
                    <a:latin typeface="Times New Roman"/>
                    <a:cs typeface="Times New Roman"/>
                  </a:rPr>
                  <a:t>3</a:t>
                </a:r>
                <a:endParaRPr sz="4250">
                  <a:latin typeface="Times New Roman"/>
                  <a:cs typeface="Times New Roman"/>
                </a:endParaRPr>
              </a:p>
            </p:txBody>
          </p:sp>
          <p:sp>
            <p:nvSpPr>
              <p:cNvPr id="45" name="object 12">
                <a:extLst>
                  <a:ext uri="{FF2B5EF4-FFF2-40B4-BE49-F238E27FC236}">
                    <a16:creationId xmlns:a16="http://schemas.microsoft.com/office/drawing/2014/main" id="{9B740AA1-DF2C-4E2A-A047-444B6D3A33B4}"/>
                  </a:ext>
                </a:extLst>
              </p:cNvPr>
              <p:cNvSpPr txBox="1"/>
              <p:nvPr/>
            </p:nvSpPr>
            <p:spPr>
              <a:xfrm>
                <a:off x="824916" y="2626551"/>
                <a:ext cx="3456304" cy="695325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  <a:tabLst>
                    <a:tab pos="619125" algn="l"/>
                    <a:tab pos="1623695" algn="l"/>
                    <a:tab pos="2419985" algn="l"/>
                  </a:tabLst>
                </a:pPr>
                <a:r>
                  <a:rPr sz="4250" i="1" spc="-5" dirty="0">
                    <a:latin typeface="Times New Roman"/>
                    <a:cs typeface="Times New Roman"/>
                  </a:rPr>
                  <a:t>a	</a:t>
                </a:r>
                <a:r>
                  <a:rPr sz="4250" spc="-10" dirty="0">
                    <a:latin typeface="Symbol"/>
                    <a:cs typeface="Symbol"/>
                  </a:rPr>
                  <a:t></a:t>
                </a:r>
                <a:r>
                  <a:rPr sz="4250" spc="-10" dirty="0">
                    <a:latin typeface="Times New Roman"/>
                    <a:cs typeface="Times New Roman"/>
                  </a:rPr>
                  <a:t>	</a:t>
                </a:r>
                <a:r>
                  <a:rPr sz="4250" spc="-95" dirty="0">
                    <a:latin typeface="Times New Roman"/>
                    <a:cs typeface="Times New Roman"/>
                  </a:rPr>
                  <a:t>(</a:t>
                </a:r>
                <a:r>
                  <a:rPr sz="4400" spc="-95" dirty="0">
                    <a:latin typeface="Symbol"/>
                    <a:cs typeface="Symbol"/>
                  </a:rPr>
                  <a:t></a:t>
                </a:r>
                <a:r>
                  <a:rPr sz="4400" spc="-95" dirty="0">
                    <a:latin typeface="Times New Roman"/>
                    <a:cs typeface="Times New Roman"/>
                  </a:rPr>
                  <a:t>	</a:t>
                </a:r>
                <a:r>
                  <a:rPr sz="4250" spc="-10" dirty="0">
                    <a:latin typeface="Symbol"/>
                    <a:cs typeface="Symbol"/>
                  </a:rPr>
                  <a:t></a:t>
                </a:r>
                <a:r>
                  <a:rPr sz="4250" spc="-585" dirty="0">
                    <a:latin typeface="Times New Roman"/>
                    <a:cs typeface="Times New Roman"/>
                  </a:rPr>
                  <a:t> </a:t>
                </a:r>
                <a:r>
                  <a:rPr sz="4400" spc="-130" dirty="0">
                    <a:latin typeface="Symbol"/>
                    <a:cs typeface="Symbol"/>
                  </a:rPr>
                  <a:t></a:t>
                </a:r>
                <a:r>
                  <a:rPr sz="3675" spc="-195" baseline="-23809" dirty="0">
                    <a:latin typeface="Times New Roman"/>
                    <a:cs typeface="Times New Roman"/>
                  </a:rPr>
                  <a:t>0 </a:t>
                </a:r>
                <a:r>
                  <a:rPr sz="4250" spc="-5" dirty="0">
                    <a:latin typeface="Times New Roman"/>
                    <a:cs typeface="Times New Roman"/>
                  </a:rPr>
                  <a:t>)</a:t>
                </a:r>
                <a:endParaRPr sz="42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13">
                <a:extLst>
                  <a:ext uri="{FF2B5EF4-FFF2-40B4-BE49-F238E27FC236}">
                    <a16:creationId xmlns:a16="http://schemas.microsoft.com/office/drawing/2014/main" id="{7F6F11AB-202A-45F9-8035-CD8334D8DDA8}"/>
                  </a:ext>
                </a:extLst>
              </p:cNvPr>
              <p:cNvSpPr/>
              <p:nvPr/>
            </p:nvSpPr>
            <p:spPr>
              <a:xfrm>
                <a:off x="6457949" y="3019297"/>
                <a:ext cx="4305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30529">
                    <a:moveTo>
                      <a:pt x="0" y="0"/>
                    </a:moveTo>
                    <a:lnTo>
                      <a:pt x="430529" y="0"/>
                    </a:lnTo>
                  </a:path>
                </a:pathLst>
              </a:custGeom>
              <a:ln w="2032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14">
                <a:extLst>
                  <a:ext uri="{FF2B5EF4-FFF2-40B4-BE49-F238E27FC236}">
                    <a16:creationId xmlns:a16="http://schemas.microsoft.com/office/drawing/2014/main" id="{D42D0383-3AD4-4EE0-BCAC-05AC5FF818CD}"/>
                  </a:ext>
                </a:extLst>
              </p:cNvPr>
              <p:cNvSpPr txBox="1"/>
              <p:nvPr/>
            </p:nvSpPr>
            <p:spPr>
              <a:xfrm>
                <a:off x="6473190" y="3019297"/>
                <a:ext cx="158115" cy="5969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3750" i="1" dirty="0">
                    <a:latin typeface="Times New Roman"/>
                    <a:cs typeface="Times New Roman"/>
                  </a:rPr>
                  <a:t>t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15">
                <a:extLst>
                  <a:ext uri="{FF2B5EF4-FFF2-40B4-BE49-F238E27FC236}">
                    <a16:creationId xmlns:a16="http://schemas.microsoft.com/office/drawing/2014/main" id="{B798933A-1639-48F5-9E00-2B5147A1F51A}"/>
                  </a:ext>
                </a:extLst>
              </p:cNvPr>
              <p:cNvSpPr txBox="1"/>
              <p:nvPr/>
            </p:nvSpPr>
            <p:spPr>
              <a:xfrm>
                <a:off x="7366000" y="3002788"/>
                <a:ext cx="102870" cy="35941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2200" i="1" spc="-5" dirty="0">
                    <a:latin typeface="Times New Roman"/>
                    <a:cs typeface="Times New Roman"/>
                  </a:rPr>
                  <a:t>f</a:t>
                </a:r>
                <a:endParaRPr sz="2200">
                  <a:latin typeface="Times New Roman"/>
                  <a:cs typeface="Times New Roman"/>
                </a:endParaRPr>
              </a:p>
            </p:txBody>
          </p:sp>
          <p:sp>
            <p:nvSpPr>
              <p:cNvPr id="70" name="object 16">
                <a:extLst>
                  <a:ext uri="{FF2B5EF4-FFF2-40B4-BE49-F238E27FC236}">
                    <a16:creationId xmlns:a16="http://schemas.microsoft.com/office/drawing/2014/main" id="{7673C021-102D-47FD-BAC3-30DEBE5DDEC4}"/>
                  </a:ext>
                </a:extLst>
              </p:cNvPr>
              <p:cNvSpPr txBox="1"/>
              <p:nvPr/>
            </p:nvSpPr>
            <p:spPr>
              <a:xfrm>
                <a:off x="5434329" y="3002788"/>
                <a:ext cx="164465" cy="35941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2200" spc="-5" dirty="0">
                    <a:latin typeface="Times New Roman"/>
                    <a:cs typeface="Times New Roman"/>
                  </a:rPr>
                  <a:t>3</a:t>
                </a:r>
                <a:endParaRPr sz="2200">
                  <a:latin typeface="Times New Roman"/>
                  <a:cs typeface="Times New Roman"/>
                </a:endParaRPr>
              </a:p>
            </p:txBody>
          </p:sp>
          <p:sp>
            <p:nvSpPr>
              <p:cNvPr id="71" name="object 17">
                <a:extLst>
                  <a:ext uri="{FF2B5EF4-FFF2-40B4-BE49-F238E27FC236}">
                    <a16:creationId xmlns:a16="http://schemas.microsoft.com/office/drawing/2014/main" id="{6F8113A7-B5A9-4307-A788-78F3776624F7}"/>
                  </a:ext>
                </a:extLst>
              </p:cNvPr>
              <p:cNvSpPr txBox="1"/>
              <p:nvPr/>
            </p:nvSpPr>
            <p:spPr>
              <a:xfrm>
                <a:off x="6639560" y="3004058"/>
                <a:ext cx="164465" cy="69215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ts val="2630"/>
                  </a:lnSpc>
                  <a:spcBef>
                    <a:spcPts val="90"/>
                  </a:spcBef>
                </a:pPr>
                <a:r>
                  <a:rPr sz="2200" spc="-5" dirty="0">
                    <a:latin typeface="Times New Roman"/>
                    <a:cs typeface="Times New Roman"/>
                  </a:rPr>
                  <a:t>3</a:t>
                </a:r>
                <a:endParaRPr sz="2200">
                  <a:latin typeface="Times New Roman"/>
                  <a:cs typeface="Times New Roman"/>
                </a:endParaRPr>
              </a:p>
              <a:p>
                <a:pPr marL="38735">
                  <a:lnSpc>
                    <a:spcPts val="2630"/>
                  </a:lnSpc>
                </a:pPr>
                <a:r>
                  <a:rPr sz="2200" i="1" spc="-5" dirty="0">
                    <a:latin typeface="Times New Roman"/>
                    <a:cs typeface="Times New Roman"/>
                  </a:rPr>
                  <a:t>f</a:t>
                </a:r>
                <a:endParaRPr sz="2200">
                  <a:latin typeface="Times New Roman"/>
                  <a:cs typeface="Times New Roman"/>
                </a:endParaRPr>
              </a:p>
            </p:txBody>
          </p:sp>
          <p:sp>
            <p:nvSpPr>
              <p:cNvPr id="72" name="object 18">
                <a:extLst>
                  <a:ext uri="{FF2B5EF4-FFF2-40B4-BE49-F238E27FC236}">
                    <a16:creationId xmlns:a16="http://schemas.microsoft.com/office/drawing/2014/main" id="{4B39036D-2018-4ED9-BF1E-3BA3C297D8A5}"/>
                  </a:ext>
                </a:extLst>
              </p:cNvPr>
              <p:cNvSpPr txBox="1"/>
              <p:nvPr/>
            </p:nvSpPr>
            <p:spPr>
              <a:xfrm>
                <a:off x="6546850" y="2351278"/>
                <a:ext cx="263525" cy="5969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3750" dirty="0">
                    <a:latin typeface="Times New Roman"/>
                    <a:cs typeface="Times New Roman"/>
                  </a:rPr>
                  <a:t>2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  <p:sp>
            <p:nvSpPr>
              <p:cNvPr id="73" name="object 19">
                <a:extLst>
                  <a:ext uri="{FF2B5EF4-FFF2-40B4-BE49-F238E27FC236}">
                    <a16:creationId xmlns:a16="http://schemas.microsoft.com/office/drawing/2014/main" id="{4ED2B5B3-205A-443E-9F25-E437A51F2B7C}"/>
                  </a:ext>
                </a:extLst>
              </p:cNvPr>
              <p:cNvSpPr txBox="1"/>
              <p:nvPr/>
            </p:nvSpPr>
            <p:spPr>
              <a:xfrm>
                <a:off x="5199379" y="2685288"/>
                <a:ext cx="1191260" cy="5969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527685" algn="l"/>
                  </a:tabLst>
                </a:pPr>
                <a:r>
                  <a:rPr sz="3750" i="1" dirty="0">
                    <a:latin typeface="Times New Roman"/>
                    <a:cs typeface="Times New Roman"/>
                  </a:rPr>
                  <a:t>a	</a:t>
                </a:r>
                <a:r>
                  <a:rPr sz="3750" dirty="0">
                    <a:latin typeface="Symbol"/>
                    <a:cs typeface="Symbol"/>
                  </a:rPr>
                  <a:t></a:t>
                </a:r>
                <a:r>
                  <a:rPr sz="3750" spc="-30" dirty="0">
                    <a:latin typeface="Times New Roman"/>
                    <a:cs typeface="Times New Roman"/>
                  </a:rPr>
                  <a:t> </a:t>
                </a:r>
                <a:r>
                  <a:rPr sz="3750" dirty="0">
                    <a:latin typeface="Symbol"/>
                    <a:cs typeface="Symbol"/>
                  </a:rPr>
                  <a:t></a:t>
                </a:r>
                <a:endParaRPr sz="3750">
                  <a:latin typeface="Symbol"/>
                  <a:cs typeface="Symbol"/>
                </a:endParaRPr>
              </a:p>
            </p:txBody>
          </p:sp>
          <p:sp>
            <p:nvSpPr>
              <p:cNvPr id="74" name="object 20">
                <a:extLst>
                  <a:ext uri="{FF2B5EF4-FFF2-40B4-BE49-F238E27FC236}">
                    <a16:creationId xmlns:a16="http://schemas.microsoft.com/office/drawing/2014/main" id="{D6BC0EC6-9D66-4521-A4BC-2873DACB257B}"/>
                  </a:ext>
                </a:extLst>
              </p:cNvPr>
              <p:cNvSpPr txBox="1"/>
              <p:nvPr/>
            </p:nvSpPr>
            <p:spPr>
              <a:xfrm>
                <a:off x="6939279" y="2668253"/>
                <a:ext cx="1633220" cy="617855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  <a:tabLst>
                    <a:tab pos="715645" algn="l"/>
                  </a:tabLst>
                </a:pPr>
                <a:r>
                  <a:rPr sz="3750" spc="-70" dirty="0">
                    <a:latin typeface="Times New Roman"/>
                    <a:cs typeface="Times New Roman"/>
                  </a:rPr>
                  <a:t>(</a:t>
                </a:r>
                <a:r>
                  <a:rPr sz="3850" spc="-70" dirty="0">
                    <a:latin typeface="Symbol"/>
                    <a:cs typeface="Symbol"/>
                  </a:rPr>
                  <a:t></a:t>
                </a:r>
                <a:r>
                  <a:rPr sz="3850" spc="-70" dirty="0">
                    <a:latin typeface="Times New Roman"/>
                    <a:cs typeface="Times New Roman"/>
                  </a:rPr>
                  <a:t>	</a:t>
                </a:r>
                <a:r>
                  <a:rPr sz="3750" dirty="0">
                    <a:latin typeface="Symbol"/>
                    <a:cs typeface="Symbol"/>
                  </a:rPr>
                  <a:t></a:t>
                </a:r>
                <a:r>
                  <a:rPr sz="3750" spc="-520" dirty="0">
                    <a:latin typeface="Times New Roman"/>
                    <a:cs typeface="Times New Roman"/>
                  </a:rPr>
                  <a:t> </a:t>
                </a:r>
                <a:r>
                  <a:rPr sz="3850" spc="-120" dirty="0">
                    <a:latin typeface="Symbol"/>
                    <a:cs typeface="Symbol"/>
                  </a:rPr>
                  <a:t></a:t>
                </a:r>
                <a:r>
                  <a:rPr sz="3300" spc="-179" baseline="-23989" dirty="0">
                    <a:latin typeface="Times New Roman"/>
                    <a:cs typeface="Times New Roman"/>
                  </a:rPr>
                  <a:t>0 </a:t>
                </a:r>
                <a:r>
                  <a:rPr sz="3750" dirty="0">
                    <a:latin typeface="Times New Roman"/>
                    <a:cs typeface="Times New Roman"/>
                  </a:rPr>
                  <a:t>)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C7B9B9-08E3-4FD5-96F5-346581B5DB44}"/>
                </a:ext>
              </a:extLst>
            </p:cNvPr>
            <p:cNvCxnSpPr/>
            <p:nvPr/>
          </p:nvCxnSpPr>
          <p:spPr>
            <a:xfrm>
              <a:off x="1930399" y="3002788"/>
              <a:ext cx="447041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6A40EC7-0841-4DB6-9D89-379FAA22D6FE}"/>
                </a:ext>
              </a:extLst>
            </p:cNvPr>
            <p:cNvCxnSpPr/>
            <p:nvPr/>
          </p:nvCxnSpPr>
          <p:spPr>
            <a:xfrm>
              <a:off x="6416039" y="3002788"/>
              <a:ext cx="447041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6" name="object 4">
            <a:extLst>
              <a:ext uri="{FF2B5EF4-FFF2-40B4-BE49-F238E27FC236}">
                <a16:creationId xmlns:a16="http://schemas.microsoft.com/office/drawing/2014/main" id="{C1E046D1-2A2F-4544-AF94-94E329A5EE92}"/>
              </a:ext>
            </a:extLst>
          </p:cNvPr>
          <p:cNvSpPr txBox="1"/>
          <p:nvPr/>
        </p:nvSpPr>
        <p:spPr>
          <a:xfrm>
            <a:off x="348834" y="3797438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So: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C9EE6CD-81CB-443B-BC92-0305594E328D}"/>
              </a:ext>
            </a:extLst>
          </p:cNvPr>
          <p:cNvGrpSpPr/>
          <p:nvPr/>
        </p:nvGrpSpPr>
        <p:grpSpPr>
          <a:xfrm>
            <a:off x="580559" y="3957738"/>
            <a:ext cx="8814792" cy="2538581"/>
            <a:chOff x="506783" y="1161142"/>
            <a:chExt cx="8814792" cy="253858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F48B7B6-2548-4CB9-831F-4CE2762B6380}"/>
                </a:ext>
              </a:extLst>
            </p:cNvPr>
            <p:cNvGrpSpPr/>
            <p:nvPr/>
          </p:nvGrpSpPr>
          <p:grpSpPr>
            <a:xfrm>
              <a:off x="506783" y="1161142"/>
              <a:ext cx="8814792" cy="2538581"/>
              <a:chOff x="506783" y="1161142"/>
              <a:chExt cx="8814792" cy="2538581"/>
            </a:xfrm>
          </p:grpSpPr>
          <p:sp>
            <p:nvSpPr>
              <p:cNvPr id="40" name="object 4">
                <a:extLst>
                  <a:ext uri="{FF2B5EF4-FFF2-40B4-BE49-F238E27FC236}">
                    <a16:creationId xmlns:a16="http://schemas.microsoft.com/office/drawing/2014/main" id="{77C05261-AF0B-4FFD-9261-D35E4AEFECAF}"/>
                  </a:ext>
                </a:extLst>
              </p:cNvPr>
              <p:cNvSpPr txBox="1"/>
              <p:nvPr/>
            </p:nvSpPr>
            <p:spPr>
              <a:xfrm>
                <a:off x="864870" y="1161142"/>
                <a:ext cx="1925896" cy="684803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  <a:tabLst>
                    <a:tab pos="615315" algn="l"/>
                  </a:tabLst>
                </a:pPr>
                <a:r>
                  <a:rPr sz="4200" i="1" spc="15" dirty="0">
                    <a:latin typeface="Times New Roman"/>
                    <a:cs typeface="Times New Roman"/>
                  </a:rPr>
                  <a:t>a</a:t>
                </a:r>
                <a:r>
                  <a:rPr sz="3675" spc="22" baseline="-23809" dirty="0">
                    <a:latin typeface="Times New Roman"/>
                    <a:cs typeface="Times New Roman"/>
                  </a:rPr>
                  <a:t>0	</a:t>
                </a:r>
                <a:r>
                  <a:rPr sz="4200" spc="5" dirty="0">
                    <a:latin typeface="Symbol"/>
                    <a:cs typeface="Symbol"/>
                  </a:rPr>
                  <a:t></a:t>
                </a:r>
                <a:r>
                  <a:rPr sz="4200" spc="-390" dirty="0">
                    <a:latin typeface="Times New Roman"/>
                    <a:cs typeface="Times New Roman"/>
                  </a:rPr>
                  <a:t> </a:t>
                </a:r>
                <a:r>
                  <a:rPr lang="en-GB" sz="4350" spc="-130" dirty="0">
                    <a:latin typeface="Symbol"/>
                    <a:cs typeface="Times New Roman"/>
                  </a:rPr>
                  <a:t>-0.5</a:t>
                </a:r>
                <a:endParaRPr sz="3675" baseline="-23809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1" name="object 5">
                <a:extLst>
                  <a:ext uri="{FF2B5EF4-FFF2-40B4-BE49-F238E27FC236}">
                    <a16:creationId xmlns:a16="http://schemas.microsoft.com/office/drawing/2014/main" id="{F0F74B3D-A3BD-4301-92C0-28E8657CA2C4}"/>
                  </a:ext>
                </a:extLst>
              </p:cNvPr>
              <p:cNvSpPr txBox="1"/>
              <p:nvPr/>
            </p:nvSpPr>
            <p:spPr>
              <a:xfrm>
                <a:off x="5275579" y="1261617"/>
                <a:ext cx="1129030" cy="59563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  <a:tabLst>
                    <a:tab pos="498475" algn="l"/>
                  </a:tabLst>
                </a:pPr>
                <a:r>
                  <a:rPr sz="3750" i="1" spc="-95" dirty="0">
                    <a:latin typeface="Times New Roman"/>
                    <a:cs typeface="Times New Roman"/>
                  </a:rPr>
                  <a:t>a</a:t>
                </a:r>
                <a:r>
                  <a:rPr sz="3225" spc="-142" baseline="-24547" dirty="0">
                    <a:latin typeface="Times New Roman"/>
                    <a:cs typeface="Times New Roman"/>
                  </a:rPr>
                  <a:t>1	</a:t>
                </a:r>
                <a:r>
                  <a:rPr sz="3750" spc="-10" dirty="0">
                    <a:latin typeface="Symbol"/>
                    <a:cs typeface="Symbol"/>
                  </a:rPr>
                  <a:t></a:t>
                </a:r>
                <a:r>
                  <a:rPr sz="3750" spc="-90" dirty="0">
                    <a:latin typeface="Times New Roman"/>
                    <a:cs typeface="Times New Roman"/>
                  </a:rPr>
                  <a:t> </a:t>
                </a:r>
                <a:r>
                  <a:rPr sz="3750" spc="-10" dirty="0">
                    <a:latin typeface="Times New Roman"/>
                    <a:cs typeface="Times New Roman"/>
                  </a:rPr>
                  <a:t>0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  <p:sp>
            <p:nvSpPr>
              <p:cNvPr id="46" name="object 6">
                <a:extLst>
                  <a:ext uri="{FF2B5EF4-FFF2-40B4-BE49-F238E27FC236}">
                    <a16:creationId xmlns:a16="http://schemas.microsoft.com/office/drawing/2014/main" id="{E666D78A-C96F-4E72-9A48-917F3C521371}"/>
                  </a:ext>
                </a:extLst>
              </p:cNvPr>
              <p:cNvSpPr/>
              <p:nvPr/>
            </p:nvSpPr>
            <p:spPr>
              <a:xfrm>
                <a:off x="1930399" y="3026917"/>
                <a:ext cx="486409" cy="0"/>
              </a:xfrm>
              <a:custGeom>
                <a:avLst/>
                <a:gdLst/>
                <a:ahLst/>
                <a:cxnLst/>
                <a:rect l="l" t="t" r="r" b="b"/>
                <a:pathLst>
                  <a:path w="486410">
                    <a:moveTo>
                      <a:pt x="0" y="0"/>
                    </a:moveTo>
                    <a:lnTo>
                      <a:pt x="486409" y="0"/>
                    </a:lnTo>
                  </a:path>
                </a:pathLst>
              </a:custGeom>
              <a:ln w="2286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7">
                <a:extLst>
                  <a:ext uri="{FF2B5EF4-FFF2-40B4-BE49-F238E27FC236}">
                    <a16:creationId xmlns:a16="http://schemas.microsoft.com/office/drawing/2014/main" id="{A4D57D73-2C91-411B-A8F4-51B0D65E8DC7}"/>
                  </a:ext>
                </a:extLst>
              </p:cNvPr>
              <p:cNvSpPr txBox="1"/>
              <p:nvPr/>
            </p:nvSpPr>
            <p:spPr>
              <a:xfrm>
                <a:off x="1575462" y="3034156"/>
                <a:ext cx="876937" cy="665567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GB" sz="4250" i="1" spc="-5" dirty="0">
                    <a:latin typeface="Times New Roman"/>
                    <a:cs typeface="Times New Roman"/>
                  </a:rPr>
                  <a:t>4</a:t>
                </a:r>
                <a:endParaRPr sz="42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8" name="object 8">
                <a:extLst>
                  <a:ext uri="{FF2B5EF4-FFF2-40B4-BE49-F238E27FC236}">
                    <a16:creationId xmlns:a16="http://schemas.microsoft.com/office/drawing/2014/main" id="{395A0EAD-60E6-471F-96D7-31D3738155C0}"/>
                  </a:ext>
                </a:extLst>
              </p:cNvPr>
              <p:cNvSpPr txBox="1"/>
              <p:nvPr/>
            </p:nvSpPr>
            <p:spPr>
              <a:xfrm>
                <a:off x="2960370" y="3010408"/>
                <a:ext cx="113030" cy="40386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endParaRPr sz="24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9" name="object 9">
                <a:extLst>
                  <a:ext uri="{FF2B5EF4-FFF2-40B4-BE49-F238E27FC236}">
                    <a16:creationId xmlns:a16="http://schemas.microsoft.com/office/drawing/2014/main" id="{F6C7AB64-5405-4D7E-889D-84A5B73544B7}"/>
                  </a:ext>
                </a:extLst>
              </p:cNvPr>
              <p:cNvSpPr txBox="1"/>
              <p:nvPr/>
            </p:nvSpPr>
            <p:spPr>
              <a:xfrm>
                <a:off x="765222" y="3010408"/>
                <a:ext cx="182880" cy="40386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2450" spc="5" dirty="0">
                    <a:latin typeface="Times New Roman"/>
                    <a:cs typeface="Times New Roman"/>
                  </a:rPr>
                  <a:t>2</a:t>
                </a:r>
                <a:endParaRPr sz="24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1" name="object 11">
                <a:extLst>
                  <a:ext uri="{FF2B5EF4-FFF2-40B4-BE49-F238E27FC236}">
                    <a16:creationId xmlns:a16="http://schemas.microsoft.com/office/drawing/2014/main" id="{1473EC05-7FEA-4BAC-A8C3-B661A3E0A8E2}"/>
                  </a:ext>
                </a:extLst>
              </p:cNvPr>
              <p:cNvSpPr txBox="1"/>
              <p:nvPr/>
            </p:nvSpPr>
            <p:spPr>
              <a:xfrm>
                <a:off x="1681533" y="2278506"/>
                <a:ext cx="294640" cy="67183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4250" spc="-5" dirty="0">
                    <a:latin typeface="Times New Roman"/>
                    <a:cs typeface="Times New Roman"/>
                  </a:rPr>
                  <a:t>3</a:t>
                </a:r>
                <a:endParaRPr sz="4250">
                  <a:latin typeface="Times New Roman"/>
                  <a:cs typeface="Times New Roman"/>
                </a:endParaRPr>
              </a:p>
            </p:txBody>
          </p:sp>
          <p:sp>
            <p:nvSpPr>
              <p:cNvPr id="52" name="object 12">
                <a:extLst>
                  <a:ext uri="{FF2B5EF4-FFF2-40B4-BE49-F238E27FC236}">
                    <a16:creationId xmlns:a16="http://schemas.microsoft.com/office/drawing/2014/main" id="{A733002B-69E6-4BAF-B65A-E0FF07580E96}"/>
                  </a:ext>
                </a:extLst>
              </p:cNvPr>
              <p:cNvSpPr txBox="1"/>
              <p:nvPr/>
            </p:nvSpPr>
            <p:spPr>
              <a:xfrm>
                <a:off x="506783" y="2602269"/>
                <a:ext cx="5029148" cy="665567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  <a:tabLst>
                    <a:tab pos="619125" algn="l"/>
                    <a:tab pos="1623695" algn="l"/>
                    <a:tab pos="2419985" algn="l"/>
                  </a:tabLst>
                </a:pPr>
                <a:r>
                  <a:rPr sz="4250" i="1" spc="-5" dirty="0">
                    <a:latin typeface="Times New Roman"/>
                    <a:cs typeface="Times New Roman"/>
                  </a:rPr>
                  <a:t>a	</a:t>
                </a:r>
                <a:r>
                  <a:rPr sz="4250" spc="-10" dirty="0">
                    <a:latin typeface="Symbol"/>
                    <a:cs typeface="Symbol"/>
                  </a:rPr>
                  <a:t></a:t>
                </a:r>
                <a:r>
                  <a:rPr lang="en-GB" sz="4250" spc="-10" dirty="0">
                    <a:latin typeface="Symbol"/>
                    <a:cs typeface="Symbol"/>
                  </a:rPr>
                  <a:t>     </a:t>
                </a:r>
                <a:r>
                  <a:rPr lang="en-GB" sz="4250" spc="-10" dirty="0">
                    <a:latin typeface="Times New Roman"/>
                    <a:cs typeface="Times New Roman"/>
                  </a:rPr>
                  <a:t> </a:t>
                </a:r>
                <a:r>
                  <a:rPr sz="4250" spc="-95" dirty="0">
                    <a:latin typeface="Times New Roman"/>
                    <a:cs typeface="Times New Roman"/>
                  </a:rPr>
                  <a:t>(</a:t>
                </a:r>
                <a:r>
                  <a:rPr lang="en-GB" sz="4250" spc="-95" dirty="0">
                    <a:latin typeface="Times New Roman"/>
                    <a:cs typeface="Times New Roman"/>
                  </a:rPr>
                  <a:t>2.2</a:t>
                </a:r>
                <a:r>
                  <a:rPr sz="4250" spc="-5" dirty="0">
                    <a:latin typeface="Times New Roman"/>
                    <a:cs typeface="Times New Roman"/>
                  </a:rPr>
                  <a:t>)</a:t>
                </a:r>
                <a:r>
                  <a:rPr lang="en-GB" sz="4250" spc="-5" dirty="0">
                    <a:latin typeface="Times New Roman"/>
                    <a:cs typeface="Times New Roman"/>
                  </a:rPr>
                  <a:t>=1.65</a:t>
                </a:r>
                <a:endParaRPr sz="42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3" name="object 13">
                <a:extLst>
                  <a:ext uri="{FF2B5EF4-FFF2-40B4-BE49-F238E27FC236}">
                    <a16:creationId xmlns:a16="http://schemas.microsoft.com/office/drawing/2014/main" id="{64D1E976-96CD-4CFD-BE4B-E2C913BE2977}"/>
                  </a:ext>
                </a:extLst>
              </p:cNvPr>
              <p:cNvSpPr/>
              <p:nvPr/>
            </p:nvSpPr>
            <p:spPr>
              <a:xfrm>
                <a:off x="6457949" y="3019297"/>
                <a:ext cx="4305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30529">
                    <a:moveTo>
                      <a:pt x="0" y="0"/>
                    </a:moveTo>
                    <a:lnTo>
                      <a:pt x="430529" y="0"/>
                    </a:lnTo>
                  </a:path>
                </a:pathLst>
              </a:custGeom>
              <a:ln w="2032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14">
                <a:extLst>
                  <a:ext uri="{FF2B5EF4-FFF2-40B4-BE49-F238E27FC236}">
                    <a16:creationId xmlns:a16="http://schemas.microsoft.com/office/drawing/2014/main" id="{C7780600-439A-4363-A26A-436725874C17}"/>
                  </a:ext>
                </a:extLst>
              </p:cNvPr>
              <p:cNvSpPr txBox="1"/>
              <p:nvPr/>
            </p:nvSpPr>
            <p:spPr>
              <a:xfrm>
                <a:off x="6473190" y="3019297"/>
                <a:ext cx="1292806" cy="58990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GB" sz="3750" i="1" dirty="0">
                    <a:latin typeface="Times New Roman"/>
                    <a:cs typeface="Times New Roman"/>
                  </a:rPr>
                  <a:t>8</a:t>
                </a:r>
                <a:endParaRPr sz="37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5" name="object 15">
                <a:extLst>
                  <a:ext uri="{FF2B5EF4-FFF2-40B4-BE49-F238E27FC236}">
                    <a16:creationId xmlns:a16="http://schemas.microsoft.com/office/drawing/2014/main" id="{841372D7-E9FF-4F4E-89EE-0059A47252B8}"/>
                  </a:ext>
                </a:extLst>
              </p:cNvPr>
              <p:cNvSpPr txBox="1"/>
              <p:nvPr/>
            </p:nvSpPr>
            <p:spPr>
              <a:xfrm>
                <a:off x="7366000" y="3002788"/>
                <a:ext cx="102870" cy="35941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endParaRPr sz="22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6" name="object 16">
                <a:extLst>
                  <a:ext uri="{FF2B5EF4-FFF2-40B4-BE49-F238E27FC236}">
                    <a16:creationId xmlns:a16="http://schemas.microsoft.com/office/drawing/2014/main" id="{F93567CB-2018-46CC-9873-9940E8AAF805}"/>
                  </a:ext>
                </a:extLst>
              </p:cNvPr>
              <p:cNvSpPr txBox="1"/>
              <p:nvPr/>
            </p:nvSpPr>
            <p:spPr>
              <a:xfrm>
                <a:off x="5434329" y="3002788"/>
                <a:ext cx="164465" cy="35941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2200" spc="-5" dirty="0">
                    <a:latin typeface="Times New Roman"/>
                    <a:cs typeface="Times New Roman"/>
                  </a:rPr>
                  <a:t>3</a:t>
                </a:r>
                <a:endParaRPr sz="2200">
                  <a:latin typeface="Times New Roman"/>
                  <a:cs typeface="Times New Roman"/>
                </a:endParaRPr>
              </a:p>
            </p:txBody>
          </p:sp>
          <p:sp>
            <p:nvSpPr>
              <p:cNvPr id="58" name="object 18">
                <a:extLst>
                  <a:ext uri="{FF2B5EF4-FFF2-40B4-BE49-F238E27FC236}">
                    <a16:creationId xmlns:a16="http://schemas.microsoft.com/office/drawing/2014/main" id="{0AF797A3-578F-4758-82C7-E23C20FD9F30}"/>
                  </a:ext>
                </a:extLst>
              </p:cNvPr>
              <p:cNvSpPr txBox="1"/>
              <p:nvPr/>
            </p:nvSpPr>
            <p:spPr>
              <a:xfrm>
                <a:off x="6546850" y="2351278"/>
                <a:ext cx="263525" cy="5969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3750" dirty="0">
                    <a:latin typeface="Times New Roman"/>
                    <a:cs typeface="Times New Roman"/>
                  </a:rPr>
                  <a:t>2</a:t>
                </a:r>
                <a:endParaRPr sz="3750">
                  <a:latin typeface="Times New Roman"/>
                  <a:cs typeface="Times New Roman"/>
                </a:endParaRPr>
              </a:p>
            </p:txBody>
          </p:sp>
          <p:sp>
            <p:nvSpPr>
              <p:cNvPr id="59" name="object 19">
                <a:extLst>
                  <a:ext uri="{FF2B5EF4-FFF2-40B4-BE49-F238E27FC236}">
                    <a16:creationId xmlns:a16="http://schemas.microsoft.com/office/drawing/2014/main" id="{61D9E49B-BC21-4E57-91C6-F4E480EAC06E}"/>
                  </a:ext>
                </a:extLst>
              </p:cNvPr>
              <p:cNvSpPr txBox="1"/>
              <p:nvPr/>
            </p:nvSpPr>
            <p:spPr>
              <a:xfrm>
                <a:off x="5199379" y="2685288"/>
                <a:ext cx="1191260" cy="5969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527685" algn="l"/>
                  </a:tabLst>
                </a:pPr>
                <a:r>
                  <a:rPr sz="3750" i="1" dirty="0">
                    <a:latin typeface="Times New Roman"/>
                    <a:cs typeface="Times New Roman"/>
                  </a:rPr>
                  <a:t>a	</a:t>
                </a:r>
                <a:r>
                  <a:rPr sz="3750" dirty="0">
                    <a:latin typeface="Symbol"/>
                    <a:cs typeface="Symbol"/>
                  </a:rPr>
                  <a:t></a:t>
                </a:r>
                <a:r>
                  <a:rPr sz="3750" spc="-30" dirty="0">
                    <a:latin typeface="Times New Roman"/>
                    <a:cs typeface="Times New Roman"/>
                  </a:rPr>
                  <a:t> </a:t>
                </a:r>
                <a:r>
                  <a:rPr sz="3750" dirty="0">
                    <a:latin typeface="Symbol"/>
                    <a:cs typeface="Symbol"/>
                  </a:rPr>
                  <a:t></a:t>
                </a:r>
              </a:p>
            </p:txBody>
          </p:sp>
          <p:sp>
            <p:nvSpPr>
              <p:cNvPr id="60" name="object 20">
                <a:extLst>
                  <a:ext uri="{FF2B5EF4-FFF2-40B4-BE49-F238E27FC236}">
                    <a16:creationId xmlns:a16="http://schemas.microsoft.com/office/drawing/2014/main" id="{F68D26A5-54E6-43CC-8651-A0857329EBA2}"/>
                  </a:ext>
                </a:extLst>
              </p:cNvPr>
              <p:cNvSpPr txBox="1"/>
              <p:nvPr/>
            </p:nvSpPr>
            <p:spPr>
              <a:xfrm>
                <a:off x="6939278" y="2668253"/>
                <a:ext cx="2382297" cy="609782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  <a:tabLst>
                    <a:tab pos="715645" algn="l"/>
                  </a:tabLst>
                </a:pPr>
                <a:r>
                  <a:rPr sz="3750" spc="-70" dirty="0">
                    <a:latin typeface="Times New Roman"/>
                    <a:cs typeface="Times New Roman"/>
                  </a:rPr>
                  <a:t>(</a:t>
                </a:r>
                <a:r>
                  <a:rPr lang="en-GB" sz="3850" spc="-70" dirty="0">
                    <a:latin typeface="Symbol"/>
                    <a:cs typeface="Times New Roman"/>
                  </a:rPr>
                  <a:t>2.2</a:t>
                </a:r>
                <a:r>
                  <a:rPr sz="3750" dirty="0">
                    <a:latin typeface="Times New Roman"/>
                    <a:cs typeface="Times New Roman"/>
                  </a:rPr>
                  <a:t>)</a:t>
                </a:r>
                <a:r>
                  <a:rPr lang="en-GB" sz="3750" dirty="0">
                    <a:latin typeface="Times New Roman"/>
                    <a:cs typeface="Times New Roman"/>
                  </a:rPr>
                  <a:t>=0.55</a:t>
                </a:r>
                <a:endParaRPr sz="3750" dirty="0">
                  <a:latin typeface="Times New Roman"/>
                  <a:cs typeface="Times New Roman"/>
                </a:endParaRP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87F92BA-A0C1-4A7C-AEC7-996DAC7E5476}"/>
                </a:ext>
              </a:extLst>
            </p:cNvPr>
            <p:cNvCxnSpPr/>
            <p:nvPr/>
          </p:nvCxnSpPr>
          <p:spPr>
            <a:xfrm>
              <a:off x="1557682" y="3007486"/>
              <a:ext cx="447041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D534EDC-53AC-4380-A228-03F4CF606220}"/>
                </a:ext>
              </a:extLst>
            </p:cNvPr>
            <p:cNvCxnSpPr/>
            <p:nvPr/>
          </p:nvCxnSpPr>
          <p:spPr>
            <a:xfrm>
              <a:off x="6416039" y="3002788"/>
              <a:ext cx="447041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188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Example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Now we can put these into our two formula for angle at a given time and angular velocity at a given time: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4" name="object 4">
            <a:extLst>
              <a:ext uri="{FF2B5EF4-FFF2-40B4-BE49-F238E27FC236}">
                <a16:creationId xmlns:a16="http://schemas.microsoft.com/office/drawing/2014/main" id="{6F13385F-6F9C-4579-B892-FCFF939AA499}"/>
              </a:ext>
            </a:extLst>
          </p:cNvPr>
          <p:cNvSpPr txBox="1"/>
          <p:nvPr/>
        </p:nvSpPr>
        <p:spPr>
          <a:xfrm>
            <a:off x="413566" y="198276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and: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0A238A-EF60-4213-849A-27D822EB00FA}"/>
              </a:ext>
            </a:extLst>
          </p:cNvPr>
          <p:cNvGrpSpPr/>
          <p:nvPr/>
        </p:nvGrpSpPr>
        <p:grpSpPr>
          <a:xfrm>
            <a:off x="681037" y="2194498"/>
            <a:ext cx="5156436" cy="1088991"/>
            <a:chOff x="1018151" y="4097396"/>
            <a:chExt cx="5156436" cy="108899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4AC9138-B8F6-4111-B827-40809D3B726A}"/>
                </a:ext>
              </a:extLst>
            </p:cNvPr>
            <p:cNvGrpSpPr/>
            <p:nvPr/>
          </p:nvGrpSpPr>
          <p:grpSpPr>
            <a:xfrm>
              <a:off x="1018151" y="4097396"/>
              <a:ext cx="4929487" cy="1088991"/>
              <a:chOff x="930801" y="867010"/>
              <a:chExt cx="4929487" cy="1088991"/>
            </a:xfrm>
          </p:grpSpPr>
          <p:sp>
            <p:nvSpPr>
              <p:cNvPr id="67" name="object 12">
                <a:extLst>
                  <a:ext uri="{FF2B5EF4-FFF2-40B4-BE49-F238E27FC236}">
                    <a16:creationId xmlns:a16="http://schemas.microsoft.com/office/drawing/2014/main" id="{D5CBCAD9-806B-4878-B31E-DD1592411846}"/>
                  </a:ext>
                </a:extLst>
              </p:cNvPr>
              <p:cNvSpPr txBox="1"/>
              <p:nvPr/>
            </p:nvSpPr>
            <p:spPr>
              <a:xfrm>
                <a:off x="930801" y="1091783"/>
                <a:ext cx="1605915" cy="639445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sz="4000" spc="125" dirty="0">
                    <a:latin typeface="Symbol"/>
                    <a:cs typeface="Symbol"/>
                  </a:rPr>
                  <a:t></a:t>
                </a:r>
                <a:r>
                  <a:rPr sz="3900" spc="125" dirty="0">
                    <a:latin typeface="Times New Roman"/>
                    <a:cs typeface="Times New Roman"/>
                  </a:rPr>
                  <a:t>(</a:t>
                </a:r>
                <a:r>
                  <a:rPr sz="3900" i="1" spc="125" dirty="0">
                    <a:latin typeface="Times New Roman"/>
                    <a:cs typeface="Times New Roman"/>
                  </a:rPr>
                  <a:t>t</a:t>
                </a:r>
                <a:r>
                  <a:rPr sz="3900" i="1" spc="-810" dirty="0">
                    <a:latin typeface="Times New Roman"/>
                    <a:cs typeface="Times New Roman"/>
                  </a:rPr>
                  <a:t> </a:t>
                </a:r>
                <a:r>
                  <a:rPr sz="3900" spc="-5" dirty="0">
                    <a:latin typeface="Times New Roman"/>
                    <a:cs typeface="Times New Roman"/>
                  </a:rPr>
                  <a:t>) </a:t>
                </a:r>
                <a:r>
                  <a:rPr sz="3900" spc="-10" dirty="0">
                    <a:latin typeface="Symbol"/>
                    <a:cs typeface="Symbol"/>
                  </a:rPr>
                  <a:t></a:t>
                </a:r>
                <a:r>
                  <a:rPr sz="3900" spc="-10" dirty="0">
                    <a:latin typeface="Times New Roman"/>
                    <a:cs typeface="Times New Roman"/>
                  </a:rPr>
                  <a:t> </a:t>
                </a:r>
                <a:endParaRPr sz="39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14">
                <a:extLst>
                  <a:ext uri="{FF2B5EF4-FFF2-40B4-BE49-F238E27FC236}">
                    <a16:creationId xmlns:a16="http://schemas.microsoft.com/office/drawing/2014/main" id="{690E9AB3-E102-4915-9385-DA1D00E5A2A7}"/>
                  </a:ext>
                </a:extLst>
              </p:cNvPr>
              <p:cNvSpPr txBox="1"/>
              <p:nvPr/>
            </p:nvSpPr>
            <p:spPr>
              <a:xfrm>
                <a:off x="2269635" y="1238882"/>
                <a:ext cx="3590653" cy="7171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ts val="3650"/>
                  </a:lnSpc>
                  <a:spcBef>
                    <a:spcPts val="90"/>
                  </a:spcBef>
                  <a:tabLst>
                    <a:tab pos="379730" algn="l"/>
                    <a:tab pos="2221865" algn="l"/>
                  </a:tabLst>
                </a:pPr>
                <a:r>
                  <a:rPr sz="3900" spc="-360" dirty="0">
                    <a:latin typeface="Times New Roman"/>
                    <a:cs typeface="Times New Roman"/>
                  </a:rPr>
                  <a:t> </a:t>
                </a:r>
                <a:r>
                  <a:rPr lang="en-GB" sz="3900" spc="-360" dirty="0">
                    <a:latin typeface="Times New Roman"/>
                    <a:cs typeface="Times New Roman"/>
                  </a:rPr>
                  <a:t> 3.3</a:t>
                </a:r>
                <a:r>
                  <a:rPr sz="3900" i="1" spc="265" dirty="0">
                    <a:latin typeface="Times New Roman"/>
                    <a:cs typeface="Times New Roman"/>
                  </a:rPr>
                  <a:t> </a:t>
                </a:r>
                <a:r>
                  <a:rPr lang="en-GB" sz="3900" i="1" spc="160" dirty="0">
                    <a:latin typeface="Times New Roman"/>
                    <a:cs typeface="Times New Roman"/>
                  </a:rPr>
                  <a:t>t</a:t>
                </a:r>
                <a:r>
                  <a:rPr lang="en-GB" sz="3900" i="1" spc="-10" dirty="0">
                    <a:latin typeface="Symbol"/>
                    <a:cs typeface="Times New Roman"/>
                  </a:rPr>
                  <a:t> -</a:t>
                </a:r>
                <a:r>
                  <a:rPr lang="en-GB" sz="3900" spc="-10" dirty="0">
                    <a:latin typeface="Times New Roman"/>
                    <a:cs typeface="Times New Roman"/>
                  </a:rPr>
                  <a:t>1.65</a:t>
                </a:r>
                <a:r>
                  <a:rPr sz="3900" i="1" spc="-190" dirty="0">
                    <a:latin typeface="Times New Roman"/>
                    <a:cs typeface="Times New Roman"/>
                  </a:rPr>
                  <a:t> </a:t>
                </a:r>
                <a:r>
                  <a:rPr sz="3900" i="1" spc="125" dirty="0">
                    <a:latin typeface="Times New Roman"/>
                    <a:cs typeface="Times New Roman"/>
                  </a:rPr>
                  <a:t>t</a:t>
                </a:r>
                <a:r>
                  <a:rPr lang="en-GB" sz="3375" i="1" spc="187" baseline="43209" dirty="0">
                    <a:latin typeface="Times New Roman"/>
                    <a:cs typeface="Times New Roman"/>
                  </a:rPr>
                  <a:t>2</a:t>
                </a:r>
                <a:endParaRPr sz="3375" baseline="43209" dirty="0">
                  <a:latin typeface="Times New Roman"/>
                  <a:cs typeface="Times New Roman"/>
                </a:endParaRPr>
              </a:p>
              <a:p>
                <a:pPr marL="600710">
                  <a:lnSpc>
                    <a:spcPts val="1670"/>
                  </a:lnSpc>
                  <a:tabLst>
                    <a:tab pos="1609725" algn="l"/>
                    <a:tab pos="2831465" algn="l"/>
                  </a:tabLst>
                </a:pPr>
                <a:r>
                  <a:rPr sz="2250" spc="5" dirty="0">
                    <a:latin typeface="Times New Roman"/>
                    <a:cs typeface="Times New Roman"/>
                  </a:rPr>
                  <a:t>	</a:t>
                </a:r>
                <a:r>
                  <a:rPr lang="en-GB" sz="2250" spc="5" dirty="0">
                    <a:latin typeface="Times New Roman"/>
                    <a:cs typeface="Times New Roman"/>
                  </a:rPr>
                  <a:t> </a:t>
                </a:r>
                <a:r>
                  <a:rPr sz="2250" spc="5" dirty="0">
                    <a:latin typeface="Times New Roman"/>
                    <a:cs typeface="Times New Roman"/>
                  </a:rPr>
                  <a:t>	</a:t>
                </a:r>
                <a:r>
                  <a:rPr lang="en-GB" sz="2250" spc="5" dirty="0">
                    <a:latin typeface="Times New Roman"/>
                    <a:cs typeface="Times New Roman"/>
                  </a:rPr>
                  <a:t> </a:t>
                </a:r>
                <a:endParaRPr sz="225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38B226-A48D-4149-AF63-1610D26C6BBC}"/>
                  </a:ext>
                </a:extLst>
              </p:cNvPr>
              <p:cNvSpPr txBox="1"/>
              <p:nvPr/>
            </p:nvSpPr>
            <p:spPr>
              <a:xfrm>
                <a:off x="930801" y="867010"/>
                <a:ext cx="269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.</a:t>
                </a:r>
              </a:p>
            </p:txBody>
          </p:sp>
        </p:grpSp>
        <p:sp>
          <p:nvSpPr>
            <p:cNvPr id="71" name="object 12">
              <a:extLst>
                <a:ext uri="{FF2B5EF4-FFF2-40B4-BE49-F238E27FC236}">
                  <a16:creationId xmlns:a16="http://schemas.microsoft.com/office/drawing/2014/main" id="{CE15DCBB-2224-4B92-BBCF-D8CD10AC1070}"/>
                </a:ext>
              </a:extLst>
            </p:cNvPr>
            <p:cNvSpPr txBox="1"/>
            <p:nvPr/>
          </p:nvSpPr>
          <p:spPr>
            <a:xfrm>
              <a:off x="4568672" y="4381443"/>
              <a:ext cx="1605915" cy="63158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900" spc="-10" dirty="0">
                  <a:latin typeface="Times New Roman"/>
                  <a:cs typeface="Times New Roman"/>
                </a:rPr>
                <a:t> </a:t>
              </a:r>
              <a:endParaRPr sz="39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ED2EB91-24EB-4A60-89AC-6D2EAB350FC7}"/>
              </a:ext>
            </a:extLst>
          </p:cNvPr>
          <p:cNvGrpSpPr/>
          <p:nvPr/>
        </p:nvGrpSpPr>
        <p:grpSpPr>
          <a:xfrm>
            <a:off x="644965" y="1243145"/>
            <a:ext cx="5527446" cy="826707"/>
            <a:chOff x="815569" y="5737590"/>
            <a:chExt cx="5527446" cy="826707"/>
          </a:xfrm>
        </p:grpSpPr>
        <p:sp>
          <p:nvSpPr>
            <p:cNvPr id="39" name="object 12">
              <a:extLst>
                <a:ext uri="{FF2B5EF4-FFF2-40B4-BE49-F238E27FC236}">
                  <a16:creationId xmlns:a16="http://schemas.microsoft.com/office/drawing/2014/main" id="{DF66D30B-B10F-4AA0-BFEB-D35AE3C8D9B2}"/>
                </a:ext>
              </a:extLst>
            </p:cNvPr>
            <p:cNvSpPr txBox="1"/>
            <p:nvPr/>
          </p:nvSpPr>
          <p:spPr>
            <a:xfrm>
              <a:off x="815569" y="5737590"/>
              <a:ext cx="2368323" cy="63158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4000" spc="125" dirty="0">
                  <a:latin typeface="Symbol"/>
                  <a:cs typeface="Symbol"/>
                </a:rPr>
                <a:t></a:t>
              </a:r>
              <a:r>
                <a:rPr sz="3900" spc="125" dirty="0">
                  <a:latin typeface="Times New Roman"/>
                  <a:cs typeface="Times New Roman"/>
                </a:rPr>
                <a:t>(</a:t>
              </a:r>
              <a:r>
                <a:rPr sz="3900" i="1" spc="125" dirty="0">
                  <a:latin typeface="Times New Roman"/>
                  <a:cs typeface="Times New Roman"/>
                </a:rPr>
                <a:t>t</a:t>
              </a:r>
              <a:r>
                <a:rPr sz="3900" i="1" spc="-810" dirty="0">
                  <a:latin typeface="Times New Roman"/>
                  <a:cs typeface="Times New Roman"/>
                </a:rPr>
                <a:t> </a:t>
              </a:r>
              <a:r>
                <a:rPr sz="3900" spc="-5" dirty="0">
                  <a:latin typeface="Times New Roman"/>
                  <a:cs typeface="Times New Roman"/>
                </a:rPr>
                <a:t>) </a:t>
              </a:r>
              <a:r>
                <a:rPr sz="3900" spc="-10" dirty="0">
                  <a:latin typeface="Symbol"/>
                  <a:cs typeface="Symbol"/>
                </a:rPr>
                <a:t></a:t>
              </a:r>
              <a:r>
                <a:rPr lang="en-GB" sz="3900" spc="-10" dirty="0">
                  <a:latin typeface="Symbol"/>
                  <a:cs typeface="Symbol"/>
                </a:rPr>
                <a:t> -0.5</a:t>
              </a:r>
              <a:r>
                <a:rPr sz="3900" spc="-10" dirty="0">
                  <a:latin typeface="Times New Roman"/>
                  <a:cs typeface="Times New Roman"/>
                </a:rPr>
                <a:t> </a:t>
              </a:r>
              <a:endParaRPr sz="3900" dirty="0">
                <a:latin typeface="Times New Roman"/>
                <a:cs typeface="Times New Roman"/>
              </a:endParaRPr>
            </a:p>
          </p:txBody>
        </p:sp>
        <p:sp>
          <p:nvSpPr>
            <p:cNvPr id="43" name="object 14">
              <a:extLst>
                <a:ext uri="{FF2B5EF4-FFF2-40B4-BE49-F238E27FC236}">
                  <a16:creationId xmlns:a16="http://schemas.microsoft.com/office/drawing/2014/main" id="{09520DDA-5D20-4750-81CB-009A58600456}"/>
                </a:ext>
              </a:extLst>
            </p:cNvPr>
            <p:cNvSpPr txBox="1"/>
            <p:nvPr/>
          </p:nvSpPr>
          <p:spPr>
            <a:xfrm>
              <a:off x="3041650" y="5847178"/>
              <a:ext cx="3301365" cy="71711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ts val="3650"/>
                </a:lnSpc>
                <a:spcBef>
                  <a:spcPts val="90"/>
                </a:spcBef>
                <a:tabLst>
                  <a:tab pos="379730" algn="l"/>
                  <a:tab pos="2221865" algn="l"/>
                </a:tabLst>
              </a:pPr>
              <a:r>
                <a:rPr sz="3900" spc="-10" dirty="0">
                  <a:latin typeface="Symbol"/>
                  <a:cs typeface="Symbol"/>
                </a:rPr>
                <a:t></a:t>
              </a:r>
              <a:r>
                <a:rPr sz="3900" spc="-360" dirty="0">
                  <a:latin typeface="Times New Roman"/>
                  <a:cs typeface="Times New Roman"/>
                </a:rPr>
                <a:t> </a:t>
              </a:r>
              <a:r>
                <a:rPr lang="en-GB" sz="3900" i="1" spc="-5" dirty="0">
                  <a:latin typeface="Times New Roman"/>
                  <a:cs typeface="Times New Roman"/>
                </a:rPr>
                <a:t>1.65</a:t>
              </a:r>
              <a:r>
                <a:rPr sz="3900" i="1" spc="160" dirty="0">
                  <a:latin typeface="Times New Roman"/>
                  <a:cs typeface="Times New Roman"/>
                </a:rPr>
                <a:t>t</a:t>
              </a:r>
              <a:r>
                <a:rPr lang="en-GB" sz="3375" spc="240" baseline="43209" dirty="0">
                  <a:latin typeface="Times New Roman"/>
                  <a:cs typeface="Times New Roman"/>
                </a:rPr>
                <a:t>2</a:t>
              </a:r>
              <a:r>
                <a:rPr sz="3900" spc="-10" dirty="0">
                  <a:latin typeface="Times New Roman"/>
                  <a:cs typeface="Times New Roman"/>
                </a:rPr>
                <a:t> </a:t>
              </a:r>
              <a:r>
                <a:rPr lang="en-GB" sz="3900" spc="-10" dirty="0">
                  <a:latin typeface="Times New Roman"/>
                  <a:cs typeface="Times New Roman"/>
                </a:rPr>
                <a:t>-</a:t>
              </a:r>
              <a:r>
                <a:rPr lang="en-GB" sz="3900" i="1" spc="-5" dirty="0">
                  <a:latin typeface="Times New Roman"/>
                  <a:cs typeface="Times New Roman"/>
                </a:rPr>
                <a:t>0.55</a:t>
              </a:r>
              <a:r>
                <a:rPr sz="3900" i="1" spc="-190" dirty="0">
                  <a:latin typeface="Times New Roman"/>
                  <a:cs typeface="Times New Roman"/>
                </a:rPr>
                <a:t> </a:t>
              </a:r>
              <a:r>
                <a:rPr sz="3900" i="1" spc="125" dirty="0">
                  <a:latin typeface="Times New Roman"/>
                  <a:cs typeface="Times New Roman"/>
                </a:rPr>
                <a:t>t</a:t>
              </a:r>
              <a:r>
                <a:rPr sz="3375" spc="187" baseline="43209" dirty="0">
                  <a:latin typeface="Times New Roman"/>
                  <a:cs typeface="Times New Roman"/>
                </a:rPr>
                <a:t>3</a:t>
              </a:r>
              <a:endParaRPr sz="3375" baseline="43209" dirty="0">
                <a:latin typeface="Times New Roman"/>
                <a:cs typeface="Times New Roman"/>
              </a:endParaRPr>
            </a:p>
            <a:p>
              <a:pPr marL="600710">
                <a:lnSpc>
                  <a:spcPts val="1670"/>
                </a:lnSpc>
                <a:tabLst>
                  <a:tab pos="1609725" algn="l"/>
                  <a:tab pos="2831465" algn="l"/>
                </a:tabLst>
              </a:pPr>
              <a:r>
                <a:rPr sz="2250" spc="5" dirty="0">
                  <a:latin typeface="Times New Roman"/>
                  <a:cs typeface="Times New Roman"/>
                </a:rPr>
                <a:t>	</a:t>
              </a:r>
              <a:endParaRPr sz="2250" dirty="0">
                <a:latin typeface="Times New Roman"/>
                <a:cs typeface="Times New Roman"/>
              </a:endParaRPr>
            </a:p>
          </p:txBody>
        </p:sp>
      </p:grpSp>
      <p:sp>
        <p:nvSpPr>
          <p:cNvPr id="26" name="object 4">
            <a:extLst>
              <a:ext uri="{FF2B5EF4-FFF2-40B4-BE49-F238E27FC236}">
                <a16:creationId xmlns:a16="http://schemas.microsoft.com/office/drawing/2014/main" id="{3C401449-078F-4814-B1C9-DA784B35B51D}"/>
              </a:ext>
            </a:extLst>
          </p:cNvPr>
          <p:cNvSpPr txBox="1"/>
          <p:nvPr/>
        </p:nvSpPr>
        <p:spPr>
          <a:xfrm>
            <a:off x="353617" y="3214436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By putting in values of t between 0 and 2 we can now plot the angle and velocity as a function of time.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E1ABAD-EAAE-4A6A-9085-1D15E41768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568" r="50995" b="21544"/>
          <a:stretch/>
        </p:blipFill>
        <p:spPr>
          <a:xfrm>
            <a:off x="597510" y="3889007"/>
            <a:ext cx="3740474" cy="2828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85D45A-B792-44D4-BA5F-CD9D14979F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401" r="50616" b="21205"/>
          <a:stretch/>
        </p:blipFill>
        <p:spPr>
          <a:xfrm>
            <a:off x="4603866" y="3874471"/>
            <a:ext cx="3781746" cy="28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4" grpId="0"/>
      <p:bldP spid="26" grpId="0"/>
    </p:bldLst>
  </p:timing>
</p:sld>
</file>

<file path=ppt/theme/theme1.xml><?xml version="1.0" encoding="utf-8"?>
<a:theme xmlns:a="http://schemas.openxmlformats.org/drawingml/2006/main" name="UoS template_no_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UoS template_no_logo_white</Template>
  <TotalTime>4745</TotalTime>
  <Words>3254</Words>
  <Application>Microsoft Office PowerPoint</Application>
  <PresentationFormat>On-screen Show (4:3)</PresentationFormat>
  <Paragraphs>541</Paragraphs>
  <Slides>46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Arial Bold</vt:lpstr>
      <vt:lpstr>Calibri</vt:lpstr>
      <vt:lpstr>Cambria Math</vt:lpstr>
      <vt:lpstr>Symbol</vt:lpstr>
      <vt:lpstr>Tahoma</vt:lpstr>
      <vt:lpstr>Times New Roman</vt:lpstr>
      <vt:lpstr>Wingdings</vt:lpstr>
      <vt:lpstr>UoS template_no_logo_white</vt:lpstr>
      <vt:lpstr>Equation</vt:lpstr>
      <vt:lpstr>BEng (Hons) Control and Automation</vt:lpstr>
      <vt:lpstr>Lecture Content:      Robot Manipulator Kinamatics</vt:lpstr>
      <vt:lpstr>Robot Anatomy</vt:lpstr>
      <vt:lpstr>Robot Joints</vt:lpstr>
      <vt:lpstr>Degrees Of freedom</vt:lpstr>
      <vt:lpstr>Body and Arm Configurations</vt:lpstr>
      <vt:lpstr>Polar coordinate body-and-arm assembly</vt:lpstr>
      <vt:lpstr>Cylindrical body-and-arm assembly</vt:lpstr>
      <vt:lpstr>Cartesian coordinate body-and-arm assembly</vt:lpstr>
      <vt:lpstr>Jointed-arm body-and-arm assembly</vt:lpstr>
      <vt:lpstr>Selective Compliance Assembly Robot Arm (SCARA)</vt:lpstr>
      <vt:lpstr>Kinamatics</vt:lpstr>
      <vt:lpstr>Kinamatics</vt:lpstr>
      <vt:lpstr>Axes</vt:lpstr>
      <vt:lpstr>Frames</vt:lpstr>
      <vt:lpstr>Co-ordinates</vt:lpstr>
      <vt:lpstr>Orientation</vt:lpstr>
      <vt:lpstr>Orientation</vt:lpstr>
      <vt:lpstr>Rotational Transforms</vt:lpstr>
      <vt:lpstr>Z-axis rotation</vt:lpstr>
      <vt:lpstr>X-axis rotation</vt:lpstr>
      <vt:lpstr>Y-axis rotation</vt:lpstr>
      <vt:lpstr>Multi axis transformation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Position of End Effector</vt:lpstr>
      <vt:lpstr>Forward Kinematics</vt:lpstr>
      <vt:lpstr>Forward Kinematics</vt:lpstr>
      <vt:lpstr>Inverse Kinematics</vt:lpstr>
      <vt:lpstr>Inverse Kinematics</vt:lpstr>
      <vt:lpstr>Inverse Kinematics</vt:lpstr>
      <vt:lpstr>Other Considerations</vt:lpstr>
      <vt:lpstr>Trajectory Planning</vt:lpstr>
      <vt:lpstr>Joint Space Trajectory Planning</vt:lpstr>
      <vt:lpstr>Joint Space Trajectory Planning</vt:lpstr>
      <vt:lpstr>Cubic Polynomials</vt:lpstr>
      <vt:lpstr>Cubic Polynomials</vt:lpstr>
      <vt:lpstr>Cubic Polynomials</vt:lpstr>
      <vt:lpstr>Example</vt:lpstr>
      <vt:lpstr>Example</vt:lpstr>
      <vt:lpstr>Example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to go here heading to go here</dc:title>
  <dc:creator>Chambers Denis</dc:creator>
  <cp:lastModifiedBy>Saber Mahboubi Heydarabad</cp:lastModifiedBy>
  <cp:revision>366</cp:revision>
  <cp:lastPrinted>2019-11-08T08:32:47Z</cp:lastPrinted>
  <dcterms:created xsi:type="dcterms:W3CDTF">2011-12-09T09:26:53Z</dcterms:created>
  <dcterms:modified xsi:type="dcterms:W3CDTF">2024-11-12T18:59:54Z</dcterms:modified>
</cp:coreProperties>
</file>